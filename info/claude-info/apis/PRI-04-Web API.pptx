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710" r:id="rId5"/>
    <p:sldMasterId id="2147483736" r:id="rId6"/>
  </p:sldMasterIdLst>
  <p:notesMasterIdLst>
    <p:notesMasterId r:id="rId39"/>
  </p:notesMasterIdLst>
  <p:handoutMasterIdLst>
    <p:handoutMasterId r:id="rId40"/>
  </p:handoutMasterIdLst>
  <p:sldIdLst>
    <p:sldId id="582" r:id="rId7"/>
    <p:sldId id="583" r:id="rId8"/>
    <p:sldId id="584" r:id="rId9"/>
    <p:sldId id="585" r:id="rId10"/>
    <p:sldId id="586" r:id="rId11"/>
    <p:sldId id="592" r:id="rId12"/>
    <p:sldId id="587" r:id="rId13"/>
    <p:sldId id="588" r:id="rId14"/>
    <p:sldId id="589" r:id="rId15"/>
    <p:sldId id="591" r:id="rId16"/>
    <p:sldId id="590" r:id="rId17"/>
    <p:sldId id="593" r:id="rId18"/>
    <p:sldId id="594" r:id="rId19"/>
    <p:sldId id="595" r:id="rId20"/>
    <p:sldId id="596" r:id="rId21"/>
    <p:sldId id="597" r:id="rId22"/>
    <p:sldId id="598" r:id="rId23"/>
    <p:sldId id="600" r:id="rId24"/>
    <p:sldId id="599" r:id="rId25"/>
    <p:sldId id="601" r:id="rId26"/>
    <p:sldId id="602" r:id="rId27"/>
    <p:sldId id="603" r:id="rId28"/>
    <p:sldId id="604" r:id="rId29"/>
    <p:sldId id="605" r:id="rId30"/>
    <p:sldId id="606" r:id="rId31"/>
    <p:sldId id="607" r:id="rId32"/>
    <p:sldId id="619" r:id="rId33"/>
    <p:sldId id="611" r:id="rId34"/>
    <p:sldId id="616" r:id="rId35"/>
    <p:sldId id="617" r:id="rId36"/>
    <p:sldId id="618" r:id="rId37"/>
    <p:sldId id="614" r:id="rId38"/>
  </p:sldIdLst>
  <p:sldSz cx="18288000" cy="10287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b API" id="{2A19473E-815B-4801-BE4B-D470B8CFA673}">
          <p14:sldIdLst>
            <p14:sldId id="582"/>
            <p14:sldId id="583"/>
            <p14:sldId id="584"/>
            <p14:sldId id="585"/>
            <p14:sldId id="586"/>
            <p14:sldId id="592"/>
            <p14:sldId id="587"/>
            <p14:sldId id="588"/>
            <p14:sldId id="589"/>
            <p14:sldId id="591"/>
            <p14:sldId id="590"/>
          </p14:sldIdLst>
        </p14:section>
        <p14:section name="RESTfull" id="{FA405489-4B76-46A9-A65B-B11E1E2DB6D8}">
          <p14:sldIdLst>
            <p14:sldId id="593"/>
            <p14:sldId id="594"/>
            <p14:sldId id="595"/>
            <p14:sldId id="596"/>
          </p14:sldIdLst>
        </p14:section>
        <p14:section name="HTTP VERBS" id="{679E1C37-D6FD-44F5-AED3-A2A862C584CF}">
          <p14:sldIdLst>
            <p14:sldId id="597"/>
            <p14:sldId id="598"/>
          </p14:sldIdLst>
        </p14:section>
        <p14:section name="Endpoints" id="{C8DD88CD-63C6-4865-8393-5E978AB3B4FA}">
          <p14:sldIdLst>
            <p14:sldId id="600"/>
            <p14:sldId id="599"/>
            <p14:sldId id="601"/>
            <p14:sldId id="602"/>
            <p14:sldId id="603"/>
            <p14:sldId id="604"/>
          </p14:sldIdLst>
        </p14:section>
        <p14:section name="Response codes" id="{CBBFB7BC-5B36-4447-8DD9-32D0D04E28AF}">
          <p14:sldIdLst>
            <p14:sldId id="605"/>
            <p14:sldId id="606"/>
            <p14:sldId id="607"/>
            <p14:sldId id="619"/>
            <p14:sldId id="611"/>
            <p14:sldId id="616"/>
            <p14:sldId id="617"/>
            <p14:sldId id="618"/>
            <p14:sldId id="61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200"/>
    <a:srgbClr val="EC008C"/>
    <a:srgbClr val="44C8F5"/>
    <a:srgbClr val="009A93"/>
    <a:srgbClr val="FFE3F5"/>
    <a:srgbClr val="FFFCDD"/>
    <a:srgbClr val="F9C700"/>
    <a:srgbClr val="FFDD00"/>
    <a:srgbClr val="AFABAB"/>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45" autoAdjust="0"/>
    <p:restoredTop sz="94698" autoAdjust="0"/>
  </p:normalViewPr>
  <p:slideViewPr>
    <p:cSldViewPr snapToGrid="0" showGuides="1">
      <p:cViewPr varScale="1">
        <p:scale>
          <a:sx n="70" d="100"/>
          <a:sy n="70" d="100"/>
        </p:scale>
        <p:origin x="546" y="12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notesViewPr>
    <p:cSldViewPr snapToGrid="0" showGuides="1">
      <p:cViewPr>
        <p:scale>
          <a:sx n="150" d="100"/>
          <a:sy n="150" d="100"/>
        </p:scale>
        <p:origin x="2454" y="336"/>
      </p:cViewPr>
      <p:guideLst/>
    </p:cSldViewPr>
  </p:notesViewPr>
  <p:gridSpacing cx="719999" cy="719999"/>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notesMaster" Target="notesMasters/notesMaster1.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49550E8D-2687-4B55-AC6F-1FBD87CF06BB}"/>
              </a:ext>
            </a:extLst>
          </p:cNvPr>
          <p:cNvSpPr>
            <a:spLocks noGrp="1"/>
          </p:cNvSpPr>
          <p:nvPr>
            <p:ph type="hdr" sz="quarter"/>
          </p:nvPr>
        </p:nvSpPr>
        <p:spPr>
          <a:xfrm>
            <a:off x="1505588" y="108502"/>
            <a:ext cx="5539587" cy="216755"/>
          </a:xfrm>
          <a:prstGeom prst="rect">
            <a:avLst/>
          </a:prstGeom>
        </p:spPr>
        <p:txBody>
          <a:bodyPr vert="horz" lIns="91440" tIns="45720" rIns="91440" bIns="45720" rtlCol="0"/>
          <a:lstStyle>
            <a:lvl1pPr algn="l">
              <a:defRPr sz="1200"/>
            </a:lvl1pPr>
          </a:lstStyle>
          <a:p>
            <a:endParaRPr lang="nl-BE" dirty="0"/>
          </a:p>
        </p:txBody>
      </p:sp>
      <p:sp>
        <p:nvSpPr>
          <p:cNvPr id="3" name="Tijdelijke aanduiding voor datum 2">
            <a:extLst>
              <a:ext uri="{FF2B5EF4-FFF2-40B4-BE49-F238E27FC236}">
                <a16:creationId xmlns:a16="http://schemas.microsoft.com/office/drawing/2014/main" id="{62C4A80C-7EC9-478E-BFC2-BEAEB6355605}"/>
              </a:ext>
            </a:extLst>
          </p:cNvPr>
          <p:cNvSpPr>
            <a:spLocks noGrp="1"/>
          </p:cNvSpPr>
          <p:nvPr>
            <p:ph type="dt" sz="quarter" idx="1"/>
          </p:nvPr>
        </p:nvSpPr>
        <p:spPr>
          <a:xfrm>
            <a:off x="4633297" y="108502"/>
            <a:ext cx="3962400" cy="216755"/>
          </a:xfrm>
          <a:prstGeom prst="rect">
            <a:avLst/>
          </a:prstGeom>
        </p:spPr>
        <p:txBody>
          <a:bodyPr vert="horz" lIns="91440" tIns="45720" rIns="91440" bIns="45720" rtlCol="0"/>
          <a:lstStyle>
            <a:lvl1pPr algn="r">
              <a:defRPr sz="1200"/>
            </a:lvl1pPr>
          </a:lstStyle>
          <a:p>
            <a:fld id="{B851D6B0-C309-4360-AADA-E0100A701C51}" type="datetimeFigureOut">
              <a:rPr lang="nl-BE" smtClean="0"/>
              <a:t>6/10/2025</a:t>
            </a:fld>
            <a:endParaRPr lang="nl-BE"/>
          </a:p>
        </p:txBody>
      </p:sp>
      <p:sp>
        <p:nvSpPr>
          <p:cNvPr id="4" name="Tijdelijke aanduiding voor voettekst 3">
            <a:extLst>
              <a:ext uri="{FF2B5EF4-FFF2-40B4-BE49-F238E27FC236}">
                <a16:creationId xmlns:a16="http://schemas.microsoft.com/office/drawing/2014/main" id="{EEAA731C-3B25-44FC-ABC1-2A77BCFD587A}"/>
              </a:ext>
            </a:extLst>
          </p:cNvPr>
          <p:cNvSpPr>
            <a:spLocks noGrp="1"/>
          </p:cNvSpPr>
          <p:nvPr>
            <p:ph type="ftr" sz="quarter" idx="2"/>
          </p:nvPr>
        </p:nvSpPr>
        <p:spPr>
          <a:xfrm>
            <a:off x="523045" y="6218916"/>
            <a:ext cx="7043767" cy="216755"/>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509BC4C9-5927-4A4C-9D62-F4FCB8CB3205}"/>
              </a:ext>
            </a:extLst>
          </p:cNvPr>
          <p:cNvSpPr>
            <a:spLocks noGrp="1"/>
          </p:cNvSpPr>
          <p:nvPr>
            <p:ph type="sldNum" sz="quarter" idx="3"/>
          </p:nvPr>
        </p:nvSpPr>
        <p:spPr>
          <a:xfrm>
            <a:off x="8049510" y="6237326"/>
            <a:ext cx="546187" cy="198345"/>
          </a:xfrm>
          <a:prstGeom prst="rect">
            <a:avLst/>
          </a:prstGeom>
        </p:spPr>
        <p:txBody>
          <a:bodyPr vert="horz" lIns="91440" tIns="45720" rIns="91440" bIns="45720" rtlCol="0" anchor="b"/>
          <a:lstStyle>
            <a:lvl1pPr algn="r">
              <a:defRPr sz="1200"/>
            </a:lvl1pPr>
          </a:lstStyle>
          <a:p>
            <a:fld id="{08C79EED-929D-483E-9007-D3F59A4C8C3F}" type="slidenum">
              <a:rPr lang="nl-BE" smtClean="0"/>
              <a:t>‹#›</a:t>
            </a:fld>
            <a:endParaRPr lang="nl-BE"/>
          </a:p>
        </p:txBody>
      </p:sp>
      <p:pic>
        <p:nvPicPr>
          <p:cNvPr id="7" name="Afbeelding 6">
            <a:extLst>
              <a:ext uri="{FF2B5EF4-FFF2-40B4-BE49-F238E27FC236}">
                <a16:creationId xmlns:a16="http://schemas.microsoft.com/office/drawing/2014/main" id="{41A637C1-C271-414F-B837-89650030AD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224" y="-12274"/>
            <a:ext cx="1022976" cy="524275"/>
          </a:xfrm>
          <a:prstGeom prst="rect">
            <a:avLst/>
          </a:prstGeom>
        </p:spPr>
      </p:pic>
      <p:cxnSp>
        <p:nvCxnSpPr>
          <p:cNvPr id="8" name="Rechte verbindingslijn 7">
            <a:extLst>
              <a:ext uri="{FF2B5EF4-FFF2-40B4-BE49-F238E27FC236}">
                <a16:creationId xmlns:a16="http://schemas.microsoft.com/office/drawing/2014/main" id="{2EAA0E41-0FD2-4F96-9F26-A36EB18A8771}"/>
              </a:ext>
            </a:extLst>
          </p:cNvPr>
          <p:cNvCxnSpPr>
            <a:cxnSpLocks/>
          </p:cNvCxnSpPr>
          <p:nvPr/>
        </p:nvCxnSpPr>
        <p:spPr>
          <a:xfrm>
            <a:off x="615157" y="478051"/>
            <a:ext cx="7887493"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70211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nl-BE" dirty="0"/>
          </a:p>
        </p:txBody>
      </p:sp>
      <p:sp>
        <p:nvSpPr>
          <p:cNvPr id="3" name="Tijdelijke aanduiding voor datum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01C07673-66AC-46B1-89BD-061114F0C338}" type="datetimeFigureOut">
              <a:rPr lang="nl-BE" smtClean="0"/>
              <a:t>6/10/2025</a:t>
            </a:fld>
            <a:endParaRPr lang="nl-BE"/>
          </a:p>
        </p:txBody>
      </p:sp>
      <p:sp>
        <p:nvSpPr>
          <p:cNvPr id="4" name="Tijdelijke aanduiding voor dia-afbeelding 3"/>
          <p:cNvSpPr>
            <a:spLocks noGrp="1" noRot="1" noChangeAspect="1"/>
          </p:cNvSpPr>
          <p:nvPr>
            <p:ph type="sldImg" idx="2"/>
          </p:nvPr>
        </p:nvSpPr>
        <p:spPr>
          <a:xfrm>
            <a:off x="615157" y="702310"/>
            <a:ext cx="3996267" cy="2247900"/>
          </a:xfrm>
          <a:prstGeom prst="rect">
            <a:avLst/>
          </a:prstGeom>
          <a:noFill/>
          <a:ln w="12700">
            <a:solidFill>
              <a:prstClr val="black"/>
            </a:solidFill>
          </a:ln>
        </p:spPr>
        <p:txBody>
          <a:bodyPr vert="horz" lIns="91440" tIns="45720" rIns="91440" bIns="45720" rtlCol="0" anchor="ctr"/>
          <a:lstStyle/>
          <a:p>
            <a:endParaRPr lang="nl-BE"/>
          </a:p>
        </p:txBody>
      </p:sp>
      <p:sp>
        <p:nvSpPr>
          <p:cNvPr id="6" name="Tijdelijke aanduiding voor voettekst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C23E295-A1A5-4488-BC09-D942F81F4A15}" type="slidenum">
              <a:rPr lang="nl-BE" smtClean="0"/>
              <a:t>‹#›</a:t>
            </a:fld>
            <a:endParaRPr lang="nl-BE"/>
          </a:p>
        </p:txBody>
      </p:sp>
      <p:sp>
        <p:nvSpPr>
          <p:cNvPr id="8" name="Tijdelijke aanduiding voor datum 2">
            <a:extLst>
              <a:ext uri="{FF2B5EF4-FFF2-40B4-BE49-F238E27FC236}">
                <a16:creationId xmlns:a16="http://schemas.microsoft.com/office/drawing/2014/main" id="{944846E0-E852-40C1-B969-83476F3B76F7}"/>
              </a:ext>
            </a:extLst>
          </p:cNvPr>
          <p:cNvSpPr txBox="1">
            <a:spLocks/>
          </p:cNvSpPr>
          <p:nvPr/>
        </p:nvSpPr>
        <p:spPr>
          <a:xfrm>
            <a:off x="4633297" y="108502"/>
            <a:ext cx="3962400" cy="216755"/>
          </a:xfrm>
          <a:prstGeom prst="rect">
            <a:avLst/>
          </a:prstGeom>
        </p:spPr>
        <p:txBody>
          <a:bodyPr vert="horz" lIns="91440" tIns="45720" rIns="91440" bIns="45720" rtlCol="0"/>
          <a:lstStyle>
            <a:defPPr>
              <a:defRPr lang="en-US"/>
            </a:defPPr>
            <a:lvl1pPr marL="0" algn="r"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851D6B0-C309-4360-AADA-E0100A701C51}" type="datetimeFigureOut">
              <a:rPr lang="nl-BE" smtClean="0"/>
              <a:pPr/>
              <a:t>6/10/2025</a:t>
            </a:fld>
            <a:endParaRPr lang="nl-BE"/>
          </a:p>
        </p:txBody>
      </p:sp>
      <p:pic>
        <p:nvPicPr>
          <p:cNvPr id="10" name="Afbeelding 9">
            <a:extLst>
              <a:ext uri="{FF2B5EF4-FFF2-40B4-BE49-F238E27FC236}">
                <a16:creationId xmlns:a16="http://schemas.microsoft.com/office/drawing/2014/main" id="{CABF7A55-6C0F-4E87-AFC0-BB240FFF97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224" y="-12274"/>
            <a:ext cx="1022976" cy="524275"/>
          </a:xfrm>
          <a:prstGeom prst="rect">
            <a:avLst/>
          </a:prstGeom>
        </p:spPr>
      </p:pic>
      <p:cxnSp>
        <p:nvCxnSpPr>
          <p:cNvPr id="11" name="Rechte verbindingslijn 10">
            <a:extLst>
              <a:ext uri="{FF2B5EF4-FFF2-40B4-BE49-F238E27FC236}">
                <a16:creationId xmlns:a16="http://schemas.microsoft.com/office/drawing/2014/main" id="{0778B21D-7FB4-4703-A374-CC34AE860216}"/>
              </a:ext>
            </a:extLst>
          </p:cNvPr>
          <p:cNvCxnSpPr>
            <a:cxnSpLocks/>
          </p:cNvCxnSpPr>
          <p:nvPr/>
        </p:nvCxnSpPr>
        <p:spPr>
          <a:xfrm>
            <a:off x="615157" y="478051"/>
            <a:ext cx="7887493"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ijdelijke aanduiding voor notities 4">
            <a:extLst>
              <a:ext uri="{FF2B5EF4-FFF2-40B4-BE49-F238E27FC236}">
                <a16:creationId xmlns:a16="http://schemas.microsoft.com/office/drawing/2014/main" id="{CC94D0D5-1E80-4534-99C4-6E80E3027CAD}"/>
              </a:ext>
            </a:extLst>
          </p:cNvPr>
          <p:cNvSpPr>
            <a:spLocks noGrp="1"/>
          </p:cNvSpPr>
          <p:nvPr>
            <p:ph type="body" sz="quarter" idx="3"/>
          </p:nvPr>
        </p:nvSpPr>
        <p:spPr>
          <a:xfrm>
            <a:off x="615156" y="3043270"/>
            <a:ext cx="8281193" cy="3283879"/>
          </a:xfrm>
          <a:prstGeom prst="rect">
            <a:avLst/>
          </a:prstGeom>
        </p:spPr>
        <p:txBody>
          <a:bodyPr vert="horz" lIns="91440" tIns="45720" rIns="91440" bIns="45720" rtlCol="0"/>
          <a:lstStyle/>
          <a:p>
            <a:pPr lvl="0"/>
            <a:r>
              <a:rPr lang="nl-NL" dirty="0"/>
              <a:t>Tekststijl van het model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Tree>
    <p:extLst>
      <p:ext uri="{BB962C8B-B14F-4D97-AF65-F5344CB8AC3E}">
        <p14:creationId xmlns:p14="http://schemas.microsoft.com/office/powerpoint/2010/main" val="2423332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15950" y="701675"/>
            <a:ext cx="3995738" cy="2247900"/>
          </a:xfrm>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6C23E295-A1A5-4488-BC09-D942F81F4A15}" type="slidenum">
              <a:rPr lang="nl-BE" smtClean="0"/>
              <a:t>1</a:t>
            </a:fld>
            <a:endParaRPr lang="nl-BE"/>
          </a:p>
        </p:txBody>
      </p:sp>
    </p:spTree>
    <p:extLst>
      <p:ext uri="{BB962C8B-B14F-4D97-AF65-F5344CB8AC3E}">
        <p14:creationId xmlns:p14="http://schemas.microsoft.com/office/powerpoint/2010/main" val="487023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15950" y="701675"/>
            <a:ext cx="3995738" cy="2247900"/>
          </a:xfrm>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6C23E295-A1A5-4488-BC09-D942F81F4A15}" type="slidenum">
              <a:rPr lang="nl-BE" smtClean="0"/>
              <a:t>2</a:t>
            </a:fld>
            <a:endParaRPr lang="nl-BE"/>
          </a:p>
        </p:txBody>
      </p:sp>
    </p:spTree>
    <p:extLst>
      <p:ext uri="{BB962C8B-B14F-4D97-AF65-F5344CB8AC3E}">
        <p14:creationId xmlns:p14="http://schemas.microsoft.com/office/powerpoint/2010/main" val="233959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15950" y="701675"/>
            <a:ext cx="3995738" cy="2247900"/>
          </a:xfrm>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6C23E295-A1A5-4488-BC09-D942F81F4A15}" type="slidenum">
              <a:rPr lang="nl-BE" smtClean="0"/>
              <a:t>3</a:t>
            </a:fld>
            <a:endParaRPr lang="nl-BE"/>
          </a:p>
        </p:txBody>
      </p:sp>
    </p:spTree>
    <p:extLst>
      <p:ext uri="{BB962C8B-B14F-4D97-AF65-F5344CB8AC3E}">
        <p14:creationId xmlns:p14="http://schemas.microsoft.com/office/powerpoint/2010/main" val="637425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15950" y="701675"/>
            <a:ext cx="3995738" cy="2247900"/>
          </a:xfrm>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6C23E295-A1A5-4488-BC09-D942F81F4A15}" type="slidenum">
              <a:rPr lang="nl-BE" smtClean="0"/>
              <a:t>4</a:t>
            </a:fld>
            <a:endParaRPr lang="nl-BE"/>
          </a:p>
        </p:txBody>
      </p:sp>
    </p:spTree>
    <p:extLst>
      <p:ext uri="{BB962C8B-B14F-4D97-AF65-F5344CB8AC3E}">
        <p14:creationId xmlns:p14="http://schemas.microsoft.com/office/powerpoint/2010/main" val="4203342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15950" y="701675"/>
            <a:ext cx="3995738" cy="2247900"/>
          </a:xfrm>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6C23E295-A1A5-4488-BC09-D942F81F4A15}" type="slidenum">
              <a:rPr lang="nl-BE" smtClean="0"/>
              <a:t>5</a:t>
            </a:fld>
            <a:endParaRPr lang="nl-BE"/>
          </a:p>
        </p:txBody>
      </p:sp>
    </p:spTree>
    <p:extLst>
      <p:ext uri="{BB962C8B-B14F-4D97-AF65-F5344CB8AC3E}">
        <p14:creationId xmlns:p14="http://schemas.microsoft.com/office/powerpoint/2010/main" val="2632500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15950" y="701675"/>
            <a:ext cx="3995738" cy="2247900"/>
          </a:xfrm>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6C23E295-A1A5-4488-BC09-D942F81F4A15}" type="slidenum">
              <a:rPr lang="nl-BE" smtClean="0"/>
              <a:t>6</a:t>
            </a:fld>
            <a:endParaRPr lang="nl-BE"/>
          </a:p>
        </p:txBody>
      </p:sp>
    </p:spTree>
    <p:extLst>
      <p:ext uri="{BB962C8B-B14F-4D97-AF65-F5344CB8AC3E}">
        <p14:creationId xmlns:p14="http://schemas.microsoft.com/office/powerpoint/2010/main" val="21924601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15950" y="701675"/>
            <a:ext cx="3995738" cy="2247900"/>
          </a:xfrm>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6C23E295-A1A5-4488-BC09-D942F81F4A15}" type="slidenum">
              <a:rPr lang="nl-BE" smtClean="0"/>
              <a:t>12</a:t>
            </a:fld>
            <a:endParaRPr lang="nl-BE"/>
          </a:p>
        </p:txBody>
      </p:sp>
    </p:spTree>
    <p:extLst>
      <p:ext uri="{BB962C8B-B14F-4D97-AF65-F5344CB8AC3E}">
        <p14:creationId xmlns:p14="http://schemas.microsoft.com/office/powerpoint/2010/main" val="32136427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15950" y="701675"/>
            <a:ext cx="3995738" cy="2247900"/>
          </a:xfrm>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6C23E295-A1A5-4488-BC09-D942F81F4A15}" type="slidenum">
              <a:rPr lang="nl-BE" smtClean="0"/>
              <a:t>16</a:t>
            </a:fld>
            <a:endParaRPr lang="nl-BE"/>
          </a:p>
        </p:txBody>
      </p:sp>
    </p:spTree>
    <p:extLst>
      <p:ext uri="{BB962C8B-B14F-4D97-AF65-F5344CB8AC3E}">
        <p14:creationId xmlns:p14="http://schemas.microsoft.com/office/powerpoint/2010/main" val="1390138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15950" y="701675"/>
            <a:ext cx="3995738" cy="2247900"/>
          </a:xfrm>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6C23E295-A1A5-4488-BC09-D942F81F4A15}" type="slidenum">
              <a:rPr lang="nl-BE" smtClean="0"/>
              <a:t>18</a:t>
            </a:fld>
            <a:endParaRPr lang="nl-BE"/>
          </a:p>
        </p:txBody>
      </p:sp>
    </p:spTree>
    <p:extLst>
      <p:ext uri="{BB962C8B-B14F-4D97-AF65-F5344CB8AC3E}">
        <p14:creationId xmlns:p14="http://schemas.microsoft.com/office/powerpoint/2010/main" val="3306825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15950" y="701675"/>
            <a:ext cx="3995738" cy="2247900"/>
          </a:xfrm>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6C23E295-A1A5-4488-BC09-D942F81F4A15}" type="slidenum">
              <a:rPr lang="nl-BE" smtClean="0"/>
              <a:t>24</a:t>
            </a:fld>
            <a:endParaRPr lang="nl-BE"/>
          </a:p>
        </p:txBody>
      </p:sp>
    </p:spTree>
    <p:extLst>
      <p:ext uri="{BB962C8B-B14F-4D97-AF65-F5344CB8AC3E}">
        <p14:creationId xmlns:p14="http://schemas.microsoft.com/office/powerpoint/2010/main" val="584980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15950" y="701675"/>
            <a:ext cx="3995738" cy="2247900"/>
          </a:xfrm>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6C23E295-A1A5-4488-BC09-D942F81F4A15}" type="slidenum">
              <a:rPr lang="nl-BE" smtClean="0"/>
              <a:t>27</a:t>
            </a:fld>
            <a:endParaRPr lang="nl-BE"/>
          </a:p>
        </p:txBody>
      </p:sp>
    </p:spTree>
    <p:extLst>
      <p:ext uri="{BB962C8B-B14F-4D97-AF65-F5344CB8AC3E}">
        <p14:creationId xmlns:p14="http://schemas.microsoft.com/office/powerpoint/2010/main" val="161443202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1.xml"/><Relationship Id="rId6" Type="http://schemas.openxmlformats.org/officeDocument/2006/relationships/image" Target="../media/image5.JPG"/><Relationship Id="rId11" Type="http://schemas.openxmlformats.org/officeDocument/2006/relationships/image" Target="../media/image8.jpeg"/><Relationship Id="rId5" Type="http://schemas.openxmlformats.org/officeDocument/2006/relationships/image" Target="../media/image4.JPG"/><Relationship Id="rId10" Type="http://schemas.openxmlformats.org/officeDocument/2006/relationships/image" Target="../media/image7.JPG"/><Relationship Id="rId4" Type="http://schemas.openxmlformats.org/officeDocument/2006/relationships/hyperlink" Target="https://www.flickr.com/photos/howestbe/albums" TargetMode="External"/><Relationship Id="rId9" Type="http://schemas.openxmlformats.org/officeDocument/2006/relationships/hyperlink" Target="https://studenthowest.sharepoint.com/sites/staff/COMM/SitePages/Huisstijl.aspx"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2.xml"/><Relationship Id="rId6" Type="http://schemas.openxmlformats.org/officeDocument/2006/relationships/image" Target="../media/image5.JPG"/><Relationship Id="rId11" Type="http://schemas.openxmlformats.org/officeDocument/2006/relationships/image" Target="../media/image8.jpeg"/><Relationship Id="rId5" Type="http://schemas.openxmlformats.org/officeDocument/2006/relationships/image" Target="../media/image4.JPG"/><Relationship Id="rId10" Type="http://schemas.openxmlformats.org/officeDocument/2006/relationships/image" Target="../media/image7.JPG"/><Relationship Id="rId4" Type="http://schemas.openxmlformats.org/officeDocument/2006/relationships/hyperlink" Target="https://www.flickr.com/photos/howestbe/albums" TargetMode="External"/><Relationship Id="rId9" Type="http://schemas.openxmlformats.org/officeDocument/2006/relationships/hyperlink" Target="https://start.howest.be/StrategieCommunicatie/Communicatie" TargetMode="Externa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jp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jp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jp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jpg"/><Relationship Id="rId1" Type="http://schemas.openxmlformats.org/officeDocument/2006/relationships/slideMaster" Target="../slideMasters/slideMaster2.xml"/><Relationship Id="rId4" Type="http://schemas.openxmlformats.org/officeDocument/2006/relationships/image" Target="../media/image16.sv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3.xml"/><Relationship Id="rId6" Type="http://schemas.openxmlformats.org/officeDocument/2006/relationships/image" Target="../media/image5.JPG"/><Relationship Id="rId11" Type="http://schemas.openxmlformats.org/officeDocument/2006/relationships/image" Target="../media/image8.jpeg"/><Relationship Id="rId5" Type="http://schemas.openxmlformats.org/officeDocument/2006/relationships/image" Target="../media/image4.JPG"/><Relationship Id="rId10" Type="http://schemas.openxmlformats.org/officeDocument/2006/relationships/image" Target="../media/image7.JPG"/><Relationship Id="rId4" Type="http://schemas.openxmlformats.org/officeDocument/2006/relationships/hyperlink" Target="https://www.flickr.com/photos/howestbe/albums" TargetMode="External"/><Relationship Id="rId9" Type="http://schemas.openxmlformats.org/officeDocument/2006/relationships/hyperlink" Target="https://start.howest.be/StrategieCommunicatie/Communicatie" TargetMode="Externa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Info slide</a:t>
            </a:r>
            <a:endParaRPr lang="en-US" sz="2000" b="1" dirty="0">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userDrawn="1"/>
        </p:nvSpPr>
        <p:spPr>
          <a:xfrm>
            <a:off x="9701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invoegen</a:t>
            </a:r>
            <a:endParaRPr lang="en-US" sz="1400" b="1" dirty="0">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userDrawn="1"/>
        </p:nvCxnSpPr>
        <p:spPr>
          <a:xfrm>
            <a:off x="1031435" y="2201606"/>
            <a:ext cx="2670818"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userDrawn="1"/>
        </p:nvSpPr>
        <p:spPr>
          <a:xfrm>
            <a:off x="956335" y="2280453"/>
            <a:ext cx="2752302" cy="861774"/>
          </a:xfrm>
          <a:prstGeom prst="rect">
            <a:avLst/>
          </a:prstGeom>
          <a:noFill/>
        </p:spPr>
        <p:txBody>
          <a:bodyPr wrap="square" rtlCol="0">
            <a:spAutoFit/>
          </a:bodyPr>
          <a:lstStyle/>
          <a:p>
            <a:r>
              <a:rPr lang="nl-NL" sz="1000" dirty="0">
                <a:latin typeface="+mn-lt"/>
                <a:cs typeface="Arial" panose="020B0604020202020204" pitchFamily="34" charset="0"/>
              </a:rPr>
              <a:t>Klik op het pictogram dat vervolgens verschijnt om een afbeelding in te voegen.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Voor </a:t>
            </a:r>
            <a:r>
              <a:rPr lang="nl-NL" sz="1000" dirty="0" err="1">
                <a:latin typeface="+mn-lt"/>
                <a:cs typeface="Arial" panose="020B0604020202020204" pitchFamily="34" charset="0"/>
              </a:rPr>
              <a:t>copy+paste</a:t>
            </a:r>
            <a:r>
              <a:rPr lang="nl-NL" sz="1000" dirty="0">
                <a:latin typeface="+mn-lt"/>
                <a:cs typeface="Arial" panose="020B0604020202020204" pitchFamily="34" charset="0"/>
              </a:rPr>
              <a:t> commando:</a:t>
            </a:r>
          </a:p>
          <a:p>
            <a:r>
              <a:rPr lang="nl-NL" sz="1000" dirty="0">
                <a:latin typeface="+mn-lt"/>
                <a:cs typeface="Arial" panose="020B0604020202020204" pitchFamily="34" charset="0"/>
              </a:rPr>
              <a:t>Selecteer de </a:t>
            </a:r>
            <a:r>
              <a:rPr lang="nl-NL" sz="1000" dirty="0" err="1">
                <a:latin typeface="+mn-lt"/>
                <a:cs typeface="Arial" panose="020B0604020202020204" pitchFamily="34" charset="0"/>
              </a:rPr>
              <a:t>placeholder</a:t>
            </a:r>
            <a:r>
              <a:rPr lang="nl-NL" sz="1000" dirty="0">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userDrawn="1"/>
        </p:nvSpPr>
        <p:spPr>
          <a:xfrm>
            <a:off x="954849" y="3216398"/>
            <a:ext cx="2731369" cy="1015663"/>
          </a:xfrm>
          <a:prstGeom prst="rect">
            <a:avLst/>
          </a:prstGeom>
          <a:noFill/>
        </p:spPr>
        <p:txBody>
          <a:bodyPr wrap="square" rtlCol="0">
            <a:spAutoFit/>
          </a:bodyPr>
          <a:lstStyle/>
          <a:p>
            <a:r>
              <a:rPr lang="nl-NL" sz="1000" dirty="0">
                <a:latin typeface="+mn-lt"/>
                <a:cs typeface="Arial" panose="020B0604020202020204" pitchFamily="34" charset="0"/>
              </a:rPr>
              <a:t>Wanneer je de afbeelding wilt schalen of verslepen, ga dan naar </a:t>
            </a:r>
          </a:p>
          <a:p>
            <a:r>
              <a:rPr lang="nl-NL" sz="1000" b="1" dirty="0">
                <a:latin typeface="+mn-lt"/>
                <a:cs typeface="Arial" panose="020B0604020202020204" pitchFamily="34" charset="0"/>
              </a:rPr>
              <a:t>‘Hulpmiddelen voor afbeeldingen’ </a:t>
            </a:r>
          </a:p>
          <a:p>
            <a:r>
              <a:rPr lang="nl-NL" sz="1000" dirty="0">
                <a:latin typeface="+mn-lt"/>
                <a:cs typeface="Arial" panose="020B0604020202020204" pitchFamily="34" charset="0"/>
              </a:rPr>
              <a:t>en klik op </a:t>
            </a:r>
            <a:r>
              <a:rPr lang="nl-NL" sz="1000" b="1" dirty="0">
                <a:latin typeface="+mn-lt"/>
                <a:cs typeface="Arial" panose="020B0604020202020204" pitchFamily="34" charset="0"/>
              </a:rPr>
              <a:t>‘Bijsnijden’. </a:t>
            </a:r>
            <a:r>
              <a:rPr lang="nl-NL" sz="1000" dirty="0">
                <a:latin typeface="+mn-lt"/>
                <a:cs typeface="Arial" panose="020B0604020202020204" pitchFamily="34" charset="0"/>
              </a:rPr>
              <a:t>Met de witte bolletjes schaal je de afbeelding, met de zwarte haakjes schaal je het afbeeldingskader. </a:t>
            </a:r>
            <a:endParaRPr lang="en-US" sz="1000" dirty="0">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82241" y="3264214"/>
            <a:ext cx="271463"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userDrawn="1"/>
        </p:nvSpPr>
        <p:spPr>
          <a:xfrm>
            <a:off x="3739472" y="3659037"/>
            <a:ext cx="2785649" cy="553998"/>
          </a:xfrm>
          <a:prstGeom prst="rect">
            <a:avLst/>
          </a:prstGeom>
          <a:noFill/>
        </p:spPr>
        <p:txBody>
          <a:bodyPr wrap="square" rtlCol="0">
            <a:spAutoFit/>
          </a:bodyPr>
          <a:lstStyle/>
          <a:p>
            <a:r>
              <a:rPr lang="nl-NL" sz="1000" dirty="0">
                <a:latin typeface="+mn-lt"/>
                <a:cs typeface="Arial" panose="020B0604020202020204" pitchFamily="34" charset="0"/>
              </a:rPr>
              <a:t>Howest stock Afbeeldingen kan je downloaden op</a:t>
            </a:r>
          </a:p>
          <a:p>
            <a:r>
              <a:rPr lang="nl-NL" sz="1000" dirty="0">
                <a:latin typeface="+mn-lt"/>
                <a:cs typeface="Arial" panose="020B0604020202020204" pitchFamily="34" charset="0"/>
              </a:rPr>
              <a:t> </a:t>
            </a:r>
            <a:r>
              <a:rPr lang="nl-BE" sz="1000" dirty="0">
                <a:latin typeface="+mn-lt"/>
                <a:hlinkClick r:id="rId4"/>
              </a:rPr>
              <a:t>https://www.flickr.com/photos/howestbe/albums</a:t>
            </a:r>
            <a:endParaRPr lang="nl-NL" sz="1000" dirty="0">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userDrawn="1"/>
        </p:nvSpPr>
        <p:spPr>
          <a:xfrm>
            <a:off x="3744719"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optimaliseren</a:t>
            </a:r>
            <a:endParaRPr lang="en-US" sz="1400" b="1" dirty="0">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userDrawn="1"/>
        </p:nvCxnSpPr>
        <p:spPr>
          <a:xfrm>
            <a:off x="3843206" y="2214279"/>
            <a:ext cx="2650606"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userDrawn="1"/>
        </p:nvSpPr>
        <p:spPr>
          <a:xfrm>
            <a:off x="3743234" y="2275074"/>
            <a:ext cx="2737877" cy="1323439"/>
          </a:xfrm>
          <a:prstGeom prst="rect">
            <a:avLst/>
          </a:prstGeom>
          <a:noFill/>
        </p:spPr>
        <p:txBody>
          <a:bodyPr wrap="square" rtlCol="0">
            <a:spAutoFit/>
          </a:bodyPr>
          <a:lstStyle/>
          <a:p>
            <a:r>
              <a:rPr lang="nl-NL" sz="1000" dirty="0">
                <a:latin typeface="+mn-lt"/>
                <a:cs typeface="Arial" panose="020B0604020202020204" pitchFamily="34" charset="0"/>
              </a:rPr>
              <a:t>Afbeeldingen maken je PPT vaak heel groot, indien nodig kan je ze comprimeren door ze te selecteren naar </a:t>
            </a:r>
            <a:r>
              <a:rPr lang="nl-NL" sz="1000" b="1" dirty="0">
                <a:latin typeface="+mn-lt"/>
                <a:cs typeface="Arial" panose="020B0604020202020204" pitchFamily="34" charset="0"/>
              </a:rPr>
              <a:t>opmaak</a:t>
            </a:r>
            <a:r>
              <a:rPr lang="nl-NL" sz="1000" dirty="0">
                <a:latin typeface="+mn-lt"/>
                <a:cs typeface="Arial" panose="020B0604020202020204" pitchFamily="34" charset="0"/>
              </a:rPr>
              <a:t> te gaan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Daar kan je volgende optie vinden:</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56559" y="3117812"/>
            <a:ext cx="1685925" cy="219075"/>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userDrawn="1"/>
        </p:nvSpPr>
        <p:spPr>
          <a:xfrm>
            <a:off x="9297501"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Gebruik iconen /logo`s</a:t>
            </a:r>
            <a:endParaRPr lang="en-US" sz="1400" b="1" dirty="0">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userDrawn="1"/>
        </p:nvSpPr>
        <p:spPr>
          <a:xfrm>
            <a:off x="9293556" y="2260350"/>
            <a:ext cx="2788533" cy="1631216"/>
          </a:xfrm>
          <a:prstGeom prst="rect">
            <a:avLst/>
          </a:prstGeom>
          <a:noFill/>
        </p:spPr>
        <p:txBody>
          <a:bodyPr wrap="square" rtlCol="0">
            <a:spAutoFit/>
          </a:bodyPr>
          <a:lstStyle/>
          <a:p>
            <a:r>
              <a:rPr lang="nl-NL" sz="1000" dirty="0">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 </a:t>
            </a:r>
            <a:r>
              <a:rPr lang="nl-NL" sz="1000" b="1" dirty="0">
                <a:latin typeface="+mn-lt"/>
                <a:cs typeface="Arial" panose="020B0604020202020204" pitchFamily="34" charset="0"/>
              </a:rPr>
              <a:t>Sleep hiervoor aan de witte bolletjes op de hoeken maar hou SHIFT ingedrukt</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userDrawn="1"/>
        </p:nvSpPr>
        <p:spPr>
          <a:xfrm>
            <a:off x="6519002" y="5696112"/>
            <a:ext cx="2376264" cy="523220"/>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Aanpassen datum en voettekst</a:t>
            </a:r>
            <a:endParaRPr lang="en-US" sz="1400" b="1" dirty="0">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userDrawn="1"/>
        </p:nvSpPr>
        <p:spPr>
          <a:xfrm>
            <a:off x="6510860" y="6436655"/>
            <a:ext cx="2759700" cy="1938992"/>
          </a:xfrm>
          <a:prstGeom prst="rect">
            <a:avLst/>
          </a:prstGeom>
          <a:noFill/>
        </p:spPr>
        <p:txBody>
          <a:bodyPr wrap="square" rtlCol="0">
            <a:spAutoFit/>
          </a:bodyPr>
          <a:lstStyle/>
          <a:p>
            <a:r>
              <a:rPr lang="nl-NL" sz="1000" dirty="0">
                <a:latin typeface="+mn-lt"/>
                <a:cs typeface="Arial" panose="020B0604020202020204" pitchFamily="34" charset="0"/>
              </a:rPr>
              <a:t>Pas de voettekst niet rechtstreeks aan maar ga via invoegen en klik op:</a:t>
            </a: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r>
              <a:rPr lang="nl-NL" sz="1000" b="0" dirty="0">
                <a:latin typeface="+mn-lt"/>
                <a:cs typeface="Arial" panose="020B0604020202020204" pitchFamily="34" charset="0"/>
              </a:rPr>
              <a:t>Daar kan je deze aanpassen en toepassen op de slide of op alle slides.</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693592" y="6936447"/>
            <a:ext cx="527417" cy="57464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userDrawn="1"/>
        </p:nvSpPr>
        <p:spPr>
          <a:xfrm>
            <a:off x="14860914" y="7140510"/>
            <a:ext cx="2752302" cy="707886"/>
          </a:xfrm>
          <a:prstGeom prst="rect">
            <a:avLst/>
          </a:prstGeom>
          <a:noFill/>
        </p:spPr>
        <p:txBody>
          <a:bodyPr wrap="square" rtlCol="0">
            <a:spAutoFit/>
          </a:bodyPr>
          <a:lstStyle/>
          <a:p>
            <a:r>
              <a:rPr lang="nl-NL" sz="1000" dirty="0">
                <a:latin typeface="+mn-lt"/>
                <a:cs typeface="Arial" panose="020B0604020202020204" pitchFamily="34" charset="0"/>
              </a:rPr>
              <a:t>Indien je per ongeluk elementen verschoven hebt in de </a:t>
            </a:r>
            <a:r>
              <a:rPr lang="nl-NL" sz="1000" dirty="0" err="1">
                <a:latin typeface="+mn-lt"/>
                <a:cs typeface="Arial" panose="020B0604020202020204" pitchFamily="34" charset="0"/>
              </a:rPr>
              <a:t>layout</a:t>
            </a:r>
            <a:r>
              <a:rPr lang="nl-NL" sz="1000" dirty="0">
                <a:latin typeface="+mn-lt"/>
                <a:cs typeface="Arial" panose="020B0604020202020204" pitchFamily="34" charset="0"/>
              </a:rPr>
              <a:t>, pas opnieuw de juiste template toe:</a:t>
            </a:r>
          </a:p>
          <a:p>
            <a:endParaRPr lang="nl-NL" sz="1000" b="1" dirty="0">
              <a:latin typeface="+mn-lt"/>
              <a:cs typeface="Arial" panose="020B0604020202020204" pitchFamily="34" charset="0"/>
            </a:endParaRPr>
          </a:p>
          <a:p>
            <a:r>
              <a:rPr lang="nl-NL" sz="1000" b="1" dirty="0">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userDrawn="1"/>
        </p:nvSpPr>
        <p:spPr>
          <a:xfrm>
            <a:off x="14856440" y="640785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Reset </a:t>
            </a:r>
            <a:r>
              <a:rPr lang="nl-NL" sz="1400" b="1" dirty="0" err="1">
                <a:solidFill>
                  <a:schemeClr val="tx2"/>
                </a:solidFill>
                <a:latin typeface="+mn-lt"/>
                <a:cs typeface="Arial" panose="020B0604020202020204" pitchFamily="34" charset="0"/>
              </a:rPr>
              <a:t>layout</a:t>
            </a:r>
            <a:endParaRPr lang="en-US" sz="1400" b="1" dirty="0">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userDrawn="1"/>
        </p:nvCxnSpPr>
        <p:spPr>
          <a:xfrm>
            <a:off x="14941583" y="7080206"/>
            <a:ext cx="2658217"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userDrawn="1"/>
        </p:nvSpPr>
        <p:spPr>
          <a:xfrm>
            <a:off x="998692" y="825823"/>
            <a:ext cx="11377048" cy="677108"/>
          </a:xfrm>
          <a:prstGeom prst="rect">
            <a:avLst/>
          </a:prstGeom>
          <a:noFill/>
        </p:spPr>
        <p:txBody>
          <a:bodyPr wrap="square" lIns="0" tIns="0" rIns="0" bIns="0" rtlCol="0">
            <a:spAutoFit/>
          </a:bodyPr>
          <a:lstStyle/>
          <a:p>
            <a:r>
              <a:rPr lang="nl-NL" sz="4400" dirty="0">
                <a:latin typeface="Arial Rounded MT Bold" panose="020F0704030504030204" pitchFamily="34" charset="0"/>
              </a:rPr>
              <a:t>Gebruik Howest template </a:t>
            </a:r>
            <a:r>
              <a:rPr lang="nl-NL" sz="1100" dirty="0">
                <a:latin typeface="Arial Rounded MT Bold" panose="020F0704030504030204" pitchFamily="34" charset="0"/>
              </a:rPr>
              <a:t>versie 2.0</a:t>
            </a:r>
            <a:endParaRPr lang="nl-BE" sz="1100" dirty="0">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userDrawn="1"/>
        </p:nvSpPr>
        <p:spPr>
          <a:xfrm>
            <a:off x="65270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Tekst niveaus</a:t>
            </a:r>
            <a:endParaRPr lang="en-US" sz="1400" b="1" dirty="0">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userDrawn="1"/>
        </p:nvSpPr>
        <p:spPr>
          <a:xfrm>
            <a:off x="6525467" y="2250825"/>
            <a:ext cx="2766076" cy="400110"/>
          </a:xfrm>
          <a:prstGeom prst="rect">
            <a:avLst/>
          </a:prstGeom>
          <a:noFill/>
        </p:spPr>
        <p:txBody>
          <a:bodyPr wrap="square" rtlCol="0">
            <a:spAutoFit/>
          </a:bodyPr>
          <a:lstStyle/>
          <a:p>
            <a:r>
              <a:rPr lang="nl-BE" sz="1000" dirty="0"/>
              <a:t>Titelfont is </a:t>
            </a:r>
            <a:r>
              <a:rPr lang="nl-BE" sz="1000" dirty="0" err="1"/>
              <a:t>Arial</a:t>
            </a:r>
            <a:r>
              <a:rPr lang="nl-BE" sz="1000" dirty="0"/>
              <a:t> </a:t>
            </a:r>
            <a:r>
              <a:rPr lang="nl-BE" sz="1000" dirty="0" err="1"/>
              <a:t>Rounded</a:t>
            </a:r>
            <a:r>
              <a:rPr lang="nl-BE" sz="1000" dirty="0"/>
              <a:t> MT </a:t>
            </a:r>
            <a:r>
              <a:rPr lang="nl-BE" sz="1000" dirty="0" err="1"/>
              <a:t>Bold</a:t>
            </a:r>
            <a:endParaRPr lang="nl-BE" sz="1000" dirty="0"/>
          </a:p>
          <a:p>
            <a:r>
              <a:rPr lang="en-US" sz="1000" dirty="0" err="1"/>
              <a:t>Daarnaast</a:t>
            </a:r>
            <a:r>
              <a:rPr lang="en-US" sz="1000" dirty="0"/>
              <a:t> </a:t>
            </a:r>
            <a:r>
              <a:rPr lang="en-US" sz="1000" dirty="0" err="1"/>
              <a:t>voor</a:t>
            </a:r>
            <a:r>
              <a:rPr lang="en-US" sz="1000" dirty="0"/>
              <a:t> </a:t>
            </a:r>
            <a:r>
              <a:rPr lang="en-US" sz="1000" dirty="0" err="1"/>
              <a:t>tekst</a:t>
            </a:r>
            <a:r>
              <a:rPr lang="en-US" sz="1000" dirty="0"/>
              <a:t> Calibri </a:t>
            </a:r>
            <a:r>
              <a:rPr lang="en-US" sz="1000" dirty="0" err="1"/>
              <a:t>gebruiken</a:t>
            </a:r>
            <a:endParaRPr lang="en-US" sz="1000" dirty="0"/>
          </a:p>
        </p:txBody>
      </p:sp>
      <p:sp>
        <p:nvSpPr>
          <p:cNvPr id="66" name="TextBox 15">
            <a:extLst>
              <a:ext uri="{FF2B5EF4-FFF2-40B4-BE49-F238E27FC236}">
                <a16:creationId xmlns:a16="http://schemas.microsoft.com/office/drawing/2014/main" id="{B726A7B0-FC55-4FD2-B93B-47F52DFE16C4}"/>
              </a:ext>
            </a:extLst>
          </p:cNvPr>
          <p:cNvSpPr txBox="1"/>
          <p:nvPr userDrawn="1"/>
        </p:nvSpPr>
        <p:spPr>
          <a:xfrm>
            <a:off x="6512729" y="2952175"/>
            <a:ext cx="1376953" cy="246221"/>
          </a:xfrm>
          <a:prstGeom prst="rect">
            <a:avLst/>
          </a:prstGeom>
          <a:noFill/>
        </p:spPr>
        <p:txBody>
          <a:bodyPr wrap="square" rtlCol="0">
            <a:spAutoFit/>
          </a:bodyPr>
          <a:lstStyle/>
          <a:p>
            <a:r>
              <a:rPr lang="nl-NL" sz="1000" b="1" dirty="0">
                <a:solidFill>
                  <a:schemeClr val="tx2"/>
                </a:solidFill>
                <a:latin typeface="Arial" panose="020B0604020202020204" pitchFamily="34" charset="0"/>
                <a:cs typeface="Arial" panose="020B0604020202020204" pitchFamily="34" charset="0"/>
              </a:rPr>
              <a:t>Tekstgroottes</a:t>
            </a:r>
            <a:endParaRPr lang="en-US" sz="1000" b="1" dirty="0">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userDrawn="1"/>
        </p:nvSpPr>
        <p:spPr>
          <a:xfrm>
            <a:off x="6869009" y="3752065"/>
            <a:ext cx="1854206" cy="246221"/>
          </a:xfrm>
          <a:prstGeom prst="rect">
            <a:avLst/>
          </a:prstGeom>
          <a:noFill/>
        </p:spPr>
        <p:txBody>
          <a:bodyPr wrap="square" rtlCol="0">
            <a:spAutoFit/>
          </a:bodyPr>
          <a:lstStyle/>
          <a:p>
            <a:r>
              <a:rPr lang="nl-NL" sz="1000" dirty="0">
                <a:latin typeface="+mj-lt"/>
                <a:cs typeface="Arial" panose="020B0604020202020204" pitchFamily="34" charset="0"/>
              </a:rPr>
              <a:t>Platte tekst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userDrawn="1"/>
        </p:nvSpPr>
        <p:spPr>
          <a:xfrm>
            <a:off x="6866337" y="4021905"/>
            <a:ext cx="1854206" cy="246221"/>
          </a:xfrm>
          <a:prstGeom prst="rect">
            <a:avLst/>
          </a:prstGeom>
          <a:noFill/>
        </p:spPr>
        <p:txBody>
          <a:bodyPr wrap="square" rtlCol="0">
            <a:spAutoFit/>
          </a:bodyPr>
          <a:lstStyle/>
          <a:p>
            <a:pPr marL="171450" indent="-171450">
              <a:buFont typeface="Arial" panose="020B0604020202020204" pitchFamily="34" charset="0"/>
              <a:buChar char="•"/>
            </a:pPr>
            <a:r>
              <a:rPr lang="nl-NL" sz="1000" dirty="0" err="1">
                <a:latin typeface="+mj-lt"/>
                <a:cs typeface="Arial" panose="020B0604020202020204" pitchFamily="34" charset="0"/>
              </a:rPr>
              <a:t>Bullet</a:t>
            </a:r>
            <a:r>
              <a:rPr lang="nl-NL" sz="1000" dirty="0">
                <a:latin typeface="+mj-lt"/>
                <a:cs typeface="Arial" panose="020B0604020202020204" pitchFamily="34" charset="0"/>
              </a:rPr>
              <a: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userDrawn="1"/>
        </p:nvSpPr>
        <p:spPr>
          <a:xfrm>
            <a:off x="6952508" y="4321748"/>
            <a:ext cx="1693619" cy="246221"/>
          </a:xfrm>
          <a:prstGeom prst="rect">
            <a:avLst/>
          </a:prstGeom>
          <a:noFill/>
        </p:spPr>
        <p:txBody>
          <a:bodyPr wrap="square" rtlCol="0">
            <a:spAutoFit/>
          </a:bodyPr>
          <a:lstStyle/>
          <a:p>
            <a:pPr marL="360363" lvl="1" indent="-180975">
              <a:buFont typeface="Arial" panose="020B0604020202020204" pitchFamily="34" charset="0"/>
              <a:buChar char="•"/>
            </a:pPr>
            <a:r>
              <a:rPr lang="nl-NL" sz="1000" dirty="0">
                <a:latin typeface="+mj-lt"/>
                <a:cs typeface="Arial" panose="020B0604020202020204" pitchFamily="34" charset="0"/>
              </a:rPr>
              <a:t>Sub </a:t>
            </a:r>
            <a:r>
              <a:rPr lang="nl-NL" sz="1000" dirty="0" err="1">
                <a:latin typeface="+mj-lt"/>
                <a:cs typeface="Arial" panose="020B0604020202020204" pitchFamily="34" charset="0"/>
              </a:rPr>
              <a:t>Bullet</a:t>
            </a:r>
            <a:r>
              <a:rPr lang="nl-NL" sz="1000" dirty="0">
                <a:latin typeface="+mj-lt"/>
                <a:cs typeface="Arial" panose="020B0604020202020204" pitchFamily="34" charset="0"/>
              </a:rPr>
              <a:t> (30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userDrawn="1"/>
        </p:nvSpPr>
        <p:spPr>
          <a:xfrm>
            <a:off x="6952508" y="4628174"/>
            <a:ext cx="1693619" cy="246221"/>
          </a:xfrm>
          <a:prstGeom prst="rect">
            <a:avLst/>
          </a:prstGeom>
          <a:noFill/>
        </p:spPr>
        <p:txBody>
          <a:bodyPr wrap="square" rtlCol="0">
            <a:spAutoFit/>
          </a:bodyPr>
          <a:lstStyle/>
          <a:p>
            <a:r>
              <a:rPr lang="nl-NL" sz="1000" b="1" dirty="0">
                <a:solidFill>
                  <a:schemeClr val="tx2"/>
                </a:solidFill>
                <a:latin typeface="+mj-lt"/>
                <a:cs typeface="Arial" panose="020B0604020202020204" pitchFamily="34" charset="0"/>
              </a:rPr>
              <a:t>Kopje (24 </a:t>
            </a:r>
            <a:r>
              <a:rPr lang="nl-NL" sz="1000" b="1" dirty="0" err="1">
                <a:solidFill>
                  <a:schemeClr val="tx2"/>
                </a:solidFill>
                <a:latin typeface="+mj-lt"/>
                <a:cs typeface="Arial" panose="020B0604020202020204" pitchFamily="34" charset="0"/>
              </a:rPr>
              <a:t>pt</a:t>
            </a:r>
            <a:r>
              <a:rPr lang="nl-NL" sz="1000" b="1" dirty="0">
                <a:solidFill>
                  <a:schemeClr val="tx2"/>
                </a:solidFill>
                <a:latin typeface="+mj-lt"/>
                <a:cs typeface="Arial" panose="020B0604020202020204" pitchFamily="34" charset="0"/>
              </a:rPr>
              <a:t>)</a:t>
            </a:r>
            <a:endParaRPr lang="en-US" sz="1000" b="1" dirty="0">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userDrawn="1"/>
        </p:nvSpPr>
        <p:spPr>
          <a:xfrm>
            <a:off x="6942268" y="4934969"/>
            <a:ext cx="1693619" cy="246221"/>
          </a:xfrm>
          <a:prstGeom prst="rect">
            <a:avLst/>
          </a:prstGeom>
          <a:noFill/>
        </p:spPr>
        <p:txBody>
          <a:bodyPr wrap="square" rtlCol="0">
            <a:spAutoFit/>
          </a:bodyPr>
          <a:lstStyle/>
          <a:p>
            <a:r>
              <a:rPr lang="nl-NL" sz="1000" i="1" dirty="0">
                <a:solidFill>
                  <a:schemeClr val="tx2"/>
                </a:solidFill>
                <a:latin typeface="+mj-lt"/>
                <a:cs typeface="Arial" panose="020B0604020202020204" pitchFamily="34" charset="0"/>
              </a:rPr>
              <a:t>Kopje (16 </a:t>
            </a:r>
            <a:r>
              <a:rPr lang="nl-NL" sz="1000" i="1" dirty="0" err="1">
                <a:solidFill>
                  <a:schemeClr val="tx2"/>
                </a:solidFill>
                <a:latin typeface="+mj-lt"/>
                <a:cs typeface="Arial" panose="020B0604020202020204" pitchFamily="34" charset="0"/>
              </a:rPr>
              <a:t>pt</a:t>
            </a:r>
            <a:r>
              <a:rPr lang="nl-NL" sz="1000" i="1" dirty="0">
                <a:solidFill>
                  <a:schemeClr val="tx2"/>
                </a:solidFill>
                <a:latin typeface="+mj-lt"/>
                <a:cs typeface="Arial" panose="020B0604020202020204" pitchFamily="34" charset="0"/>
              </a:rPr>
              <a:t>)</a:t>
            </a:r>
            <a:endParaRPr lang="en-US" sz="1000" i="1" dirty="0">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userDrawn="1"/>
        </p:nvGrpSpPr>
        <p:grpSpPr>
          <a:xfrm>
            <a:off x="6610470" y="3730564"/>
            <a:ext cx="288032" cy="276999"/>
            <a:chOff x="12492689" y="2721406"/>
            <a:chExt cx="288032" cy="276999"/>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1</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userDrawn="1"/>
        </p:nvGrpSpPr>
        <p:grpSpPr>
          <a:xfrm>
            <a:off x="6609883" y="4024410"/>
            <a:ext cx="288032" cy="276999"/>
            <a:chOff x="12492689" y="2721406"/>
            <a:chExt cx="288032" cy="276999"/>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2</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userDrawn="1"/>
        </p:nvGrpSpPr>
        <p:grpSpPr>
          <a:xfrm>
            <a:off x="6610470" y="4321748"/>
            <a:ext cx="288032" cy="276999"/>
            <a:chOff x="12492689" y="2721406"/>
            <a:chExt cx="288032" cy="276999"/>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3</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userDrawn="1"/>
        </p:nvGrpSpPr>
        <p:grpSpPr>
          <a:xfrm>
            <a:off x="6610470" y="4628174"/>
            <a:ext cx="288032" cy="276999"/>
            <a:chOff x="12492689" y="2721406"/>
            <a:chExt cx="288032" cy="276999"/>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4</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userDrawn="1"/>
        </p:nvGrpSpPr>
        <p:grpSpPr>
          <a:xfrm>
            <a:off x="6608159" y="4929162"/>
            <a:ext cx="288032" cy="276999"/>
            <a:chOff x="12492689" y="2721406"/>
            <a:chExt cx="288032" cy="276999"/>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5</a:t>
              </a:r>
              <a:endParaRPr lang="en-US" sz="1200" b="1" dirty="0">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userDrawn="1"/>
        </p:nvSpPr>
        <p:spPr>
          <a:xfrm>
            <a:off x="9300404" y="3609192"/>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Kaart aanpassen</a:t>
            </a:r>
            <a:endParaRPr lang="en-US" sz="1400" b="1" dirty="0">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userDrawn="1"/>
        </p:nvSpPr>
        <p:spPr>
          <a:xfrm>
            <a:off x="9310260" y="4349764"/>
            <a:ext cx="2770672" cy="861774"/>
          </a:xfrm>
          <a:prstGeom prst="rect">
            <a:avLst/>
          </a:prstGeom>
          <a:noFill/>
        </p:spPr>
        <p:txBody>
          <a:bodyPr wrap="square" rtlCol="0">
            <a:spAutoFit/>
          </a:bodyPr>
          <a:lstStyle/>
          <a:p>
            <a:r>
              <a:rPr lang="nl-NL" sz="1000" dirty="0">
                <a:latin typeface="+mn-lt"/>
                <a:cs typeface="Arial" panose="020B0604020202020204" pitchFamily="34" charset="0"/>
              </a:rPr>
              <a:t>Selecteer eerst de kaart en vervolgens het deel dat je wenst te kleuren. Klik naast de kaart om deze weer te verlaten.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Copier de </a:t>
            </a:r>
            <a:r>
              <a:rPr lang="nl-NL" sz="1000" dirty="0" err="1">
                <a:latin typeface="+mn-lt"/>
                <a:cs typeface="Arial" panose="020B0604020202020204" pitchFamily="34" charset="0"/>
              </a:rPr>
              <a:t>pushpin</a:t>
            </a:r>
            <a:r>
              <a:rPr lang="nl-NL" sz="1000" dirty="0">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userDrawn="1"/>
        </p:nvSpPr>
        <p:spPr>
          <a:xfrm>
            <a:off x="12086214" y="6390560"/>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Grafieken aanpassen</a:t>
            </a:r>
            <a:endParaRPr lang="en-US" sz="1400" b="1" dirty="0">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userDrawn="1"/>
        </p:nvSpPr>
        <p:spPr>
          <a:xfrm>
            <a:off x="12081034" y="7140986"/>
            <a:ext cx="2770671" cy="1323439"/>
          </a:xfrm>
          <a:prstGeom prst="rect">
            <a:avLst/>
          </a:prstGeom>
          <a:noFill/>
        </p:spPr>
        <p:txBody>
          <a:bodyPr wrap="square" rtlCol="0">
            <a:spAutoFit/>
          </a:bodyPr>
          <a:lstStyle/>
          <a:p>
            <a:r>
              <a:rPr lang="nl-NL" sz="1000" dirty="0">
                <a:latin typeface="+mn-lt"/>
                <a:cs typeface="Arial" panose="020B0604020202020204" pitchFamily="34" charset="0"/>
              </a:rPr>
              <a:t>Klik rechts op de grafiek en kies voor:</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userDrawn="1"/>
        </p:nvPicPr>
        <p:blipFill rotWithShape="1">
          <a:blip r:embed="rId7" cstate="email">
            <a:extLst>
              <a:ext uri="{28A0092B-C50C-407E-A947-70E740481C1C}">
                <a14:useLocalDpi xmlns:a14="http://schemas.microsoft.com/office/drawing/2010/main" val="0"/>
              </a:ext>
            </a:extLst>
          </a:blip>
          <a:srcRect/>
          <a:stretch/>
        </p:blipFill>
        <p:spPr>
          <a:xfrm>
            <a:off x="12821439" y="7457420"/>
            <a:ext cx="1345121" cy="247310"/>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userDrawn="1"/>
        </p:nvSpPr>
        <p:spPr>
          <a:xfrm>
            <a:off x="14856787" y="5038324"/>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Vragen of hulp</a:t>
            </a:r>
            <a:endParaRPr lang="en-US" sz="1400" b="1" dirty="0">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userDrawn="1"/>
        </p:nvSpPr>
        <p:spPr>
          <a:xfrm>
            <a:off x="14866311" y="5757113"/>
            <a:ext cx="2750175" cy="400110"/>
          </a:xfrm>
          <a:prstGeom prst="rect">
            <a:avLst/>
          </a:prstGeom>
          <a:noFill/>
        </p:spPr>
        <p:txBody>
          <a:bodyPr wrap="square" rtlCol="0">
            <a:spAutoFit/>
          </a:bodyPr>
          <a:lstStyle/>
          <a:p>
            <a:r>
              <a:rPr lang="nl-NL" sz="1000" dirty="0">
                <a:latin typeface="+mn-lt"/>
                <a:cs typeface="Arial" panose="020B0604020202020204" pitchFamily="34" charset="0"/>
              </a:rPr>
              <a:t>Contacteer de dienst communicatie of </a:t>
            </a:r>
            <a:r>
              <a:rPr lang="nl-NL" sz="1000" dirty="0">
                <a:latin typeface="+mn-lt"/>
                <a:cs typeface="Arial" panose="020B0604020202020204" pitchFamily="34" charset="0"/>
                <a:hlinkClick r:id="rId8"/>
              </a:rPr>
              <a:t>regis.le.roy@howest.be</a:t>
            </a:r>
            <a:r>
              <a:rPr lang="nl-NL" sz="1000" dirty="0">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userDrawn="1"/>
        </p:nvSpPr>
        <p:spPr>
          <a:xfrm>
            <a:off x="12094058" y="1530329"/>
            <a:ext cx="2376264" cy="307777"/>
          </a:xfrm>
          <a:prstGeom prst="rect">
            <a:avLst/>
          </a:prstGeom>
          <a:noFill/>
        </p:spPr>
        <p:txBody>
          <a:bodyPr wrap="square" rtlCol="0">
            <a:spAutoFit/>
          </a:bodyPr>
          <a:lstStyle/>
          <a:p>
            <a:r>
              <a:rPr lang="nl-NL" sz="1400" b="1" dirty="0" err="1">
                <a:solidFill>
                  <a:schemeClr val="tx2"/>
                </a:solidFill>
                <a:latin typeface="+mn-lt"/>
                <a:cs typeface="Arial" panose="020B0604020202020204" pitchFamily="34" charset="0"/>
              </a:rPr>
              <a:t>SmartArt</a:t>
            </a:r>
            <a:r>
              <a:rPr lang="nl-NL" sz="1400" b="1" dirty="0">
                <a:solidFill>
                  <a:schemeClr val="tx2"/>
                </a:solidFill>
                <a:latin typeface="+mn-lt"/>
                <a:cs typeface="Arial" panose="020B0604020202020204" pitchFamily="34" charset="0"/>
              </a:rPr>
              <a:t> aanpassen</a:t>
            </a:r>
            <a:endParaRPr lang="en-US" sz="1400" b="1" dirty="0">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userDrawn="1"/>
        </p:nvSpPr>
        <p:spPr>
          <a:xfrm>
            <a:off x="12084102" y="2250825"/>
            <a:ext cx="2770673" cy="1015663"/>
          </a:xfrm>
          <a:prstGeom prst="rect">
            <a:avLst/>
          </a:prstGeom>
          <a:noFill/>
        </p:spPr>
        <p:txBody>
          <a:bodyPr wrap="square" rtlCol="0">
            <a:spAutoFit/>
          </a:bodyPr>
          <a:lstStyle/>
          <a:p>
            <a:r>
              <a:rPr lang="nl-NL" sz="1000" dirty="0">
                <a:latin typeface="+mn-lt"/>
                <a:cs typeface="Arial" panose="020B0604020202020204" pitchFamily="34" charset="0"/>
              </a:rPr>
              <a:t>Copier de </a:t>
            </a:r>
            <a:r>
              <a:rPr lang="nl-NL" sz="1000" dirty="0" err="1">
                <a:latin typeface="+mn-lt"/>
                <a:cs typeface="Arial" panose="020B0604020202020204" pitchFamily="34" charset="0"/>
              </a:rPr>
              <a:t>smartart</a:t>
            </a:r>
            <a:r>
              <a:rPr lang="nl-NL" sz="1000" dirty="0">
                <a:latin typeface="+mn-lt"/>
                <a:cs typeface="Arial" panose="020B0604020202020204" pitchFamily="34" charset="0"/>
              </a:rPr>
              <a:t> naar de template je slide.</a:t>
            </a:r>
          </a:p>
          <a:p>
            <a:endParaRPr lang="nl-NL" sz="1000" dirty="0">
              <a:latin typeface="+mn-lt"/>
              <a:cs typeface="Arial" panose="020B0604020202020204" pitchFamily="34" charset="0"/>
            </a:endParaRPr>
          </a:p>
          <a:p>
            <a:r>
              <a:rPr lang="nl-NL" sz="1000" dirty="0">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userDrawn="1"/>
        </p:nvSpPr>
        <p:spPr>
          <a:xfrm>
            <a:off x="14856787" y="3659658"/>
            <a:ext cx="2759700" cy="707886"/>
          </a:xfrm>
          <a:prstGeom prst="rect">
            <a:avLst/>
          </a:prstGeom>
          <a:noFill/>
        </p:spPr>
        <p:txBody>
          <a:bodyPr wrap="square" rtlCol="0">
            <a:spAutoFit/>
          </a:bodyPr>
          <a:lstStyle/>
          <a:p>
            <a:r>
              <a:rPr lang="nl-BE" sz="1000" dirty="0">
                <a:latin typeface="+mn-lt"/>
                <a:cs typeface="Arial" panose="020B0604020202020204" pitchFamily="34" charset="0"/>
              </a:rPr>
              <a:t>Gelieve steeds de laatste versie af te halen van dit bestand! Via het intranet op </a:t>
            </a:r>
          </a:p>
          <a:p>
            <a:r>
              <a:rPr lang="nl-BE" sz="1000" dirty="0">
                <a:hlinkClick r:id="rId9"/>
              </a:rPr>
              <a:t>https://studenthowest.sharepoint.com/sites/staff/COMM/SitePages/Huisstijl.aspx</a:t>
            </a:r>
            <a:endParaRPr lang="nl-BE" sz="1000" dirty="0">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userDrawn="1"/>
        </p:nvSpPr>
        <p:spPr>
          <a:xfrm>
            <a:off x="14856787" y="295199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Over deze template</a:t>
            </a:r>
            <a:endParaRPr lang="en-US" sz="1400" b="1" dirty="0">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userDrawn="1"/>
        </p:nvSpPr>
        <p:spPr>
          <a:xfrm>
            <a:off x="9292223" y="5700406"/>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Kleuren</a:t>
            </a:r>
            <a:endParaRPr lang="en-US" sz="1400" b="1" dirty="0">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userDrawn="1"/>
        </p:nvCxnSpPr>
        <p:spPr>
          <a:xfrm>
            <a:off x="9395015" y="6373382"/>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userDrawn="1"/>
        </p:nvGrpSpPr>
        <p:grpSpPr>
          <a:xfrm>
            <a:off x="9402506" y="6426409"/>
            <a:ext cx="1871067" cy="1785104"/>
            <a:chOff x="15665503" y="2139926"/>
            <a:chExt cx="1871067" cy="1785104"/>
          </a:xfrm>
        </p:grpSpPr>
        <p:sp>
          <p:nvSpPr>
            <p:cNvPr id="103" name="Rechthoek 102">
              <a:extLst>
                <a:ext uri="{FF2B5EF4-FFF2-40B4-BE49-F238E27FC236}">
                  <a16:creationId xmlns:a16="http://schemas.microsoft.com/office/drawing/2014/main" id="{04E0274B-4A23-4599-8B39-A2CDABB5ECA3}"/>
                </a:ext>
              </a:extLst>
            </p:cNvPr>
            <p:cNvSpPr/>
            <p:nvPr userDrawn="1"/>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userDrawn="1"/>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userDrawn="1"/>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userDrawn="1"/>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userDrawn="1"/>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userDrawn="1"/>
          </p:nvSpPr>
          <p:spPr>
            <a:xfrm>
              <a:off x="15808378" y="2139926"/>
              <a:ext cx="1728192" cy="1785104"/>
            </a:xfrm>
            <a:prstGeom prst="rect">
              <a:avLst/>
            </a:prstGeom>
            <a:noFill/>
          </p:spPr>
          <p:txBody>
            <a:bodyPr wrap="square" rtlCol="0">
              <a:spAutoFit/>
            </a:bodyPr>
            <a:lstStyle/>
            <a:p>
              <a:pPr marL="0" indent="0" algn="l">
                <a:buFontTx/>
                <a:buNone/>
              </a:pPr>
              <a:r>
                <a:rPr lang="en-US" sz="1000" dirty="0"/>
                <a:t>H</a:t>
              </a:r>
              <a:r>
                <a:rPr lang="nl-BE" sz="1000" dirty="0" err="1"/>
                <a:t>oofdkleur</a:t>
              </a:r>
              <a:endParaRPr lang="nl-BE" sz="1000" dirty="0"/>
            </a:p>
            <a:p>
              <a:pPr marL="0" indent="0" algn="l">
                <a:buFontTx/>
                <a:buNone/>
              </a:pPr>
              <a:r>
                <a:rPr lang="nl-BE" sz="1000" dirty="0"/>
                <a:t>Blauw (RGB: 68,200,245)</a:t>
              </a:r>
            </a:p>
            <a:p>
              <a:pPr marL="0" indent="0">
                <a:buFontTx/>
                <a:buNone/>
              </a:pPr>
              <a:r>
                <a:rPr lang="en-US" sz="1000" dirty="0"/>
                <a:t>1</a:t>
              </a:r>
              <a:r>
                <a:rPr lang="en-US" sz="1000" baseline="30000" dirty="0"/>
                <a:t>ste </a:t>
              </a:r>
              <a:r>
                <a:rPr lang="nl-BE" sz="1000" dirty="0"/>
                <a:t> Tekstkleur </a:t>
              </a:r>
            </a:p>
            <a:p>
              <a:pPr marL="0" indent="0">
                <a:buFontTx/>
                <a:buNone/>
              </a:pPr>
              <a:r>
                <a:rPr lang="nl-BE" sz="1000" dirty="0"/>
                <a:t>Wit (RGB:255,255,255)</a:t>
              </a:r>
            </a:p>
            <a:p>
              <a:pPr marL="0" indent="0">
                <a:buFontTx/>
                <a:buNone/>
              </a:pPr>
              <a:r>
                <a:rPr lang="en-US" sz="1000" dirty="0"/>
                <a:t>2</a:t>
              </a:r>
              <a:r>
                <a:rPr lang="en-US" sz="1000" baseline="30000" dirty="0"/>
                <a:t>de</a:t>
              </a:r>
              <a:r>
                <a:rPr lang="en-US" sz="1000" dirty="0"/>
                <a:t>   </a:t>
              </a:r>
              <a:r>
                <a:rPr lang="en-US" sz="1000" dirty="0" err="1"/>
                <a:t>Tekstkleur</a:t>
              </a:r>
              <a:endParaRPr lang="en-US" sz="1000" dirty="0"/>
            </a:p>
            <a:p>
              <a:pPr marL="0" indent="0">
                <a:buFontTx/>
                <a:buNone/>
              </a:pPr>
              <a:r>
                <a:rPr lang="en-US" sz="1000" dirty="0"/>
                <a:t>Z</a:t>
              </a:r>
              <a:r>
                <a:rPr lang="nl-BE" sz="1000" dirty="0"/>
                <a:t>wart (RGB:0,0,0)</a:t>
              </a:r>
            </a:p>
            <a:p>
              <a:pPr marL="0" indent="0">
                <a:buFontTx/>
                <a:buNone/>
              </a:pPr>
              <a:r>
                <a:rPr lang="en-US" sz="1000" dirty="0"/>
                <a:t>Extra: </a:t>
              </a:r>
            </a:p>
            <a:p>
              <a:pPr marL="0" indent="0">
                <a:buFontTx/>
                <a:buNone/>
              </a:pPr>
              <a:r>
                <a:rPr lang="en-US" sz="1000" dirty="0"/>
                <a:t>Magenta</a:t>
              </a:r>
              <a:r>
                <a:rPr lang="nl-BE" sz="1000" dirty="0"/>
                <a:t> (RGB: 236,0,140)</a:t>
              </a:r>
            </a:p>
            <a:p>
              <a:pPr marL="0" indent="0">
                <a:buFontTx/>
                <a:buNone/>
              </a:pPr>
              <a:r>
                <a:rPr lang="nl-BE" sz="1000" dirty="0"/>
                <a:t>Extra:</a:t>
              </a:r>
            </a:p>
            <a:p>
              <a:pPr marL="0" indent="0">
                <a:buFontTx/>
                <a:buNone/>
              </a:pPr>
              <a:r>
                <a:rPr lang="nl-BE" sz="1000" dirty="0"/>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userDrawn="1"/>
        </p:nvSpPr>
        <p:spPr>
          <a:xfrm>
            <a:off x="1484309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Hulplijnen tonen aanpassen</a:t>
            </a:r>
            <a:endParaRPr lang="en-US" sz="1400" b="1" dirty="0">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userDrawn="1"/>
        </p:nvCxnSpPr>
        <p:spPr>
          <a:xfrm>
            <a:off x="14951109"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userDrawn="1"/>
        </p:nvSpPr>
        <p:spPr>
          <a:xfrm>
            <a:off x="14845814" y="2258927"/>
            <a:ext cx="2770673" cy="553998"/>
          </a:xfrm>
          <a:prstGeom prst="rect">
            <a:avLst/>
          </a:prstGeom>
          <a:noFill/>
        </p:spPr>
        <p:txBody>
          <a:bodyPr wrap="square" rtlCol="0">
            <a:spAutoFit/>
          </a:bodyPr>
          <a:lstStyle/>
          <a:p>
            <a:r>
              <a:rPr lang="nl-NL" sz="1000" dirty="0">
                <a:latin typeface="+mn-lt"/>
                <a:cs typeface="Arial" panose="020B0604020202020204" pitchFamily="34" charset="0"/>
              </a:rPr>
              <a:t>In elke slide </a:t>
            </a:r>
            <a:r>
              <a:rPr lang="nl-NL" sz="1000" dirty="0" err="1">
                <a:latin typeface="+mn-lt"/>
                <a:cs typeface="Arial" panose="020B0604020202020204" pitchFamily="34" charset="0"/>
              </a:rPr>
              <a:t>layout</a:t>
            </a:r>
            <a:r>
              <a:rPr lang="nl-NL" sz="1000" dirty="0">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userDrawn="1"/>
        </p:nvCxnSpPr>
        <p:spPr>
          <a:xfrm>
            <a:off x="14940538" y="358946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userDrawn="1"/>
        </p:nvCxnSpPr>
        <p:spPr>
          <a:xfrm>
            <a:off x="14951108" y="567619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userDrawn="1"/>
        </p:nvCxnSpPr>
        <p:spPr>
          <a:xfrm>
            <a:off x="12172955"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userDrawn="1"/>
        </p:nvCxnSpPr>
        <p:spPr>
          <a:xfrm>
            <a:off x="9409198"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userDrawn="1"/>
        </p:nvCxnSpPr>
        <p:spPr>
          <a:xfrm>
            <a:off x="6608159"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userDrawn="1"/>
        </p:nvCxnSpPr>
        <p:spPr>
          <a:xfrm>
            <a:off x="6596037" y="6369872"/>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userDrawn="1"/>
        </p:nvCxnSpPr>
        <p:spPr>
          <a:xfrm>
            <a:off x="9396501" y="428836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userDrawn="1"/>
        </p:nvCxnSpPr>
        <p:spPr>
          <a:xfrm>
            <a:off x="12194909" y="7084284"/>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userDrawn="1"/>
        </p:nvCxnSpPr>
        <p:spPr>
          <a:xfrm>
            <a:off x="6605430" y="3600349"/>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userDrawn="1"/>
        </p:nvSpPr>
        <p:spPr>
          <a:xfrm>
            <a:off x="12081358" y="360044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Tabellen aanpassen</a:t>
            </a:r>
            <a:endParaRPr lang="en-US" sz="1400" b="1" dirty="0">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userDrawn="1"/>
        </p:nvSpPr>
        <p:spPr>
          <a:xfrm>
            <a:off x="12084102" y="4341532"/>
            <a:ext cx="2770673" cy="1477328"/>
          </a:xfrm>
          <a:prstGeom prst="rect">
            <a:avLst/>
          </a:prstGeom>
          <a:noFill/>
        </p:spPr>
        <p:txBody>
          <a:bodyPr wrap="square" rtlCol="0">
            <a:spAutoFit/>
          </a:bodyPr>
          <a:lstStyle/>
          <a:p>
            <a:r>
              <a:rPr lang="nl-NL" sz="1000" dirty="0">
                <a:latin typeface="+mn-lt"/>
                <a:cs typeface="Arial" panose="020B0604020202020204" pitchFamily="34" charset="0"/>
              </a:rPr>
              <a:t>Tabellen werkt niet altijd even vlot in PowerPoint. </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userDrawn="1"/>
        </p:nvCxnSpPr>
        <p:spPr>
          <a:xfrm>
            <a:off x="12172955" y="4282788"/>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176607" y="5827087"/>
            <a:ext cx="2585662" cy="361700"/>
          </a:xfrm>
          <a:prstGeom prst="rect">
            <a:avLst/>
          </a:prstGeom>
        </p:spPr>
      </p:pic>
      <p:pic>
        <p:nvPicPr>
          <p:cNvPr id="4" name="Afbeelding 3">
            <a:extLst>
              <a:ext uri="{FF2B5EF4-FFF2-40B4-BE49-F238E27FC236}">
                <a16:creationId xmlns:a16="http://schemas.microsoft.com/office/drawing/2014/main" id="{5B39836E-004F-43A1-BAE3-C85C57A18D2C}"/>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a:stretch/>
        </p:blipFill>
        <p:spPr>
          <a:xfrm>
            <a:off x="1068067" y="4531519"/>
            <a:ext cx="5267788" cy="4623295"/>
          </a:xfrm>
          <a:prstGeom prst="rect">
            <a:avLst/>
          </a:prstGeom>
        </p:spPr>
      </p:pic>
    </p:spTree>
    <p:extLst>
      <p:ext uri="{BB962C8B-B14F-4D97-AF65-F5344CB8AC3E}">
        <p14:creationId xmlns:p14="http://schemas.microsoft.com/office/powerpoint/2010/main" val="1007362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userDrawn="1"/>
        </p:nvSpPr>
        <p:spPr>
          <a:xfrm>
            <a:off x="1019175" y="-1"/>
            <a:ext cx="17271206" cy="10287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8288000" cy="10287000"/>
          </a:xfrm>
          <a:prstGeom prst="rect">
            <a:avLst/>
          </a:prstGeom>
        </p:spPr>
      </p:pic>
      <p:sp>
        <p:nvSpPr>
          <p:cNvPr id="2" name="Title 1"/>
          <p:cNvSpPr>
            <a:spLocks noGrp="1"/>
          </p:cNvSpPr>
          <p:nvPr>
            <p:ph type="ctrTitle" hasCustomPrompt="1"/>
          </p:nvPr>
        </p:nvSpPr>
        <p:spPr>
          <a:xfrm>
            <a:off x="5149215" y="4078514"/>
            <a:ext cx="12376786" cy="1964494"/>
          </a:xfrm>
        </p:spPr>
        <p:txBody>
          <a:bodyPr wrap="none" lIns="0" tIns="0" rIns="0" bIns="0" anchor="b">
            <a:noAutofit/>
          </a:bodyPr>
          <a:lstStyle>
            <a:lvl1pPr algn="l">
              <a:lnSpc>
                <a:spcPct val="100000"/>
              </a:lnSpc>
              <a:defRPr sz="5400">
                <a:solidFill>
                  <a:schemeClr val="bg1"/>
                </a:solidFill>
                <a:latin typeface="Arial Rounded MT Bold" panose="020F0704030504030204" pitchFamily="34" charset="0"/>
              </a:defRPr>
            </a:lvl1pPr>
          </a:lstStyle>
          <a:p>
            <a:br>
              <a:rPr lang="nl-BE" noProof="0" dirty="0"/>
            </a:br>
            <a:br>
              <a:rPr lang="nl-BE" noProof="0" dirty="0"/>
            </a:br>
            <a:r>
              <a:rPr lang="nl-BE" noProof="0" dirty="0"/>
              <a:t>Titel</a:t>
            </a:r>
          </a:p>
        </p:txBody>
      </p:sp>
      <p:sp>
        <p:nvSpPr>
          <p:cNvPr id="3" name="Subtitle 2"/>
          <p:cNvSpPr>
            <a:spLocks noGrp="1"/>
          </p:cNvSpPr>
          <p:nvPr>
            <p:ph type="subTitle" idx="1" hasCustomPrompt="1"/>
          </p:nvPr>
        </p:nvSpPr>
        <p:spPr>
          <a:xfrm>
            <a:off x="5177790" y="6692164"/>
            <a:ext cx="12376786" cy="2483643"/>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Ondertitel tekst</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350" y="365592"/>
            <a:ext cx="7567613" cy="3878402"/>
          </a:xfrm>
          <a:prstGeom prst="rect">
            <a:avLst/>
          </a:prstGeom>
        </p:spPr>
      </p:pic>
      <p:sp>
        <p:nvSpPr>
          <p:cNvPr id="8" name="TextBox 4">
            <a:extLst>
              <a:ext uri="{FF2B5EF4-FFF2-40B4-BE49-F238E27FC236}">
                <a16:creationId xmlns:a16="http://schemas.microsoft.com/office/drawing/2014/main" id="{3518A324-C96E-44BE-ACA2-A56AC1F14FF4}"/>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47462994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5149215" y="3398303"/>
            <a:ext cx="12376786" cy="1964494"/>
          </a:xfrm>
        </p:spPr>
        <p:txBody>
          <a:bodyPr wrap="none" lIns="0" tIns="0" rIns="0" bIns="0" anchor="b">
            <a:noAutofit/>
          </a:bodyPr>
          <a:lstStyle>
            <a:lvl1pPr algn="l">
              <a:lnSpc>
                <a:spcPct val="64000"/>
              </a:lnSpc>
              <a:defRPr sz="5400">
                <a:solidFill>
                  <a:schemeClr val="bg1"/>
                </a:solidFill>
                <a:latin typeface="Arial Rounded MT Bold" panose="020F0704030504030204" pitchFamily="34" charset="0"/>
              </a:defRPr>
            </a:lvl1pPr>
          </a:lstStyle>
          <a:p>
            <a:r>
              <a:rPr lang="nl-BE" noProof="0"/>
              <a:t>Klik om Titel te bewerken</a:t>
            </a:r>
          </a:p>
        </p:txBody>
      </p:sp>
      <p:sp>
        <p:nvSpPr>
          <p:cNvPr id="3" name="Subtitle 2"/>
          <p:cNvSpPr>
            <a:spLocks noGrp="1"/>
          </p:cNvSpPr>
          <p:nvPr>
            <p:ph type="subTitle" idx="1" hasCustomPrompt="1"/>
          </p:nvPr>
        </p:nvSpPr>
        <p:spPr>
          <a:xfrm>
            <a:off x="5177790" y="5833530"/>
            <a:ext cx="12376786" cy="2719455"/>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Klikken om de ondertitelstijl </a:t>
            </a:r>
          </a:p>
          <a:p>
            <a:r>
              <a:rPr lang="nl-BE" noProof="0"/>
              <a:t>van het model </a:t>
            </a:r>
          </a:p>
          <a:p>
            <a:r>
              <a:rPr lang="nl-BE" noProof="0"/>
              <a:t>te bewerken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Tussentitel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06711901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1965278" y="3562066"/>
            <a:ext cx="15589298" cy="3192729"/>
          </a:xfrm>
        </p:spPr>
        <p:txBody>
          <a:bodyPr wrap="none" lIns="0" tIns="0" rIns="0" bIns="0" anchor="b">
            <a:noAutofit/>
          </a:bodyPr>
          <a:lstStyle>
            <a:lvl1pPr algn="r">
              <a:lnSpc>
                <a:spcPct val="100000"/>
              </a:lnSpc>
              <a:defRPr sz="4800">
                <a:solidFill>
                  <a:schemeClr val="bg1"/>
                </a:solidFill>
                <a:latin typeface="Arial Rounded MT Bold" panose="020F0704030504030204" pitchFamily="34" charset="0"/>
              </a:defRPr>
            </a:lvl1pPr>
          </a:lstStyle>
          <a:p>
            <a:r>
              <a:rPr lang="nl-BE" noProof="0"/>
              <a:t>“Klik om quote </a:t>
            </a:r>
            <a:br>
              <a:rPr lang="nl-BE" noProof="0"/>
            </a:br>
            <a:r>
              <a:rPr lang="nl-BE" noProof="0"/>
              <a:t>in te Voegen”</a:t>
            </a:r>
          </a:p>
        </p:txBody>
      </p:sp>
      <p:sp>
        <p:nvSpPr>
          <p:cNvPr id="3" name="Subtitle 2"/>
          <p:cNvSpPr>
            <a:spLocks noGrp="1"/>
          </p:cNvSpPr>
          <p:nvPr>
            <p:ph type="subTitle" idx="1" hasCustomPrompt="1"/>
          </p:nvPr>
        </p:nvSpPr>
        <p:spPr>
          <a:xfrm>
            <a:off x="5177790" y="7161170"/>
            <a:ext cx="12376786" cy="2719455"/>
          </a:xfrm>
        </p:spPr>
        <p:txBody>
          <a:bodyPr lIns="0" tIns="0" rIns="0" bIns="0"/>
          <a:lstStyle>
            <a:lvl1pPr marL="0" indent="0" algn="r">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 om de Naam en Voornaam in te voegen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Quote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67569186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4954136" y="2150785"/>
            <a:ext cx="11003651" cy="1138326"/>
          </a:xfrm>
        </p:spPr>
        <p:txBody>
          <a:bodyPr wrap="none" lIns="0" tIns="0" rIns="0" bIns="0" anchor="t">
            <a:noAutofit/>
          </a:bodyPr>
          <a:lstStyle>
            <a:lvl1pPr algn="l">
              <a:lnSpc>
                <a:spcPct val="100000"/>
              </a:lnSpc>
              <a:defRPr sz="4400">
                <a:solidFill>
                  <a:schemeClr val="bg1"/>
                </a:solidFill>
                <a:latin typeface="Arial Rounded MT Bold" panose="020F0704030504030204" pitchFamily="34" charset="0"/>
              </a:defRPr>
            </a:lvl1pPr>
          </a:lstStyle>
          <a:p>
            <a:r>
              <a:rPr lang="nl-BE" noProof="0"/>
              <a:t>Inhoudstafel / Agenda titel</a:t>
            </a:r>
          </a:p>
        </p:txBody>
      </p:sp>
      <p:sp>
        <p:nvSpPr>
          <p:cNvPr id="3" name="Subtitle 2"/>
          <p:cNvSpPr>
            <a:spLocks noGrp="1"/>
          </p:cNvSpPr>
          <p:nvPr>
            <p:ph type="subTitle" idx="1" hasCustomPrompt="1"/>
          </p:nvPr>
        </p:nvSpPr>
        <p:spPr>
          <a:xfrm>
            <a:off x="4954136" y="3771454"/>
            <a:ext cx="12376786" cy="5172333"/>
          </a:xfrm>
        </p:spPr>
        <p:txBody>
          <a:bodyPr lIns="0" tIns="0" rIns="0" bIns="0"/>
          <a:lstStyle>
            <a:lvl1pPr marL="742950" indent="-742950" algn="l">
              <a:lnSpc>
                <a:spcPct val="100000"/>
              </a:lnSpc>
              <a:buFont typeface="+mj-lt"/>
              <a:buAutoNum type="arabicPeriod"/>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Agendapunt 1</a:t>
            </a:r>
          </a:p>
          <a:p>
            <a:r>
              <a:rPr lang="nl-BE" noProof="0"/>
              <a:t>Agendapunt 2</a:t>
            </a:r>
          </a:p>
          <a:p>
            <a:r>
              <a:rPr lang="nl-BE" noProof="0"/>
              <a:t>Agendapunt 3</a:t>
            </a:r>
          </a:p>
          <a:p>
            <a:r>
              <a:rPr lang="nl-BE" noProof="0"/>
              <a:t>Agendapunt 4</a:t>
            </a:r>
          </a:p>
          <a:p>
            <a:r>
              <a:rPr lang="nl-BE" noProof="0"/>
              <a:t>Agendapunt 5</a:t>
            </a:r>
          </a:p>
          <a:p>
            <a:r>
              <a:rPr lang="nl-BE" noProof="0"/>
              <a:t>Agendapunt 6</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Inhoud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03789761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hasCustomPrompt="1"/>
          </p:nvPr>
        </p:nvSpPr>
        <p:spPr>
          <a:xfrm>
            <a:off x="998692" y="888883"/>
            <a:ext cx="16575629" cy="755767"/>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616C4B3-237D-45FE-8078-94D1C9EBD255}" type="datetime1">
              <a:rPr lang="nl-BE" noProof="0" smtClean="0"/>
              <a:t>6/10/2025</a:t>
            </a:fld>
            <a:endParaRPr lang="nl-BE" noProof="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noProof="0"/>
              <a:t>PRI - Web API</a:t>
            </a:r>
          </a:p>
        </p:txBody>
      </p:sp>
      <p:sp>
        <p:nvSpPr>
          <p:cNvPr id="6" name="Slide Number Placeholder 5"/>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noProof="0" smtClean="0"/>
              <a:pPr/>
              <a:t>‹#›</a:t>
            </a:fld>
            <a:endParaRPr lang="nl-BE" noProof="0"/>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648800"/>
            <a:ext cx="18288000" cy="75057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015177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8288000" cy="9154500"/>
          </a:xfrm>
        </p:spPr>
        <p:txBody>
          <a:bodyPr tIns="1440000">
            <a:normAutofit/>
          </a:bodyPr>
          <a:lstStyle>
            <a:lvl1pPr marL="0" indent="0" algn="ctr">
              <a:buNone/>
              <a:defRPr sz="1600"/>
            </a:lvl1pPr>
          </a:lstStyle>
          <a:p>
            <a:endParaRPr lang="nl-BE" dirty="0"/>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E56A54C-3594-4E72-BC20-9AB14B4AEBBC}" type="datetime1">
              <a:rPr lang="nl-BE" noProof="0" smtClean="0"/>
              <a:t>6/10/2025</a:t>
            </a:fld>
            <a:endParaRPr lang="nl-BE" noProof="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noProof="0"/>
              <a:t>PRI - Web API</a:t>
            </a:r>
          </a:p>
        </p:txBody>
      </p:sp>
      <p:sp>
        <p:nvSpPr>
          <p:cNvPr id="6" name="Slide Number Placeholder 5"/>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2" name="Title 1"/>
          <p:cNvSpPr>
            <a:spLocks noGrp="1"/>
          </p:cNvSpPr>
          <p:nvPr>
            <p:ph type="title" hasCustomPrompt="1"/>
          </p:nvPr>
        </p:nvSpPr>
        <p:spPr>
          <a:xfrm>
            <a:off x="12132526" y="7056603"/>
            <a:ext cx="5430645" cy="755767"/>
          </a:xfrm>
          <a:noFill/>
        </p:spPr>
        <p:txBody>
          <a:bodyPr lIns="0" tIns="0" rIns="0" bIns="0" anchor="b">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userDrawn="1"/>
        </p:nvCxnSpPr>
        <p:spPr>
          <a:xfrm>
            <a:off x="12132526" y="8004995"/>
            <a:ext cx="543064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 </a:t>
            </a:r>
            <a:r>
              <a:rPr lang="nl-NL" sz="2000" b="1" dirty="0" err="1">
                <a:solidFill>
                  <a:schemeClr val="tx1"/>
                </a:solidFill>
                <a:latin typeface="+mn-lt"/>
                <a:cs typeface="Arial" panose="020B0604020202020204" pitchFamily="34" charset="0"/>
              </a:rPr>
              <a:t>floating</a:t>
            </a:r>
            <a:r>
              <a:rPr lang="nl-NL" sz="2000" b="1" dirty="0">
                <a:solidFill>
                  <a:schemeClr val="tx1"/>
                </a:solidFill>
                <a:latin typeface="+mn-lt"/>
                <a:cs typeface="Arial" panose="020B0604020202020204" pitchFamily="34" charset="0"/>
              </a:rPr>
              <a:t> titel slide</a:t>
            </a:r>
            <a:endParaRPr lang="en-US" sz="2000" b="1" dirty="0">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userDrawn="1"/>
        </p:nvSpPr>
        <p:spPr>
          <a:xfrm>
            <a:off x="0" y="10287000"/>
            <a:ext cx="5166767" cy="707886"/>
          </a:xfrm>
          <a:prstGeom prst="rect">
            <a:avLst/>
          </a:prstGeom>
          <a:noFill/>
        </p:spPr>
        <p:txBody>
          <a:bodyPr wrap="square" rtlCol="0">
            <a:spAutoFit/>
          </a:bodyPr>
          <a:lstStyle/>
          <a:p>
            <a:r>
              <a:rPr lang="nl-NL" sz="1000" dirty="0">
                <a:latin typeface="+mn-lt"/>
                <a:cs typeface="Arial" panose="020B0604020202020204" pitchFamily="34" charset="0"/>
              </a:rPr>
              <a:t>Verplaats na het invoegen van de foto deze weer naar de achtergrond zodat de titel terug vooraan kom te staan. </a:t>
            </a:r>
            <a:r>
              <a:rPr lang="nl-NL" sz="1000" b="1" dirty="0">
                <a:latin typeface="+mn-lt"/>
                <a:cs typeface="Arial" panose="020B0604020202020204" pitchFamily="34" charset="0"/>
              </a:rPr>
              <a:t>(rechtsklikken&gt; naar achtergrond&gt; naar achtergrond)</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de tekst niet genoeg zichtbaar is over de foto, verander de kleur van zwart naar wit.</a:t>
            </a:r>
          </a:p>
        </p:txBody>
      </p:sp>
    </p:spTree>
    <p:extLst>
      <p:ext uri="{BB962C8B-B14F-4D97-AF65-F5344CB8AC3E}">
        <p14:creationId xmlns:p14="http://schemas.microsoft.com/office/powerpoint/2010/main" val="1613752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16575629" cy="61038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E64C2695-B263-4353-BD48-CC1D21F07CE5}" type="datetime1">
              <a:rPr lang="nl-BE" smtClean="0"/>
              <a:t>6/10/2025</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2" name="TextBox 4">
            <a:extLst>
              <a:ext uri="{FF2B5EF4-FFF2-40B4-BE49-F238E27FC236}">
                <a16:creationId xmlns:a16="http://schemas.microsoft.com/office/drawing/2014/main" id="{88A2F8C1-53AF-4DEB-9965-55FC86D3788C}"/>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7028344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1A22C74-460A-41E9-A892-80BB538266F6}" type="datetime1">
              <a:rPr lang="nl-BE" smtClean="0"/>
              <a:t>6/10/2025</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1057275" y="1679575"/>
            <a:ext cx="16575088" cy="6780213"/>
          </a:xfrm>
        </p:spPr>
        <p:txBody>
          <a:bodyPr>
            <a:normAutofit/>
          </a:bodyPr>
          <a:lstStyle>
            <a:lvl1pPr marL="0" indent="0" algn="ctr">
              <a:buNone/>
              <a:defRPr/>
            </a:lvl1pPr>
          </a:lstStyle>
          <a:p>
            <a:endParaRPr lang="nl-BE" noProof="0"/>
          </a:p>
        </p:txBody>
      </p:sp>
      <p:sp>
        <p:nvSpPr>
          <p:cNvPr id="16" name="TextBox 4">
            <a:extLst>
              <a:ext uri="{FF2B5EF4-FFF2-40B4-BE49-F238E27FC236}">
                <a16:creationId xmlns:a16="http://schemas.microsoft.com/office/drawing/2014/main" id="{8C7A8C97-A0A2-4491-BA0D-727C7CE0B7F3}"/>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Tabel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17018830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BE102CC-3757-44E3-A85A-45F63A13B388}" type="datetime1">
              <a:rPr lang="nl-BE" smtClean="0"/>
              <a:t>6/10/2025</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2" name="TextBox 4">
            <a:extLst>
              <a:ext uri="{FF2B5EF4-FFF2-40B4-BE49-F238E27FC236}">
                <a16:creationId xmlns:a16="http://schemas.microsoft.com/office/drawing/2014/main" id="{892813D1-327F-45DC-8DDF-53948CE8C5F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Lege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141238711"/>
      </p:ext>
    </p:extLst>
  </p:cSld>
  <p:clrMapOvr>
    <a:masterClrMapping/>
  </p:clrMapOvr>
  <p:extLst>
    <p:ext uri="{DCECCB84-F9BA-43D5-87BE-67443E8EF086}">
      <p15:sldGuideLst xmlns:p15="http://schemas.microsoft.com/office/powerpoint/2012/main">
        <p15:guide id="4" pos="1109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2E70B475-7583-40EC-A68D-88EFB7F18051}" type="datetime1">
              <a:rPr lang="nl-BE" smtClean="0"/>
              <a:t>6/10/2025</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9" name="TextBox 4">
            <a:extLst>
              <a:ext uri="{FF2B5EF4-FFF2-40B4-BE49-F238E27FC236}">
                <a16:creationId xmlns:a16="http://schemas.microsoft.com/office/drawing/2014/main" id="{C531524C-A1A5-4485-B21D-E97B5DC3BE3F}"/>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Leeg zonder 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915514383"/>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11506"/>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23BF8CDA-4213-49D3-83E1-9FA82BDA9948}" type="datetime1">
              <a:rPr lang="nl-BE" smtClean="0"/>
              <a:t>6/10/2025</a:t>
            </a:fld>
            <a:endParaRPr lang="nl-BE" dirty="0"/>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3" name="TextBox 4">
            <a:extLst>
              <a:ext uri="{FF2B5EF4-FFF2-40B4-BE49-F238E27FC236}">
                <a16:creationId xmlns:a16="http://schemas.microsoft.com/office/drawing/2014/main" id="{6CBDB841-5208-4BD2-9409-EA7134D6944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1/2 Tekst en 1/2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2163273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2988" y="1648800"/>
            <a:ext cx="1101182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1020995" y="2354400"/>
            <a:ext cx="11009448"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6C965E4-B316-43CB-A8A1-5B8434F2837A}"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sp>
        <p:nvSpPr>
          <p:cNvPr id="20" name="TextBox 4">
            <a:extLst>
              <a:ext uri="{FF2B5EF4-FFF2-40B4-BE49-F238E27FC236}">
                <a16:creationId xmlns:a16="http://schemas.microsoft.com/office/drawing/2014/main" id="{D974BD34-E475-4E02-86F0-8932E1B41725}"/>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2/3 Tekst en 1/3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72371907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1" name="balk onderaan">
            <a:extLst>
              <a:ext uri="{FF2B5EF4-FFF2-40B4-BE49-F238E27FC236}">
                <a16:creationId xmlns:a16="http://schemas.microsoft.com/office/drawing/2014/main" id="{38804C87-12C0-421E-90B2-DF14E0302FE7}"/>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8DD2C5E-1DC6-48AB-B26A-CBA044DFA98A}"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E2274F51-95F7-4E5E-815B-1F996E645FE7}"/>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Afbeelding en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796737148"/>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1" name="balk onderaan">
            <a:extLst>
              <a:ext uri="{FF2B5EF4-FFF2-40B4-BE49-F238E27FC236}">
                <a16:creationId xmlns:a16="http://schemas.microsoft.com/office/drawing/2014/main" id="{38804C87-12C0-421E-90B2-DF14E0302FE7}"/>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36720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2FE4EF4C-3640-46F2-819D-787CB6D54CB6}"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36720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92B1CA4A-0389-4751-BD3D-D8526698D99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2 x 2 afbeeldingen slide</a:t>
            </a:r>
            <a:endParaRPr lang="en-US" sz="2000" b="1" dirty="0">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1040400" y="5473192"/>
            <a:ext cx="8217535" cy="3672000"/>
          </a:xfrm>
        </p:spPr>
        <p:txBody>
          <a:bodyPr tIns="1440000">
            <a:normAutofit/>
          </a:bodyPr>
          <a:lstStyle>
            <a:lvl1pPr marL="0" indent="0" algn="ctr">
              <a:buNone/>
              <a:defRPr sz="1600"/>
            </a:lvl1pPr>
          </a:lstStyle>
          <a:p>
            <a:endParaRPr lang="nl-BE" dirty="0"/>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9396000" y="5473192"/>
            <a:ext cx="8217535" cy="3672000"/>
          </a:xfrm>
        </p:spPr>
        <p:txBody>
          <a:bodyPr tIns="1440000">
            <a:normAutofit/>
          </a:bodyPr>
          <a:lstStyle>
            <a:lvl1pPr marL="0" indent="0" algn="ctr">
              <a:buNone/>
              <a:defRPr sz="1600"/>
            </a:lvl1pPr>
          </a:lstStyle>
          <a:p>
            <a:endParaRPr lang="nl-BE" dirty="0"/>
          </a:p>
        </p:txBody>
      </p:sp>
    </p:spTree>
    <p:extLst>
      <p:ext uri="{BB962C8B-B14F-4D97-AF65-F5344CB8AC3E}">
        <p14:creationId xmlns:p14="http://schemas.microsoft.com/office/powerpoint/2010/main" val="2051129045"/>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FC2E079-DE58-43E7-9600-45BB80E179CF}"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009A3169-8C0D-4A2D-9C66-BE525BCD338D}"/>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3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754770187"/>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404812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CA319031-CC02-4FC9-AD75-6502DCD61A8A}"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4048125" cy="7498800"/>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0"/>
            <a:ext cx="4048125" cy="7498800"/>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0"/>
            <a:ext cx="404812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BB27EBDF-C895-4A3E-8D3F-1D5142CF7789}"/>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4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4868049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263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263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C3BF094-DEAA-4C8D-BD67-769E848AF55C}"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2638800"/>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1050130" y="4263948"/>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66095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121787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xtBox 4">
            <a:extLst>
              <a:ext uri="{FF2B5EF4-FFF2-40B4-BE49-F238E27FC236}">
                <a16:creationId xmlns:a16="http://schemas.microsoft.com/office/drawing/2014/main" id="{88A38384-9998-4BC5-BA90-E15895259F2B}"/>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3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828114513"/>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1"/>
            <a:ext cx="4048125" cy="2638425"/>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943DD2D-0FF6-4BD2-9E8E-EBDC86BC8B66}"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1"/>
            <a:ext cx="4048125" cy="2638425"/>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1"/>
            <a:ext cx="4048125" cy="2638425"/>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1"/>
            <a:ext cx="4048125" cy="2638425"/>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5" name="TextBox 4">
            <a:extLst>
              <a:ext uri="{FF2B5EF4-FFF2-40B4-BE49-F238E27FC236}">
                <a16:creationId xmlns:a16="http://schemas.microsoft.com/office/drawing/2014/main" id="{59DAB652-AFD5-4D77-ACBB-A5CC3110B33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3554308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16ABBA2-B657-4B96-A07E-9EF9DE8C0E7E}"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13570981" y="1648801"/>
            <a:ext cx="4048125" cy="2638424"/>
          </a:xfrm>
        </p:spPr>
        <p:txBody>
          <a:bodyPr>
            <a:normAutofit/>
          </a:bodyPr>
          <a:lstStyle>
            <a:lvl1pPr marL="0" indent="0" algn="ctr">
              <a:buNone/>
              <a:defRPr sz="1600"/>
            </a:lvl1pPr>
          </a:lstStyle>
          <a:p>
            <a:endParaRPr lang="nl-BE" dirty="0"/>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1057276" y="1648800"/>
            <a:ext cx="4048125" cy="2638424"/>
          </a:xfrm>
        </p:spPr>
        <p:txBody>
          <a:bodyPr>
            <a:normAutofit/>
          </a:bodyPr>
          <a:lstStyle>
            <a:lvl1pPr marL="0" indent="0" algn="ctr">
              <a:buNone/>
              <a:defRPr sz="1600"/>
            </a:lvl1pPr>
          </a:lstStyle>
          <a:p>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5228511" y="1648800"/>
            <a:ext cx="4048125" cy="2638424"/>
          </a:xfrm>
        </p:spPr>
        <p:txBody>
          <a:bodyPr>
            <a:normAutofit/>
          </a:bodyPr>
          <a:lstStyle>
            <a:lvl1pPr marL="0" indent="0" algn="ctr">
              <a:buNone/>
              <a:defRPr sz="1600"/>
            </a:lvl1pPr>
          </a:lstStyle>
          <a:p>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9399746" y="1648800"/>
            <a:ext cx="4048125" cy="2638424"/>
          </a:xfrm>
        </p:spPr>
        <p:txBody>
          <a:bodyPr>
            <a:normAutofit/>
          </a:bodyPr>
          <a:lstStyle>
            <a:lvl1pPr marL="0" indent="0" algn="ctr">
              <a:buNone/>
              <a:defRPr sz="1600"/>
            </a:lvl1pPr>
          </a:lstStyle>
          <a:p>
            <a:endParaRPr lang="nl-BE"/>
          </a:p>
        </p:txBody>
      </p:sp>
      <p:sp>
        <p:nvSpPr>
          <p:cNvPr id="20" name="TextBox 4">
            <a:extLst>
              <a:ext uri="{FF2B5EF4-FFF2-40B4-BE49-F238E27FC236}">
                <a16:creationId xmlns:a16="http://schemas.microsoft.com/office/drawing/2014/main" id="{DB6ED84B-8E7F-4228-B427-1EDE681C5A63}"/>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Grafiek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217915519"/>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0"/>
            <a:ext cx="5451029"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6604059" y="1648798"/>
            <a:ext cx="11007666" cy="7498800"/>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36A682A-0F06-4738-B367-5217FC3B6513}" type="datetime1">
              <a:rPr lang="nl-BE" smtClean="0"/>
              <a:t>6/10/2025</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3" name="TextBox 4">
            <a:extLst>
              <a:ext uri="{FF2B5EF4-FFF2-40B4-BE49-F238E27FC236}">
                <a16:creationId xmlns:a16="http://schemas.microsoft.com/office/drawing/2014/main" id="{A500405E-274E-4C95-9B93-F6B1F82EF01B}"/>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1/3 Tekst en 2/3 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94656123"/>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1052513" y="1648799"/>
            <a:ext cx="16559212" cy="7475533"/>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FC790D35-4A8D-4998-B25C-397217A9DEC9}" type="datetime1">
              <a:rPr lang="nl-BE" smtClean="0"/>
              <a:t>6/10/2025</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2" name="TextBox 4">
            <a:extLst>
              <a:ext uri="{FF2B5EF4-FFF2-40B4-BE49-F238E27FC236}">
                <a16:creationId xmlns:a16="http://schemas.microsoft.com/office/drawing/2014/main" id="{C2C04373-6D00-42D5-86E3-4AF79B52EF61}"/>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803230516"/>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0800" y="2354401"/>
            <a:ext cx="8317894"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29727CD-D882-45BB-B881-276E6D9AB830}" type="datetime1">
              <a:rPr lang="nl-BE" smtClean="0"/>
              <a:t>6/10/2025</a:t>
            </a:fld>
            <a:endParaRPr lang="nl-BE" dirty="0"/>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1" name="TextBox 4">
            <a:extLst>
              <a:ext uri="{FF2B5EF4-FFF2-40B4-BE49-F238E27FC236}">
                <a16:creationId xmlns:a16="http://schemas.microsoft.com/office/drawing/2014/main" id="{B76F8740-BA9B-4238-9C9D-5EB368209556}"/>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1/2 Tekst en 1/2 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519207618"/>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60672"/>
            <a:ext cx="8217535"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1925" y="2372571"/>
            <a:ext cx="8317894"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1051200" y="1681200"/>
            <a:ext cx="8217535"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9280800" y="1681200"/>
            <a:ext cx="8317894"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FAC2EFBB-97AC-4CBF-81C4-BEFA26D17FF2}" type="datetime1">
              <a:rPr lang="nl-BE" smtClean="0"/>
              <a:t>6/10/2025</a:t>
            </a:fld>
            <a:endParaRPr lang="nl-BE" dirty="0"/>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3" name="TextBox 4">
            <a:extLst>
              <a:ext uri="{FF2B5EF4-FFF2-40B4-BE49-F238E27FC236}">
                <a16:creationId xmlns:a16="http://schemas.microsoft.com/office/drawing/2014/main" id="{B415E543-5122-4ED4-A8AA-647C117F182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77979155"/>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4695826"/>
          </a:xfrm>
        </p:spPr>
        <p:txBody>
          <a:bodyPr tIns="1440000">
            <a:normAutofit/>
          </a:bodyPr>
          <a:lstStyle>
            <a:lvl1pPr marL="0" indent="0" algn="ctr">
              <a:buNone/>
              <a:defRPr sz="1600"/>
            </a:lvl1pPr>
          </a:lstStyle>
          <a:p>
            <a:endParaRPr lang="nl-BE" dirty="0"/>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9394189" y="6516687"/>
            <a:ext cx="4045743" cy="2628899"/>
          </a:xfrm>
        </p:spPr>
        <p:txBody>
          <a:bodyPr>
            <a:normAutofit/>
          </a:bodyPr>
          <a:lstStyle>
            <a:lvl1pPr marL="0" indent="0">
              <a:buNone/>
              <a:defRPr sz="1600"/>
            </a:lvl1pPr>
          </a:lstStyle>
          <a:p>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13565982" y="6516688"/>
            <a:ext cx="4045743" cy="2628899"/>
          </a:xfrm>
        </p:spPr>
        <p:txBody>
          <a:bodyPr>
            <a:normAutofit/>
          </a:bodyPr>
          <a:lstStyle>
            <a:lvl1pPr marL="0" indent="0">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1200" y="2354401"/>
            <a:ext cx="8217535" cy="612178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a:prstGeom prst="rect">
            <a:avLst/>
          </a:prstGeo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BBEEC537-01E6-4022-94B7-664C0E1C2D8D}" type="datetime1">
              <a:rPr lang="nl-BE" smtClean="0"/>
              <a:t>6/10/2025</a:t>
            </a:fld>
            <a:endParaRPr lang="nl-BE" dirty="0"/>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9" name="TextBox 4">
            <a:extLst>
              <a:ext uri="{FF2B5EF4-FFF2-40B4-BE49-F238E27FC236}">
                <a16:creationId xmlns:a16="http://schemas.microsoft.com/office/drawing/2014/main" id="{2CD7B7E4-430F-492F-AE79-EDAE65BABEA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en 3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762620811"/>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65868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Info slide</a:t>
            </a:r>
            <a:endParaRPr lang="en-US" sz="2000" b="1" dirty="0">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userDrawn="1"/>
        </p:nvSpPr>
        <p:spPr>
          <a:xfrm>
            <a:off x="9701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invoegen</a:t>
            </a:r>
            <a:endParaRPr lang="en-US" sz="1400" b="1" dirty="0">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userDrawn="1"/>
        </p:nvCxnSpPr>
        <p:spPr>
          <a:xfrm>
            <a:off x="1031435" y="2201606"/>
            <a:ext cx="2670818"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userDrawn="1"/>
        </p:nvSpPr>
        <p:spPr>
          <a:xfrm>
            <a:off x="956335" y="2280453"/>
            <a:ext cx="2752302" cy="861774"/>
          </a:xfrm>
          <a:prstGeom prst="rect">
            <a:avLst/>
          </a:prstGeom>
          <a:noFill/>
        </p:spPr>
        <p:txBody>
          <a:bodyPr wrap="square" rtlCol="0">
            <a:spAutoFit/>
          </a:bodyPr>
          <a:lstStyle/>
          <a:p>
            <a:r>
              <a:rPr lang="nl-NL" sz="1000" dirty="0">
                <a:latin typeface="+mn-lt"/>
                <a:cs typeface="Arial" panose="020B0604020202020204" pitchFamily="34" charset="0"/>
              </a:rPr>
              <a:t>Klik op het pictogram dat vervolgens verschijnt om een afbeelding in te voegen.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Voor </a:t>
            </a:r>
            <a:r>
              <a:rPr lang="nl-NL" sz="1000" dirty="0" err="1">
                <a:latin typeface="+mn-lt"/>
                <a:cs typeface="Arial" panose="020B0604020202020204" pitchFamily="34" charset="0"/>
              </a:rPr>
              <a:t>copy+paste</a:t>
            </a:r>
            <a:r>
              <a:rPr lang="nl-NL" sz="1000" dirty="0">
                <a:latin typeface="+mn-lt"/>
                <a:cs typeface="Arial" panose="020B0604020202020204" pitchFamily="34" charset="0"/>
              </a:rPr>
              <a:t> commando:</a:t>
            </a:r>
          </a:p>
          <a:p>
            <a:r>
              <a:rPr lang="nl-NL" sz="1000" dirty="0">
                <a:latin typeface="+mn-lt"/>
                <a:cs typeface="Arial" panose="020B0604020202020204" pitchFamily="34" charset="0"/>
              </a:rPr>
              <a:t>Selecteer de </a:t>
            </a:r>
            <a:r>
              <a:rPr lang="nl-NL" sz="1000" dirty="0" err="1">
                <a:latin typeface="+mn-lt"/>
                <a:cs typeface="Arial" panose="020B0604020202020204" pitchFamily="34" charset="0"/>
              </a:rPr>
              <a:t>placeholder</a:t>
            </a:r>
            <a:r>
              <a:rPr lang="nl-NL" sz="1000" dirty="0">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userDrawn="1"/>
        </p:nvSpPr>
        <p:spPr>
          <a:xfrm>
            <a:off x="954849" y="3216398"/>
            <a:ext cx="2731369" cy="1015663"/>
          </a:xfrm>
          <a:prstGeom prst="rect">
            <a:avLst/>
          </a:prstGeom>
          <a:noFill/>
        </p:spPr>
        <p:txBody>
          <a:bodyPr wrap="square" rtlCol="0">
            <a:spAutoFit/>
          </a:bodyPr>
          <a:lstStyle/>
          <a:p>
            <a:r>
              <a:rPr lang="nl-NL" sz="1000" dirty="0">
                <a:latin typeface="+mn-lt"/>
                <a:cs typeface="Arial" panose="020B0604020202020204" pitchFamily="34" charset="0"/>
              </a:rPr>
              <a:t>Wanneer je de afbeelding wilt schalen of verslepen, ga dan naar </a:t>
            </a:r>
          </a:p>
          <a:p>
            <a:r>
              <a:rPr lang="nl-NL" sz="1000" b="1" dirty="0">
                <a:latin typeface="+mn-lt"/>
                <a:cs typeface="Arial" panose="020B0604020202020204" pitchFamily="34" charset="0"/>
              </a:rPr>
              <a:t>‘Hulpmiddelen voor afbeeldingen’ </a:t>
            </a:r>
          </a:p>
          <a:p>
            <a:r>
              <a:rPr lang="nl-NL" sz="1000" dirty="0">
                <a:latin typeface="+mn-lt"/>
                <a:cs typeface="Arial" panose="020B0604020202020204" pitchFamily="34" charset="0"/>
              </a:rPr>
              <a:t>en klik op </a:t>
            </a:r>
            <a:r>
              <a:rPr lang="nl-NL" sz="1000" b="1" dirty="0">
                <a:latin typeface="+mn-lt"/>
                <a:cs typeface="Arial" panose="020B0604020202020204" pitchFamily="34" charset="0"/>
              </a:rPr>
              <a:t>‘Bijsnijden’. </a:t>
            </a:r>
            <a:r>
              <a:rPr lang="nl-NL" sz="1000" dirty="0">
                <a:latin typeface="+mn-lt"/>
                <a:cs typeface="Arial" panose="020B0604020202020204" pitchFamily="34" charset="0"/>
              </a:rPr>
              <a:t>Met de witte bolletjes schaal je de afbeelding, met de zwarte haakjes schaal je het afbeeldingskader. </a:t>
            </a:r>
            <a:endParaRPr lang="en-US" sz="1000" dirty="0">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82241" y="3264214"/>
            <a:ext cx="271463"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userDrawn="1"/>
        </p:nvSpPr>
        <p:spPr>
          <a:xfrm>
            <a:off x="3739472" y="3659037"/>
            <a:ext cx="2785649" cy="553998"/>
          </a:xfrm>
          <a:prstGeom prst="rect">
            <a:avLst/>
          </a:prstGeom>
          <a:noFill/>
        </p:spPr>
        <p:txBody>
          <a:bodyPr wrap="square" rtlCol="0">
            <a:spAutoFit/>
          </a:bodyPr>
          <a:lstStyle/>
          <a:p>
            <a:r>
              <a:rPr lang="nl-NL" sz="1000" dirty="0">
                <a:latin typeface="+mn-lt"/>
                <a:cs typeface="Arial" panose="020B0604020202020204" pitchFamily="34" charset="0"/>
              </a:rPr>
              <a:t>Howest stock Afbeeldingen kan je downloaden op</a:t>
            </a:r>
          </a:p>
          <a:p>
            <a:r>
              <a:rPr lang="nl-NL" sz="1000" dirty="0">
                <a:latin typeface="+mn-lt"/>
                <a:cs typeface="Arial" panose="020B0604020202020204" pitchFamily="34" charset="0"/>
              </a:rPr>
              <a:t> </a:t>
            </a:r>
            <a:r>
              <a:rPr lang="nl-BE" sz="1000" dirty="0">
                <a:latin typeface="+mn-lt"/>
                <a:hlinkClick r:id="rId4"/>
              </a:rPr>
              <a:t>https://www.flickr.com/photos/howestbe/albums</a:t>
            </a:r>
            <a:endParaRPr lang="nl-NL" sz="1000" dirty="0">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userDrawn="1"/>
        </p:nvSpPr>
        <p:spPr>
          <a:xfrm>
            <a:off x="3744719"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optimaliseren</a:t>
            </a:r>
            <a:endParaRPr lang="en-US" sz="1400" b="1" dirty="0">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userDrawn="1"/>
        </p:nvCxnSpPr>
        <p:spPr>
          <a:xfrm>
            <a:off x="3843206" y="2214279"/>
            <a:ext cx="2650606"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userDrawn="1"/>
        </p:nvSpPr>
        <p:spPr>
          <a:xfrm>
            <a:off x="3743234" y="2275074"/>
            <a:ext cx="2737877" cy="1323439"/>
          </a:xfrm>
          <a:prstGeom prst="rect">
            <a:avLst/>
          </a:prstGeom>
          <a:noFill/>
        </p:spPr>
        <p:txBody>
          <a:bodyPr wrap="square" rtlCol="0">
            <a:spAutoFit/>
          </a:bodyPr>
          <a:lstStyle/>
          <a:p>
            <a:r>
              <a:rPr lang="nl-NL" sz="1000" dirty="0">
                <a:latin typeface="+mn-lt"/>
                <a:cs typeface="Arial" panose="020B0604020202020204" pitchFamily="34" charset="0"/>
              </a:rPr>
              <a:t>Afbeeldingen maken je PPT vaak heel groot, indien nodig kan je ze comprimeren door ze te selecteren naar </a:t>
            </a:r>
            <a:r>
              <a:rPr lang="nl-NL" sz="1000" b="1" dirty="0">
                <a:latin typeface="+mn-lt"/>
                <a:cs typeface="Arial" panose="020B0604020202020204" pitchFamily="34" charset="0"/>
              </a:rPr>
              <a:t>opmaak</a:t>
            </a:r>
            <a:r>
              <a:rPr lang="nl-NL" sz="1000" dirty="0">
                <a:latin typeface="+mn-lt"/>
                <a:cs typeface="Arial" panose="020B0604020202020204" pitchFamily="34" charset="0"/>
              </a:rPr>
              <a:t> te gaan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Daar kan je volgende optie vinden:</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56559" y="3117812"/>
            <a:ext cx="1685925" cy="219075"/>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userDrawn="1"/>
        </p:nvSpPr>
        <p:spPr>
          <a:xfrm>
            <a:off x="9297501"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Gebruik iconen /logo`s</a:t>
            </a:r>
            <a:endParaRPr lang="en-US" sz="1400" b="1" dirty="0">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userDrawn="1"/>
        </p:nvSpPr>
        <p:spPr>
          <a:xfrm>
            <a:off x="9293556" y="2260350"/>
            <a:ext cx="2788533" cy="1631216"/>
          </a:xfrm>
          <a:prstGeom prst="rect">
            <a:avLst/>
          </a:prstGeom>
          <a:noFill/>
        </p:spPr>
        <p:txBody>
          <a:bodyPr wrap="square" rtlCol="0">
            <a:spAutoFit/>
          </a:bodyPr>
          <a:lstStyle/>
          <a:p>
            <a:r>
              <a:rPr lang="nl-NL" sz="1000" dirty="0">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 </a:t>
            </a:r>
            <a:r>
              <a:rPr lang="nl-NL" sz="1000" b="1" dirty="0">
                <a:latin typeface="+mn-lt"/>
                <a:cs typeface="Arial" panose="020B0604020202020204" pitchFamily="34" charset="0"/>
              </a:rPr>
              <a:t>Sleep hiervoor aan de witte bolletjes op de hoeken maar hou SHIFT ingedrukt</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userDrawn="1"/>
        </p:nvSpPr>
        <p:spPr>
          <a:xfrm>
            <a:off x="6519002" y="5696112"/>
            <a:ext cx="2376264" cy="523220"/>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Aanpassen datum en voettekst</a:t>
            </a:r>
            <a:endParaRPr lang="en-US" sz="1400" b="1" dirty="0">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userDrawn="1"/>
        </p:nvSpPr>
        <p:spPr>
          <a:xfrm>
            <a:off x="6510860" y="6436655"/>
            <a:ext cx="2759700" cy="1938992"/>
          </a:xfrm>
          <a:prstGeom prst="rect">
            <a:avLst/>
          </a:prstGeom>
          <a:noFill/>
        </p:spPr>
        <p:txBody>
          <a:bodyPr wrap="square" rtlCol="0">
            <a:spAutoFit/>
          </a:bodyPr>
          <a:lstStyle/>
          <a:p>
            <a:r>
              <a:rPr lang="nl-NL" sz="1000" dirty="0">
                <a:latin typeface="+mn-lt"/>
                <a:cs typeface="Arial" panose="020B0604020202020204" pitchFamily="34" charset="0"/>
              </a:rPr>
              <a:t>Pas de voettekst niet rechtstreeks aan maar ga via invoegen en klik op:</a:t>
            </a: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r>
              <a:rPr lang="nl-NL" sz="1000" b="0" dirty="0">
                <a:latin typeface="+mn-lt"/>
                <a:cs typeface="Arial" panose="020B0604020202020204" pitchFamily="34" charset="0"/>
              </a:rPr>
              <a:t>Daar kan je deze aanpassen en toepassen op de slide of op alle slides.</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693592" y="6936447"/>
            <a:ext cx="527417" cy="57464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userDrawn="1"/>
        </p:nvSpPr>
        <p:spPr>
          <a:xfrm>
            <a:off x="14860914" y="7140510"/>
            <a:ext cx="2752302" cy="707886"/>
          </a:xfrm>
          <a:prstGeom prst="rect">
            <a:avLst/>
          </a:prstGeom>
          <a:noFill/>
        </p:spPr>
        <p:txBody>
          <a:bodyPr wrap="square" rtlCol="0">
            <a:spAutoFit/>
          </a:bodyPr>
          <a:lstStyle/>
          <a:p>
            <a:r>
              <a:rPr lang="nl-NL" sz="1000" dirty="0">
                <a:latin typeface="+mn-lt"/>
                <a:cs typeface="Arial" panose="020B0604020202020204" pitchFamily="34" charset="0"/>
              </a:rPr>
              <a:t>Indien je per ongeluk elementen verschoven hebt in de </a:t>
            </a:r>
            <a:r>
              <a:rPr lang="nl-NL" sz="1000" dirty="0" err="1">
                <a:latin typeface="+mn-lt"/>
                <a:cs typeface="Arial" panose="020B0604020202020204" pitchFamily="34" charset="0"/>
              </a:rPr>
              <a:t>layout</a:t>
            </a:r>
            <a:r>
              <a:rPr lang="nl-NL" sz="1000" dirty="0">
                <a:latin typeface="+mn-lt"/>
                <a:cs typeface="Arial" panose="020B0604020202020204" pitchFamily="34" charset="0"/>
              </a:rPr>
              <a:t>, pas opnieuw de juiste template toe:</a:t>
            </a:r>
          </a:p>
          <a:p>
            <a:endParaRPr lang="nl-NL" sz="1000" b="1" dirty="0">
              <a:latin typeface="+mn-lt"/>
              <a:cs typeface="Arial" panose="020B0604020202020204" pitchFamily="34" charset="0"/>
            </a:endParaRPr>
          </a:p>
          <a:p>
            <a:r>
              <a:rPr lang="nl-NL" sz="1000" b="1" dirty="0">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userDrawn="1"/>
        </p:nvSpPr>
        <p:spPr>
          <a:xfrm>
            <a:off x="14856440" y="640785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Reset </a:t>
            </a:r>
            <a:r>
              <a:rPr lang="nl-NL" sz="1400" b="1" dirty="0" err="1">
                <a:solidFill>
                  <a:schemeClr val="tx2"/>
                </a:solidFill>
                <a:latin typeface="+mn-lt"/>
                <a:cs typeface="Arial" panose="020B0604020202020204" pitchFamily="34" charset="0"/>
              </a:rPr>
              <a:t>layout</a:t>
            </a:r>
            <a:endParaRPr lang="en-US" sz="1400" b="1" dirty="0">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userDrawn="1"/>
        </p:nvCxnSpPr>
        <p:spPr>
          <a:xfrm>
            <a:off x="14941583" y="7080206"/>
            <a:ext cx="2658217"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userDrawn="1"/>
        </p:nvSpPr>
        <p:spPr>
          <a:xfrm>
            <a:off x="998692" y="825823"/>
            <a:ext cx="11377048" cy="677108"/>
          </a:xfrm>
          <a:prstGeom prst="rect">
            <a:avLst/>
          </a:prstGeom>
          <a:noFill/>
        </p:spPr>
        <p:txBody>
          <a:bodyPr wrap="square" lIns="0" tIns="0" rIns="0" bIns="0" rtlCol="0">
            <a:spAutoFit/>
          </a:bodyPr>
          <a:lstStyle/>
          <a:p>
            <a:r>
              <a:rPr lang="nl-NL" sz="4400" dirty="0">
                <a:latin typeface="Arial Rounded MT Bold" panose="020F0704030504030204" pitchFamily="34" charset="0"/>
              </a:rPr>
              <a:t>Gebruik Howest template </a:t>
            </a:r>
            <a:r>
              <a:rPr lang="nl-NL" sz="1100" dirty="0">
                <a:latin typeface="Arial Rounded MT Bold" panose="020F0704030504030204" pitchFamily="34" charset="0"/>
              </a:rPr>
              <a:t>versie 1.0</a:t>
            </a:r>
            <a:endParaRPr lang="nl-BE" sz="1100" dirty="0">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userDrawn="1"/>
        </p:nvSpPr>
        <p:spPr>
          <a:xfrm>
            <a:off x="65270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Tekst niveaus</a:t>
            </a:r>
            <a:endParaRPr lang="en-US" sz="1400" b="1" dirty="0">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userDrawn="1"/>
        </p:nvSpPr>
        <p:spPr>
          <a:xfrm>
            <a:off x="6525467" y="2250825"/>
            <a:ext cx="2766076" cy="400110"/>
          </a:xfrm>
          <a:prstGeom prst="rect">
            <a:avLst/>
          </a:prstGeom>
          <a:noFill/>
        </p:spPr>
        <p:txBody>
          <a:bodyPr wrap="square" rtlCol="0">
            <a:spAutoFit/>
          </a:bodyPr>
          <a:lstStyle/>
          <a:p>
            <a:r>
              <a:rPr lang="nl-BE" sz="1000" dirty="0"/>
              <a:t>Titelfont is </a:t>
            </a:r>
            <a:r>
              <a:rPr lang="nl-BE" sz="1000" dirty="0" err="1"/>
              <a:t>Arial</a:t>
            </a:r>
            <a:r>
              <a:rPr lang="nl-BE" sz="1000" dirty="0"/>
              <a:t> </a:t>
            </a:r>
            <a:r>
              <a:rPr lang="nl-BE" sz="1000" dirty="0" err="1"/>
              <a:t>Rounded</a:t>
            </a:r>
            <a:r>
              <a:rPr lang="nl-BE" sz="1000" dirty="0"/>
              <a:t> MT </a:t>
            </a:r>
            <a:r>
              <a:rPr lang="nl-BE" sz="1000" dirty="0" err="1"/>
              <a:t>Bold</a:t>
            </a:r>
            <a:endParaRPr lang="nl-BE" sz="1000" dirty="0"/>
          </a:p>
          <a:p>
            <a:r>
              <a:rPr lang="en-US" sz="1000" dirty="0" err="1"/>
              <a:t>Daarnaast</a:t>
            </a:r>
            <a:r>
              <a:rPr lang="en-US" sz="1000" dirty="0"/>
              <a:t> </a:t>
            </a:r>
            <a:r>
              <a:rPr lang="en-US" sz="1000" dirty="0" err="1"/>
              <a:t>voor</a:t>
            </a:r>
            <a:r>
              <a:rPr lang="en-US" sz="1000" dirty="0"/>
              <a:t> </a:t>
            </a:r>
            <a:r>
              <a:rPr lang="en-US" sz="1000" dirty="0" err="1"/>
              <a:t>tekst</a:t>
            </a:r>
            <a:r>
              <a:rPr lang="en-US" sz="1000" dirty="0"/>
              <a:t> Calibri </a:t>
            </a:r>
            <a:r>
              <a:rPr lang="en-US" sz="1000" dirty="0" err="1"/>
              <a:t>gebruiken</a:t>
            </a:r>
            <a:endParaRPr lang="en-US" sz="1000" dirty="0"/>
          </a:p>
        </p:txBody>
      </p:sp>
      <p:sp>
        <p:nvSpPr>
          <p:cNvPr id="66" name="TextBox 15">
            <a:extLst>
              <a:ext uri="{FF2B5EF4-FFF2-40B4-BE49-F238E27FC236}">
                <a16:creationId xmlns:a16="http://schemas.microsoft.com/office/drawing/2014/main" id="{B726A7B0-FC55-4FD2-B93B-47F52DFE16C4}"/>
              </a:ext>
            </a:extLst>
          </p:cNvPr>
          <p:cNvSpPr txBox="1"/>
          <p:nvPr userDrawn="1"/>
        </p:nvSpPr>
        <p:spPr>
          <a:xfrm>
            <a:off x="6512729" y="2952175"/>
            <a:ext cx="1376953" cy="246221"/>
          </a:xfrm>
          <a:prstGeom prst="rect">
            <a:avLst/>
          </a:prstGeom>
          <a:noFill/>
        </p:spPr>
        <p:txBody>
          <a:bodyPr wrap="square" rtlCol="0">
            <a:spAutoFit/>
          </a:bodyPr>
          <a:lstStyle/>
          <a:p>
            <a:r>
              <a:rPr lang="nl-NL" sz="1000" b="1" dirty="0">
                <a:solidFill>
                  <a:schemeClr val="tx2"/>
                </a:solidFill>
                <a:latin typeface="Arial" panose="020B0604020202020204" pitchFamily="34" charset="0"/>
                <a:cs typeface="Arial" panose="020B0604020202020204" pitchFamily="34" charset="0"/>
              </a:rPr>
              <a:t>Tekstgroottes</a:t>
            </a:r>
            <a:endParaRPr lang="en-US" sz="1000" b="1" dirty="0">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userDrawn="1"/>
        </p:nvSpPr>
        <p:spPr>
          <a:xfrm>
            <a:off x="6869009" y="3752065"/>
            <a:ext cx="1854206" cy="246221"/>
          </a:xfrm>
          <a:prstGeom prst="rect">
            <a:avLst/>
          </a:prstGeom>
          <a:noFill/>
        </p:spPr>
        <p:txBody>
          <a:bodyPr wrap="square" rtlCol="0">
            <a:spAutoFit/>
          </a:bodyPr>
          <a:lstStyle/>
          <a:p>
            <a:r>
              <a:rPr lang="nl-NL" sz="1000" dirty="0">
                <a:latin typeface="+mj-lt"/>
                <a:cs typeface="Arial" panose="020B0604020202020204" pitchFamily="34" charset="0"/>
              </a:rPr>
              <a:t>Platte tekst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userDrawn="1"/>
        </p:nvSpPr>
        <p:spPr>
          <a:xfrm>
            <a:off x="6866337" y="4021905"/>
            <a:ext cx="1854206" cy="246221"/>
          </a:xfrm>
          <a:prstGeom prst="rect">
            <a:avLst/>
          </a:prstGeom>
          <a:noFill/>
        </p:spPr>
        <p:txBody>
          <a:bodyPr wrap="square" rtlCol="0">
            <a:spAutoFit/>
          </a:bodyPr>
          <a:lstStyle/>
          <a:p>
            <a:pPr marL="171450" indent="-171450">
              <a:buFont typeface="Arial" panose="020B0604020202020204" pitchFamily="34" charset="0"/>
              <a:buChar char="•"/>
            </a:pPr>
            <a:r>
              <a:rPr lang="nl-NL" sz="1000" dirty="0" err="1">
                <a:latin typeface="+mj-lt"/>
                <a:cs typeface="Arial" panose="020B0604020202020204" pitchFamily="34" charset="0"/>
              </a:rPr>
              <a:t>Bullet</a:t>
            </a:r>
            <a:r>
              <a:rPr lang="nl-NL" sz="1000" dirty="0">
                <a:latin typeface="+mj-lt"/>
                <a:cs typeface="Arial" panose="020B0604020202020204" pitchFamily="34" charset="0"/>
              </a:rPr>
              <a: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userDrawn="1"/>
        </p:nvSpPr>
        <p:spPr>
          <a:xfrm>
            <a:off x="6952508" y="4321748"/>
            <a:ext cx="1693619" cy="246221"/>
          </a:xfrm>
          <a:prstGeom prst="rect">
            <a:avLst/>
          </a:prstGeom>
          <a:noFill/>
        </p:spPr>
        <p:txBody>
          <a:bodyPr wrap="square" rtlCol="0">
            <a:spAutoFit/>
          </a:bodyPr>
          <a:lstStyle/>
          <a:p>
            <a:pPr marL="360363" lvl="1" indent="-180975">
              <a:buFont typeface="Arial" panose="020B0604020202020204" pitchFamily="34" charset="0"/>
              <a:buChar char="•"/>
            </a:pPr>
            <a:r>
              <a:rPr lang="nl-NL" sz="1000" dirty="0">
                <a:latin typeface="+mj-lt"/>
                <a:cs typeface="Arial" panose="020B0604020202020204" pitchFamily="34" charset="0"/>
              </a:rPr>
              <a:t>Sub </a:t>
            </a:r>
            <a:r>
              <a:rPr lang="nl-NL" sz="1000" dirty="0" err="1">
                <a:latin typeface="+mj-lt"/>
                <a:cs typeface="Arial" panose="020B0604020202020204" pitchFamily="34" charset="0"/>
              </a:rPr>
              <a:t>Bullet</a:t>
            </a:r>
            <a:r>
              <a:rPr lang="nl-NL" sz="1000" dirty="0">
                <a:latin typeface="+mj-lt"/>
                <a:cs typeface="Arial" panose="020B0604020202020204" pitchFamily="34" charset="0"/>
              </a:rPr>
              <a:t> (30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userDrawn="1"/>
        </p:nvSpPr>
        <p:spPr>
          <a:xfrm>
            <a:off x="6952508" y="4628174"/>
            <a:ext cx="1693619" cy="246221"/>
          </a:xfrm>
          <a:prstGeom prst="rect">
            <a:avLst/>
          </a:prstGeom>
          <a:noFill/>
        </p:spPr>
        <p:txBody>
          <a:bodyPr wrap="square" rtlCol="0">
            <a:spAutoFit/>
          </a:bodyPr>
          <a:lstStyle/>
          <a:p>
            <a:r>
              <a:rPr lang="nl-NL" sz="1000" b="1" dirty="0">
                <a:solidFill>
                  <a:schemeClr val="tx2"/>
                </a:solidFill>
                <a:latin typeface="+mj-lt"/>
                <a:cs typeface="Arial" panose="020B0604020202020204" pitchFamily="34" charset="0"/>
              </a:rPr>
              <a:t>Kopje (24 </a:t>
            </a:r>
            <a:r>
              <a:rPr lang="nl-NL" sz="1000" b="1" dirty="0" err="1">
                <a:solidFill>
                  <a:schemeClr val="tx2"/>
                </a:solidFill>
                <a:latin typeface="+mj-lt"/>
                <a:cs typeface="Arial" panose="020B0604020202020204" pitchFamily="34" charset="0"/>
              </a:rPr>
              <a:t>pt</a:t>
            </a:r>
            <a:r>
              <a:rPr lang="nl-NL" sz="1000" b="1" dirty="0">
                <a:solidFill>
                  <a:schemeClr val="tx2"/>
                </a:solidFill>
                <a:latin typeface="+mj-lt"/>
                <a:cs typeface="Arial" panose="020B0604020202020204" pitchFamily="34" charset="0"/>
              </a:rPr>
              <a:t>)</a:t>
            </a:r>
            <a:endParaRPr lang="en-US" sz="1000" b="1" dirty="0">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userDrawn="1"/>
        </p:nvSpPr>
        <p:spPr>
          <a:xfrm>
            <a:off x="6942268" y="4934969"/>
            <a:ext cx="1693619" cy="246221"/>
          </a:xfrm>
          <a:prstGeom prst="rect">
            <a:avLst/>
          </a:prstGeom>
          <a:noFill/>
        </p:spPr>
        <p:txBody>
          <a:bodyPr wrap="square" rtlCol="0">
            <a:spAutoFit/>
          </a:bodyPr>
          <a:lstStyle/>
          <a:p>
            <a:r>
              <a:rPr lang="nl-NL" sz="1000" i="1" dirty="0">
                <a:solidFill>
                  <a:schemeClr val="tx2"/>
                </a:solidFill>
                <a:latin typeface="+mj-lt"/>
                <a:cs typeface="Arial" panose="020B0604020202020204" pitchFamily="34" charset="0"/>
              </a:rPr>
              <a:t>Kopje (16 </a:t>
            </a:r>
            <a:r>
              <a:rPr lang="nl-NL" sz="1000" i="1" dirty="0" err="1">
                <a:solidFill>
                  <a:schemeClr val="tx2"/>
                </a:solidFill>
                <a:latin typeface="+mj-lt"/>
                <a:cs typeface="Arial" panose="020B0604020202020204" pitchFamily="34" charset="0"/>
              </a:rPr>
              <a:t>pt</a:t>
            </a:r>
            <a:r>
              <a:rPr lang="nl-NL" sz="1000" i="1" dirty="0">
                <a:solidFill>
                  <a:schemeClr val="tx2"/>
                </a:solidFill>
                <a:latin typeface="+mj-lt"/>
                <a:cs typeface="Arial" panose="020B0604020202020204" pitchFamily="34" charset="0"/>
              </a:rPr>
              <a:t>)</a:t>
            </a:r>
            <a:endParaRPr lang="en-US" sz="1000" i="1" dirty="0">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userDrawn="1"/>
        </p:nvGrpSpPr>
        <p:grpSpPr>
          <a:xfrm>
            <a:off x="6610470" y="3730564"/>
            <a:ext cx="288032" cy="276999"/>
            <a:chOff x="12492689" y="2721406"/>
            <a:chExt cx="288032" cy="276999"/>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1</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userDrawn="1"/>
        </p:nvGrpSpPr>
        <p:grpSpPr>
          <a:xfrm>
            <a:off x="6609883" y="4024410"/>
            <a:ext cx="288032" cy="276999"/>
            <a:chOff x="12492689" y="2721406"/>
            <a:chExt cx="288032" cy="276999"/>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2</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userDrawn="1"/>
        </p:nvGrpSpPr>
        <p:grpSpPr>
          <a:xfrm>
            <a:off x="6610470" y="4321748"/>
            <a:ext cx="288032" cy="276999"/>
            <a:chOff x="12492689" y="2721406"/>
            <a:chExt cx="288032" cy="276999"/>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3</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userDrawn="1"/>
        </p:nvGrpSpPr>
        <p:grpSpPr>
          <a:xfrm>
            <a:off x="6610470" y="4628174"/>
            <a:ext cx="288032" cy="276999"/>
            <a:chOff x="12492689" y="2721406"/>
            <a:chExt cx="288032" cy="276999"/>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4</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userDrawn="1"/>
        </p:nvGrpSpPr>
        <p:grpSpPr>
          <a:xfrm>
            <a:off x="6608159" y="4929162"/>
            <a:ext cx="288032" cy="276999"/>
            <a:chOff x="12492689" y="2721406"/>
            <a:chExt cx="288032" cy="276999"/>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5</a:t>
              </a:r>
              <a:endParaRPr lang="en-US" sz="1200" b="1" dirty="0">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userDrawn="1"/>
        </p:nvSpPr>
        <p:spPr>
          <a:xfrm>
            <a:off x="9300404" y="3609192"/>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Kaart aanpassen</a:t>
            </a:r>
            <a:endParaRPr lang="en-US" sz="1400" b="1" dirty="0">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userDrawn="1"/>
        </p:nvSpPr>
        <p:spPr>
          <a:xfrm>
            <a:off x="9310260" y="4349764"/>
            <a:ext cx="2770672" cy="861774"/>
          </a:xfrm>
          <a:prstGeom prst="rect">
            <a:avLst/>
          </a:prstGeom>
          <a:noFill/>
        </p:spPr>
        <p:txBody>
          <a:bodyPr wrap="square" rtlCol="0">
            <a:spAutoFit/>
          </a:bodyPr>
          <a:lstStyle/>
          <a:p>
            <a:r>
              <a:rPr lang="nl-NL" sz="1000" dirty="0">
                <a:latin typeface="+mn-lt"/>
                <a:cs typeface="Arial" panose="020B0604020202020204" pitchFamily="34" charset="0"/>
              </a:rPr>
              <a:t>Selecteer eerst de kaart en vervolgens het deel dat je wenst te kleuren. Klik naast de kaart om deze weer te verlaten.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Copier de </a:t>
            </a:r>
            <a:r>
              <a:rPr lang="nl-NL" sz="1000" dirty="0" err="1">
                <a:latin typeface="+mn-lt"/>
                <a:cs typeface="Arial" panose="020B0604020202020204" pitchFamily="34" charset="0"/>
              </a:rPr>
              <a:t>pushpin</a:t>
            </a:r>
            <a:r>
              <a:rPr lang="nl-NL" sz="1000" dirty="0">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userDrawn="1"/>
        </p:nvSpPr>
        <p:spPr>
          <a:xfrm>
            <a:off x="12086214" y="6390560"/>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Grafieken aanpassen</a:t>
            </a:r>
            <a:endParaRPr lang="en-US" sz="1400" b="1" dirty="0">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userDrawn="1"/>
        </p:nvSpPr>
        <p:spPr>
          <a:xfrm>
            <a:off x="12081034" y="7140986"/>
            <a:ext cx="2770671" cy="1323439"/>
          </a:xfrm>
          <a:prstGeom prst="rect">
            <a:avLst/>
          </a:prstGeom>
          <a:noFill/>
        </p:spPr>
        <p:txBody>
          <a:bodyPr wrap="square" rtlCol="0">
            <a:spAutoFit/>
          </a:bodyPr>
          <a:lstStyle/>
          <a:p>
            <a:r>
              <a:rPr lang="nl-NL" sz="1000" dirty="0">
                <a:latin typeface="+mn-lt"/>
                <a:cs typeface="Arial" panose="020B0604020202020204" pitchFamily="34" charset="0"/>
              </a:rPr>
              <a:t>Klik rechts op de grafiek en kies voor:</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userDrawn="1"/>
        </p:nvPicPr>
        <p:blipFill rotWithShape="1">
          <a:blip r:embed="rId7" cstate="email">
            <a:extLst>
              <a:ext uri="{28A0092B-C50C-407E-A947-70E740481C1C}">
                <a14:useLocalDpi xmlns:a14="http://schemas.microsoft.com/office/drawing/2010/main" val="0"/>
              </a:ext>
            </a:extLst>
          </a:blip>
          <a:srcRect/>
          <a:stretch/>
        </p:blipFill>
        <p:spPr>
          <a:xfrm>
            <a:off x="12821439" y="7457420"/>
            <a:ext cx="1345121" cy="247310"/>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userDrawn="1"/>
        </p:nvSpPr>
        <p:spPr>
          <a:xfrm>
            <a:off x="14856787" y="5038324"/>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Vragen of hulp</a:t>
            </a:r>
            <a:endParaRPr lang="en-US" sz="1400" b="1" dirty="0">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userDrawn="1"/>
        </p:nvSpPr>
        <p:spPr>
          <a:xfrm>
            <a:off x="14866311" y="5757113"/>
            <a:ext cx="2750175" cy="400110"/>
          </a:xfrm>
          <a:prstGeom prst="rect">
            <a:avLst/>
          </a:prstGeom>
          <a:noFill/>
        </p:spPr>
        <p:txBody>
          <a:bodyPr wrap="square" rtlCol="0">
            <a:spAutoFit/>
          </a:bodyPr>
          <a:lstStyle/>
          <a:p>
            <a:r>
              <a:rPr lang="nl-NL" sz="1000" dirty="0">
                <a:latin typeface="+mn-lt"/>
                <a:cs typeface="Arial" panose="020B0604020202020204" pitchFamily="34" charset="0"/>
              </a:rPr>
              <a:t>Contacteer de dienst communicatie of </a:t>
            </a:r>
            <a:r>
              <a:rPr lang="nl-NL" sz="1000" dirty="0">
                <a:latin typeface="+mn-lt"/>
                <a:cs typeface="Arial" panose="020B0604020202020204" pitchFamily="34" charset="0"/>
                <a:hlinkClick r:id="rId8"/>
              </a:rPr>
              <a:t>regis.le.roy@howest.be</a:t>
            </a:r>
            <a:r>
              <a:rPr lang="nl-NL" sz="1000" dirty="0">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userDrawn="1"/>
        </p:nvSpPr>
        <p:spPr>
          <a:xfrm>
            <a:off x="12094058" y="1530329"/>
            <a:ext cx="2376264" cy="307777"/>
          </a:xfrm>
          <a:prstGeom prst="rect">
            <a:avLst/>
          </a:prstGeom>
          <a:noFill/>
        </p:spPr>
        <p:txBody>
          <a:bodyPr wrap="square" rtlCol="0">
            <a:spAutoFit/>
          </a:bodyPr>
          <a:lstStyle/>
          <a:p>
            <a:r>
              <a:rPr lang="nl-NL" sz="1400" b="1" dirty="0" err="1">
                <a:solidFill>
                  <a:schemeClr val="tx2"/>
                </a:solidFill>
                <a:latin typeface="+mn-lt"/>
                <a:cs typeface="Arial" panose="020B0604020202020204" pitchFamily="34" charset="0"/>
              </a:rPr>
              <a:t>SmartArt</a:t>
            </a:r>
            <a:r>
              <a:rPr lang="nl-NL" sz="1400" b="1" dirty="0">
                <a:solidFill>
                  <a:schemeClr val="tx2"/>
                </a:solidFill>
                <a:latin typeface="+mn-lt"/>
                <a:cs typeface="Arial" panose="020B0604020202020204" pitchFamily="34" charset="0"/>
              </a:rPr>
              <a:t> aanpassen</a:t>
            </a:r>
            <a:endParaRPr lang="en-US" sz="1400" b="1" dirty="0">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userDrawn="1"/>
        </p:nvSpPr>
        <p:spPr>
          <a:xfrm>
            <a:off x="12084102" y="2250825"/>
            <a:ext cx="2770673" cy="1015663"/>
          </a:xfrm>
          <a:prstGeom prst="rect">
            <a:avLst/>
          </a:prstGeom>
          <a:noFill/>
        </p:spPr>
        <p:txBody>
          <a:bodyPr wrap="square" rtlCol="0">
            <a:spAutoFit/>
          </a:bodyPr>
          <a:lstStyle/>
          <a:p>
            <a:r>
              <a:rPr lang="nl-NL" sz="1000" dirty="0">
                <a:latin typeface="+mn-lt"/>
                <a:cs typeface="Arial" panose="020B0604020202020204" pitchFamily="34" charset="0"/>
              </a:rPr>
              <a:t>Copier de </a:t>
            </a:r>
            <a:r>
              <a:rPr lang="nl-NL" sz="1000" dirty="0" err="1">
                <a:latin typeface="+mn-lt"/>
                <a:cs typeface="Arial" panose="020B0604020202020204" pitchFamily="34" charset="0"/>
              </a:rPr>
              <a:t>smartart</a:t>
            </a:r>
            <a:r>
              <a:rPr lang="nl-NL" sz="1000" dirty="0">
                <a:latin typeface="+mn-lt"/>
                <a:cs typeface="Arial" panose="020B0604020202020204" pitchFamily="34" charset="0"/>
              </a:rPr>
              <a:t> naar de template je slide.</a:t>
            </a:r>
          </a:p>
          <a:p>
            <a:endParaRPr lang="nl-NL" sz="1000" dirty="0">
              <a:latin typeface="+mn-lt"/>
              <a:cs typeface="Arial" panose="020B0604020202020204" pitchFamily="34" charset="0"/>
            </a:endParaRPr>
          </a:p>
          <a:p>
            <a:r>
              <a:rPr lang="nl-NL" sz="1000" dirty="0">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userDrawn="1"/>
        </p:nvSpPr>
        <p:spPr>
          <a:xfrm>
            <a:off x="14856787" y="3659658"/>
            <a:ext cx="2759700" cy="707886"/>
          </a:xfrm>
          <a:prstGeom prst="rect">
            <a:avLst/>
          </a:prstGeom>
          <a:noFill/>
        </p:spPr>
        <p:txBody>
          <a:bodyPr wrap="square" rtlCol="0">
            <a:spAutoFit/>
          </a:bodyPr>
          <a:lstStyle/>
          <a:p>
            <a:r>
              <a:rPr lang="nl-BE" sz="1000" dirty="0">
                <a:latin typeface="+mn-lt"/>
                <a:cs typeface="Arial" panose="020B0604020202020204" pitchFamily="34" charset="0"/>
              </a:rPr>
              <a:t>Gelieve steeds de laatste versie af te halen van dit bestand! Via het intranet op </a:t>
            </a:r>
          </a:p>
          <a:p>
            <a:r>
              <a:rPr lang="nl-BE" sz="1000" dirty="0">
                <a:latin typeface="+mn-lt"/>
                <a:cs typeface="Arial" panose="020B0604020202020204" pitchFamily="34" charset="0"/>
                <a:hlinkClick r:id="rId9"/>
              </a:rPr>
              <a:t>https://start.howest.be/StrategieCommunicatie/Communicatie</a:t>
            </a:r>
            <a:endParaRPr lang="nl-BE" sz="1000" dirty="0">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userDrawn="1"/>
        </p:nvSpPr>
        <p:spPr>
          <a:xfrm>
            <a:off x="14856787" y="295199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Over deze template</a:t>
            </a:r>
            <a:endParaRPr lang="en-US" sz="1400" b="1" dirty="0">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userDrawn="1"/>
        </p:nvSpPr>
        <p:spPr>
          <a:xfrm>
            <a:off x="9292223" y="5700406"/>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Kleuren</a:t>
            </a:r>
            <a:endParaRPr lang="en-US" sz="1400" b="1" dirty="0">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userDrawn="1"/>
        </p:nvCxnSpPr>
        <p:spPr>
          <a:xfrm>
            <a:off x="9395015" y="6373382"/>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userDrawn="1"/>
        </p:nvGrpSpPr>
        <p:grpSpPr>
          <a:xfrm>
            <a:off x="9402506" y="6426409"/>
            <a:ext cx="1871067" cy="1785104"/>
            <a:chOff x="15665503" y="2139926"/>
            <a:chExt cx="1871067" cy="1785104"/>
          </a:xfrm>
        </p:grpSpPr>
        <p:sp>
          <p:nvSpPr>
            <p:cNvPr id="103" name="Rechthoek 102">
              <a:extLst>
                <a:ext uri="{FF2B5EF4-FFF2-40B4-BE49-F238E27FC236}">
                  <a16:creationId xmlns:a16="http://schemas.microsoft.com/office/drawing/2014/main" id="{04E0274B-4A23-4599-8B39-A2CDABB5ECA3}"/>
                </a:ext>
              </a:extLst>
            </p:cNvPr>
            <p:cNvSpPr/>
            <p:nvPr userDrawn="1"/>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userDrawn="1"/>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userDrawn="1"/>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userDrawn="1"/>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userDrawn="1"/>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userDrawn="1"/>
          </p:nvSpPr>
          <p:spPr>
            <a:xfrm>
              <a:off x="15808378" y="2139926"/>
              <a:ext cx="1728192" cy="1785104"/>
            </a:xfrm>
            <a:prstGeom prst="rect">
              <a:avLst/>
            </a:prstGeom>
            <a:noFill/>
          </p:spPr>
          <p:txBody>
            <a:bodyPr wrap="square" rtlCol="0">
              <a:spAutoFit/>
            </a:bodyPr>
            <a:lstStyle/>
            <a:p>
              <a:pPr marL="0" indent="0" algn="l">
                <a:buFontTx/>
                <a:buNone/>
              </a:pPr>
              <a:r>
                <a:rPr lang="en-US" sz="1000" dirty="0"/>
                <a:t>H</a:t>
              </a:r>
              <a:r>
                <a:rPr lang="nl-BE" sz="1000" dirty="0" err="1"/>
                <a:t>oofdkleur</a:t>
              </a:r>
              <a:endParaRPr lang="nl-BE" sz="1000" dirty="0"/>
            </a:p>
            <a:p>
              <a:pPr marL="0" indent="0" algn="l">
                <a:buFontTx/>
                <a:buNone/>
              </a:pPr>
              <a:r>
                <a:rPr lang="nl-BE" sz="1000" dirty="0"/>
                <a:t>Blauw (RGB: 68,200,245)</a:t>
              </a:r>
            </a:p>
            <a:p>
              <a:pPr marL="0" indent="0">
                <a:buFontTx/>
                <a:buNone/>
              </a:pPr>
              <a:r>
                <a:rPr lang="en-US" sz="1000" dirty="0"/>
                <a:t>1</a:t>
              </a:r>
              <a:r>
                <a:rPr lang="en-US" sz="1000" baseline="30000" dirty="0"/>
                <a:t>ste </a:t>
              </a:r>
              <a:r>
                <a:rPr lang="nl-BE" sz="1000" dirty="0"/>
                <a:t> Tekstkleur </a:t>
              </a:r>
            </a:p>
            <a:p>
              <a:pPr marL="0" indent="0">
                <a:buFontTx/>
                <a:buNone/>
              </a:pPr>
              <a:r>
                <a:rPr lang="nl-BE" sz="1000" dirty="0"/>
                <a:t>Wit (RGB:255,255,255)</a:t>
              </a:r>
            </a:p>
            <a:p>
              <a:pPr marL="0" indent="0">
                <a:buFontTx/>
                <a:buNone/>
              </a:pPr>
              <a:r>
                <a:rPr lang="en-US" sz="1000" dirty="0"/>
                <a:t>2</a:t>
              </a:r>
              <a:r>
                <a:rPr lang="en-US" sz="1000" baseline="30000" dirty="0"/>
                <a:t>de</a:t>
              </a:r>
              <a:r>
                <a:rPr lang="en-US" sz="1000" dirty="0"/>
                <a:t>   </a:t>
              </a:r>
              <a:r>
                <a:rPr lang="en-US" sz="1000" dirty="0" err="1"/>
                <a:t>Tekstkleur</a:t>
              </a:r>
              <a:endParaRPr lang="en-US" sz="1000" dirty="0"/>
            </a:p>
            <a:p>
              <a:pPr marL="0" indent="0">
                <a:buFontTx/>
                <a:buNone/>
              </a:pPr>
              <a:r>
                <a:rPr lang="en-US" sz="1000" dirty="0"/>
                <a:t>Z</a:t>
              </a:r>
              <a:r>
                <a:rPr lang="nl-BE" sz="1000" dirty="0"/>
                <a:t>wart (RGB:0,0,0)</a:t>
              </a:r>
            </a:p>
            <a:p>
              <a:pPr marL="0" indent="0">
                <a:buFontTx/>
                <a:buNone/>
              </a:pPr>
              <a:r>
                <a:rPr lang="en-US" sz="1000" dirty="0"/>
                <a:t>Extra: </a:t>
              </a:r>
            </a:p>
            <a:p>
              <a:pPr marL="0" indent="0">
                <a:buFontTx/>
                <a:buNone/>
              </a:pPr>
              <a:r>
                <a:rPr lang="en-US" sz="1000" dirty="0"/>
                <a:t>Magenta</a:t>
              </a:r>
              <a:r>
                <a:rPr lang="nl-BE" sz="1000" dirty="0"/>
                <a:t> (RGB: 236,0,140)</a:t>
              </a:r>
            </a:p>
            <a:p>
              <a:pPr marL="0" indent="0">
                <a:buFontTx/>
                <a:buNone/>
              </a:pPr>
              <a:r>
                <a:rPr lang="nl-BE" sz="1000" dirty="0"/>
                <a:t>Extra:</a:t>
              </a:r>
            </a:p>
            <a:p>
              <a:pPr marL="0" indent="0">
                <a:buFontTx/>
                <a:buNone/>
              </a:pPr>
              <a:r>
                <a:rPr lang="nl-BE" sz="1000" dirty="0"/>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userDrawn="1"/>
        </p:nvSpPr>
        <p:spPr>
          <a:xfrm>
            <a:off x="1484309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Hulplijnen tonen aanpassen</a:t>
            </a:r>
            <a:endParaRPr lang="en-US" sz="1400" b="1" dirty="0">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userDrawn="1"/>
        </p:nvCxnSpPr>
        <p:spPr>
          <a:xfrm>
            <a:off x="14951109"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userDrawn="1"/>
        </p:nvSpPr>
        <p:spPr>
          <a:xfrm>
            <a:off x="14845814" y="2258927"/>
            <a:ext cx="2770673" cy="553998"/>
          </a:xfrm>
          <a:prstGeom prst="rect">
            <a:avLst/>
          </a:prstGeom>
          <a:noFill/>
        </p:spPr>
        <p:txBody>
          <a:bodyPr wrap="square" rtlCol="0">
            <a:spAutoFit/>
          </a:bodyPr>
          <a:lstStyle/>
          <a:p>
            <a:r>
              <a:rPr lang="nl-NL" sz="1000" dirty="0">
                <a:latin typeface="+mn-lt"/>
                <a:cs typeface="Arial" panose="020B0604020202020204" pitchFamily="34" charset="0"/>
              </a:rPr>
              <a:t>In elke slide </a:t>
            </a:r>
            <a:r>
              <a:rPr lang="nl-NL" sz="1000" dirty="0" err="1">
                <a:latin typeface="+mn-lt"/>
                <a:cs typeface="Arial" panose="020B0604020202020204" pitchFamily="34" charset="0"/>
              </a:rPr>
              <a:t>layout</a:t>
            </a:r>
            <a:r>
              <a:rPr lang="nl-NL" sz="1000" dirty="0">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userDrawn="1"/>
        </p:nvCxnSpPr>
        <p:spPr>
          <a:xfrm>
            <a:off x="14940538" y="358946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userDrawn="1"/>
        </p:nvCxnSpPr>
        <p:spPr>
          <a:xfrm>
            <a:off x="14951108" y="567619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userDrawn="1"/>
        </p:nvCxnSpPr>
        <p:spPr>
          <a:xfrm>
            <a:off x="12172955"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userDrawn="1"/>
        </p:nvCxnSpPr>
        <p:spPr>
          <a:xfrm>
            <a:off x="9409198"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userDrawn="1"/>
        </p:nvCxnSpPr>
        <p:spPr>
          <a:xfrm>
            <a:off x="6608159"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userDrawn="1"/>
        </p:nvCxnSpPr>
        <p:spPr>
          <a:xfrm>
            <a:off x="6596037" y="6369872"/>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userDrawn="1"/>
        </p:nvCxnSpPr>
        <p:spPr>
          <a:xfrm>
            <a:off x="9396501" y="428836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userDrawn="1"/>
        </p:nvCxnSpPr>
        <p:spPr>
          <a:xfrm>
            <a:off x="12194909" y="7084284"/>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userDrawn="1"/>
        </p:nvCxnSpPr>
        <p:spPr>
          <a:xfrm>
            <a:off x="6605430" y="3600349"/>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userDrawn="1"/>
        </p:nvSpPr>
        <p:spPr>
          <a:xfrm>
            <a:off x="12081358" y="360044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Tabellen aanpassen</a:t>
            </a:r>
            <a:endParaRPr lang="en-US" sz="1400" b="1" dirty="0">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userDrawn="1"/>
        </p:nvSpPr>
        <p:spPr>
          <a:xfrm>
            <a:off x="12084102" y="4341532"/>
            <a:ext cx="2770673" cy="1477328"/>
          </a:xfrm>
          <a:prstGeom prst="rect">
            <a:avLst/>
          </a:prstGeom>
          <a:noFill/>
        </p:spPr>
        <p:txBody>
          <a:bodyPr wrap="square" rtlCol="0">
            <a:spAutoFit/>
          </a:bodyPr>
          <a:lstStyle/>
          <a:p>
            <a:r>
              <a:rPr lang="nl-NL" sz="1000" dirty="0">
                <a:latin typeface="+mn-lt"/>
                <a:cs typeface="Arial" panose="020B0604020202020204" pitchFamily="34" charset="0"/>
              </a:rPr>
              <a:t>Tabellen werkt niet altijd even vlot in PowerPoint. </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userDrawn="1"/>
        </p:nvCxnSpPr>
        <p:spPr>
          <a:xfrm>
            <a:off x="12172955" y="4282788"/>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176607" y="5827087"/>
            <a:ext cx="2585662" cy="361700"/>
          </a:xfrm>
          <a:prstGeom prst="rect">
            <a:avLst/>
          </a:prstGeom>
        </p:spPr>
      </p:pic>
      <p:pic>
        <p:nvPicPr>
          <p:cNvPr id="115" name="Afbeelding 114">
            <a:extLst>
              <a:ext uri="{FF2B5EF4-FFF2-40B4-BE49-F238E27FC236}">
                <a16:creationId xmlns:a16="http://schemas.microsoft.com/office/drawing/2014/main" id="{CB240C3F-0CBE-43DA-B915-ADD14E9397EB}"/>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a:stretch/>
        </p:blipFill>
        <p:spPr>
          <a:xfrm>
            <a:off x="1068067" y="4531519"/>
            <a:ext cx="5267788" cy="4623295"/>
          </a:xfrm>
          <a:prstGeom prst="rect">
            <a:avLst/>
          </a:prstGeom>
        </p:spPr>
      </p:pic>
    </p:spTree>
    <p:extLst>
      <p:ext uri="{BB962C8B-B14F-4D97-AF65-F5344CB8AC3E}">
        <p14:creationId xmlns:p14="http://schemas.microsoft.com/office/powerpoint/2010/main" val="10727203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userDrawn="1"/>
        </p:nvSpPr>
        <p:spPr>
          <a:xfrm>
            <a:off x="1019175" y="-1"/>
            <a:ext cx="17271206" cy="10287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8288000" cy="10287000"/>
          </a:xfrm>
          <a:prstGeom prst="rect">
            <a:avLst/>
          </a:prstGeom>
        </p:spPr>
      </p:pic>
      <p:sp>
        <p:nvSpPr>
          <p:cNvPr id="2" name="Title 1"/>
          <p:cNvSpPr>
            <a:spLocks noGrp="1"/>
          </p:cNvSpPr>
          <p:nvPr>
            <p:ph type="ctrTitle" hasCustomPrompt="1"/>
          </p:nvPr>
        </p:nvSpPr>
        <p:spPr>
          <a:xfrm>
            <a:off x="5149215" y="4065262"/>
            <a:ext cx="12376786" cy="1964494"/>
          </a:xfrm>
        </p:spPr>
        <p:txBody>
          <a:bodyPr wrap="none" lIns="0" tIns="0" rIns="0" bIns="0" anchor="b">
            <a:noAutofit/>
          </a:bodyPr>
          <a:lstStyle>
            <a:lvl1pPr algn="l">
              <a:lnSpc>
                <a:spcPct val="100000"/>
              </a:lnSpc>
              <a:defRPr sz="5400">
                <a:solidFill>
                  <a:schemeClr val="bg1"/>
                </a:solidFill>
                <a:latin typeface="Arial Rounded MT Bold" panose="020F0704030504030204" pitchFamily="34" charset="0"/>
              </a:defRPr>
            </a:lvl1pPr>
          </a:lstStyle>
          <a:p>
            <a:br>
              <a:rPr lang="en-GB" noProof="0"/>
            </a:br>
            <a:br>
              <a:rPr lang="en-GB" noProof="0"/>
            </a:br>
            <a:r>
              <a:rPr lang="en-GB" noProof="0"/>
              <a:t>Titel</a:t>
            </a:r>
          </a:p>
        </p:txBody>
      </p:sp>
      <p:sp>
        <p:nvSpPr>
          <p:cNvPr id="3" name="Subtitle 2"/>
          <p:cNvSpPr>
            <a:spLocks noGrp="1"/>
          </p:cNvSpPr>
          <p:nvPr>
            <p:ph type="subTitle" idx="1" hasCustomPrompt="1"/>
          </p:nvPr>
        </p:nvSpPr>
        <p:spPr>
          <a:xfrm>
            <a:off x="5177790" y="6692164"/>
            <a:ext cx="12376786" cy="2483643"/>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Ondertitel tekst</a:t>
            </a:r>
          </a:p>
        </p:txBody>
      </p:sp>
      <p:sp>
        <p:nvSpPr>
          <p:cNvPr id="8" name="TextBox 4">
            <a:extLst>
              <a:ext uri="{FF2B5EF4-FFF2-40B4-BE49-F238E27FC236}">
                <a16:creationId xmlns:a16="http://schemas.microsoft.com/office/drawing/2014/main" id="{3518A324-C96E-44BE-ACA2-A56AC1F14FF4}"/>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pic>
        <p:nvPicPr>
          <p:cNvPr id="12" name="Graphic 11">
            <a:extLst>
              <a:ext uri="{FF2B5EF4-FFF2-40B4-BE49-F238E27FC236}">
                <a16:creationId xmlns:a16="http://schemas.microsoft.com/office/drawing/2014/main" id="{CAD32F27-0931-4A36-A228-C5DD842F358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1" y="357904"/>
            <a:ext cx="7601331" cy="3895344"/>
          </a:xfrm>
          <a:prstGeom prst="rect">
            <a:avLst/>
          </a:prstGeom>
        </p:spPr>
      </p:pic>
    </p:spTree>
    <p:extLst>
      <p:ext uri="{BB962C8B-B14F-4D97-AF65-F5344CB8AC3E}">
        <p14:creationId xmlns:p14="http://schemas.microsoft.com/office/powerpoint/2010/main" val="354345904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5149215" y="3398303"/>
            <a:ext cx="12376786" cy="1964494"/>
          </a:xfrm>
        </p:spPr>
        <p:txBody>
          <a:bodyPr wrap="none" lIns="0" tIns="0" rIns="0" bIns="0" anchor="b">
            <a:noAutofit/>
          </a:bodyPr>
          <a:lstStyle>
            <a:lvl1pPr algn="l">
              <a:lnSpc>
                <a:spcPct val="64000"/>
              </a:lnSpc>
              <a:defRPr sz="5400">
                <a:solidFill>
                  <a:schemeClr val="bg1"/>
                </a:solidFill>
                <a:latin typeface="Arial Rounded MT Bold" panose="020F0704030504030204" pitchFamily="34" charset="0"/>
              </a:defRPr>
            </a:lvl1pPr>
          </a:lstStyle>
          <a:p>
            <a:r>
              <a:rPr lang="en-GB" noProof="0"/>
              <a:t>Klik om Titel te bewerken</a:t>
            </a:r>
          </a:p>
        </p:txBody>
      </p:sp>
      <p:sp>
        <p:nvSpPr>
          <p:cNvPr id="3" name="Subtitle 2"/>
          <p:cNvSpPr>
            <a:spLocks noGrp="1"/>
          </p:cNvSpPr>
          <p:nvPr>
            <p:ph type="subTitle" idx="1" hasCustomPrompt="1"/>
          </p:nvPr>
        </p:nvSpPr>
        <p:spPr>
          <a:xfrm>
            <a:off x="5177790" y="5833530"/>
            <a:ext cx="12376786" cy="2719455"/>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Klikken om de ondertitelstijl </a:t>
            </a:r>
          </a:p>
          <a:p>
            <a:r>
              <a:rPr lang="en-GB" noProof="0"/>
              <a:t>van het model </a:t>
            </a:r>
          </a:p>
          <a:p>
            <a:r>
              <a:rPr lang="en-GB" noProof="0"/>
              <a:t>te bewerken</a:t>
            </a:r>
          </a:p>
        </p:txBody>
      </p:sp>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Tussentitel slide</a:t>
            </a:r>
            <a:endParaRPr lang="en-US" sz="2000" b="1" dirty="0">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F7EE5D66-D7E4-4BDC-948E-FA0C01C6A52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8613" y="1146964"/>
            <a:ext cx="2971386" cy="1522704"/>
          </a:xfrm>
          <a:prstGeom prst="rect">
            <a:avLst/>
          </a:prstGeom>
        </p:spPr>
      </p:pic>
    </p:spTree>
    <p:extLst>
      <p:ext uri="{BB962C8B-B14F-4D97-AF65-F5344CB8AC3E}">
        <p14:creationId xmlns:p14="http://schemas.microsoft.com/office/powerpoint/2010/main" val="32904365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1965278" y="3562066"/>
            <a:ext cx="15589298" cy="3192729"/>
          </a:xfrm>
        </p:spPr>
        <p:txBody>
          <a:bodyPr wrap="none" lIns="0" tIns="0" rIns="0" bIns="0" anchor="b">
            <a:noAutofit/>
          </a:bodyPr>
          <a:lstStyle>
            <a:lvl1pPr algn="r">
              <a:lnSpc>
                <a:spcPct val="100000"/>
              </a:lnSpc>
              <a:defRPr sz="4800">
                <a:solidFill>
                  <a:schemeClr val="bg1"/>
                </a:solidFill>
                <a:latin typeface="Arial Rounded MT Bold" panose="020F0704030504030204" pitchFamily="34" charset="0"/>
              </a:defRPr>
            </a:lvl1pPr>
          </a:lstStyle>
          <a:p>
            <a:r>
              <a:rPr lang="en-GB" noProof="0"/>
              <a:t>“Klik om quote </a:t>
            </a:r>
            <a:br>
              <a:rPr lang="en-GB" noProof="0"/>
            </a:br>
            <a:r>
              <a:rPr lang="en-GB" noProof="0"/>
              <a:t>in te Voegen”</a:t>
            </a:r>
          </a:p>
        </p:txBody>
      </p:sp>
      <p:sp>
        <p:nvSpPr>
          <p:cNvPr id="3" name="Subtitle 2"/>
          <p:cNvSpPr>
            <a:spLocks noGrp="1"/>
          </p:cNvSpPr>
          <p:nvPr>
            <p:ph type="subTitle" idx="1" hasCustomPrompt="1"/>
          </p:nvPr>
        </p:nvSpPr>
        <p:spPr>
          <a:xfrm>
            <a:off x="5177790" y="7161170"/>
            <a:ext cx="12376786" cy="2719455"/>
          </a:xfrm>
        </p:spPr>
        <p:txBody>
          <a:bodyPr lIns="0" tIns="0" rIns="0" bIns="0"/>
          <a:lstStyle>
            <a:lvl1pPr marL="0" indent="0" algn="r">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Klik om de Naam en Voornaam in te voegen</a:t>
            </a:r>
          </a:p>
        </p:txBody>
      </p:sp>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Quote slide</a:t>
            </a:r>
            <a:endParaRPr lang="en-US" sz="2000" b="1" dirty="0">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30A4158E-317F-4A86-B1B9-6DBC4007AC4B}"/>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8613" y="1146964"/>
            <a:ext cx="2971386" cy="1522704"/>
          </a:xfrm>
          <a:prstGeom prst="rect">
            <a:avLst/>
          </a:prstGeom>
        </p:spPr>
      </p:pic>
    </p:spTree>
    <p:extLst>
      <p:ext uri="{BB962C8B-B14F-4D97-AF65-F5344CB8AC3E}">
        <p14:creationId xmlns:p14="http://schemas.microsoft.com/office/powerpoint/2010/main" val="283708918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4954136" y="2150785"/>
            <a:ext cx="11003651" cy="1138326"/>
          </a:xfrm>
        </p:spPr>
        <p:txBody>
          <a:bodyPr wrap="none" lIns="0" tIns="0" rIns="0" bIns="0" anchor="t">
            <a:noAutofit/>
          </a:bodyPr>
          <a:lstStyle>
            <a:lvl1pPr algn="l">
              <a:lnSpc>
                <a:spcPct val="100000"/>
              </a:lnSpc>
              <a:defRPr sz="4400">
                <a:solidFill>
                  <a:schemeClr val="bg1"/>
                </a:solidFill>
                <a:latin typeface="Arial Rounded MT Bold" panose="020F0704030504030204" pitchFamily="34" charset="0"/>
              </a:defRPr>
            </a:lvl1pPr>
          </a:lstStyle>
          <a:p>
            <a:r>
              <a:rPr lang="en-GB" noProof="0"/>
              <a:t>Inhoudstafel / Agenda titel</a:t>
            </a:r>
          </a:p>
        </p:txBody>
      </p:sp>
      <p:sp>
        <p:nvSpPr>
          <p:cNvPr id="3" name="Subtitle 2"/>
          <p:cNvSpPr>
            <a:spLocks noGrp="1"/>
          </p:cNvSpPr>
          <p:nvPr>
            <p:ph type="subTitle" idx="1" hasCustomPrompt="1"/>
          </p:nvPr>
        </p:nvSpPr>
        <p:spPr>
          <a:xfrm>
            <a:off x="4954136" y="3771454"/>
            <a:ext cx="12376786" cy="5172333"/>
          </a:xfrm>
        </p:spPr>
        <p:txBody>
          <a:bodyPr lIns="0" tIns="0" rIns="0" bIns="0"/>
          <a:lstStyle>
            <a:lvl1pPr marL="742950" indent="-742950" algn="l">
              <a:lnSpc>
                <a:spcPct val="100000"/>
              </a:lnSpc>
              <a:buFont typeface="+mj-lt"/>
              <a:buAutoNum type="arabicPeriod"/>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GB" noProof="0"/>
              <a:t>Agendapunt 1</a:t>
            </a:r>
          </a:p>
          <a:p>
            <a:r>
              <a:rPr lang="en-GB" noProof="0"/>
              <a:t>Agendapunt 2</a:t>
            </a:r>
          </a:p>
          <a:p>
            <a:r>
              <a:rPr lang="en-GB" noProof="0"/>
              <a:t>Agendapunt 3</a:t>
            </a:r>
          </a:p>
          <a:p>
            <a:r>
              <a:rPr lang="en-GB" noProof="0"/>
              <a:t>Agendapunt 4</a:t>
            </a:r>
          </a:p>
          <a:p>
            <a:r>
              <a:rPr lang="en-GB" noProof="0"/>
              <a:t>Agendapunt 5</a:t>
            </a:r>
          </a:p>
          <a:p>
            <a:r>
              <a:rPr lang="en-GB" noProof="0"/>
              <a:t>Agendapunt 6</a:t>
            </a:r>
          </a:p>
        </p:txBody>
      </p:sp>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Inhoud slide</a:t>
            </a:r>
            <a:endParaRPr lang="en-US" sz="2000" b="1" dirty="0">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9B1B0592-CA51-4965-AEB9-DEFB73DA845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8613" y="1146964"/>
            <a:ext cx="2971386" cy="1522704"/>
          </a:xfrm>
          <a:prstGeom prst="rect">
            <a:avLst/>
          </a:prstGeom>
        </p:spPr>
      </p:pic>
    </p:spTree>
    <p:extLst>
      <p:ext uri="{BB962C8B-B14F-4D97-AF65-F5344CB8AC3E}">
        <p14:creationId xmlns:p14="http://schemas.microsoft.com/office/powerpoint/2010/main" val="109740920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hasCustomPrompt="1"/>
          </p:nvPr>
        </p:nvSpPr>
        <p:spPr>
          <a:xfrm>
            <a:off x="998692" y="888883"/>
            <a:ext cx="16575629" cy="755767"/>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E04AA00-D718-4221-9431-8D06A46CC656}" type="datetime1">
              <a:rPr lang="nl-BE" smtClean="0"/>
              <a:t>6/10/2025</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6" name="Slide Number Placeholder 5"/>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648800"/>
            <a:ext cx="18288000" cy="75057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2017041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8288000" cy="9154500"/>
          </a:xfrm>
        </p:spPr>
        <p:txBody>
          <a:bodyPr tIns="1440000">
            <a:normAutofit/>
          </a:bodyPr>
          <a:lstStyle>
            <a:lvl1pPr marL="0" indent="0" algn="ctr">
              <a:buNone/>
              <a:defRPr sz="1600"/>
            </a:lvl1pPr>
          </a:lstStyle>
          <a:p>
            <a:endParaRPr lang="nl-BE" dirty="0"/>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70663C78-149A-46B0-B7C9-59C6E6FB08F5}" type="datetime1">
              <a:rPr lang="nl-BE" smtClean="0"/>
              <a:t>6/10/2025</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6" name="Slide Number Placeholder 5"/>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2" name="Title 1"/>
          <p:cNvSpPr>
            <a:spLocks noGrp="1"/>
          </p:cNvSpPr>
          <p:nvPr>
            <p:ph type="title" hasCustomPrompt="1"/>
          </p:nvPr>
        </p:nvSpPr>
        <p:spPr>
          <a:xfrm>
            <a:off x="12132526" y="7056603"/>
            <a:ext cx="5430645" cy="755767"/>
          </a:xfrm>
          <a:noFill/>
        </p:spPr>
        <p:txBody>
          <a:bodyPr lIns="0" tIns="0" rIns="0" bIns="0" anchor="b">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userDrawn="1"/>
        </p:nvCxnSpPr>
        <p:spPr>
          <a:xfrm>
            <a:off x="12132526" y="8004995"/>
            <a:ext cx="543064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 </a:t>
            </a:r>
            <a:r>
              <a:rPr lang="nl-NL" sz="2000" b="1" dirty="0" err="1">
                <a:solidFill>
                  <a:schemeClr val="tx1"/>
                </a:solidFill>
                <a:latin typeface="+mn-lt"/>
                <a:cs typeface="Arial" panose="020B0604020202020204" pitchFamily="34" charset="0"/>
              </a:rPr>
              <a:t>floating</a:t>
            </a:r>
            <a:r>
              <a:rPr lang="nl-NL" sz="2000" b="1" dirty="0">
                <a:solidFill>
                  <a:schemeClr val="tx1"/>
                </a:solidFill>
                <a:latin typeface="+mn-lt"/>
                <a:cs typeface="Arial" panose="020B0604020202020204" pitchFamily="34" charset="0"/>
              </a:rPr>
              <a:t> titel slide</a:t>
            </a:r>
            <a:endParaRPr lang="en-US" sz="2000" b="1" dirty="0">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userDrawn="1"/>
        </p:nvSpPr>
        <p:spPr>
          <a:xfrm>
            <a:off x="0" y="10287000"/>
            <a:ext cx="5166767" cy="707886"/>
          </a:xfrm>
          <a:prstGeom prst="rect">
            <a:avLst/>
          </a:prstGeom>
          <a:noFill/>
        </p:spPr>
        <p:txBody>
          <a:bodyPr wrap="square" rtlCol="0">
            <a:spAutoFit/>
          </a:bodyPr>
          <a:lstStyle/>
          <a:p>
            <a:r>
              <a:rPr lang="nl-NL" sz="1000" dirty="0">
                <a:latin typeface="+mn-lt"/>
                <a:cs typeface="Arial" panose="020B0604020202020204" pitchFamily="34" charset="0"/>
              </a:rPr>
              <a:t>Verplaats na het invoegen van de foto deze weer naar de achtergrond zodat de titel terug vooraan kom te staan. </a:t>
            </a:r>
            <a:r>
              <a:rPr lang="nl-NL" sz="1000" b="1" dirty="0">
                <a:latin typeface="+mn-lt"/>
                <a:cs typeface="Arial" panose="020B0604020202020204" pitchFamily="34" charset="0"/>
              </a:rPr>
              <a:t>(rechtsklikken&gt; naar achtergrond&gt; naar achtergrond)</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de tekst niet genoeg zichtbaar is over de foto, verander de kleur van zwart naar wit.</a:t>
            </a:r>
          </a:p>
        </p:txBody>
      </p:sp>
    </p:spTree>
    <p:extLst>
      <p:ext uri="{BB962C8B-B14F-4D97-AF65-F5344CB8AC3E}">
        <p14:creationId xmlns:p14="http://schemas.microsoft.com/office/powerpoint/2010/main" val="7884447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16575629" cy="61038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7EE96EDC-C824-474F-977A-435006982C2D}" type="datetime1">
              <a:rPr lang="nl-BE" smtClean="0"/>
              <a:t>6/10/2025</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2" name="TextBox 4">
            <a:extLst>
              <a:ext uri="{FF2B5EF4-FFF2-40B4-BE49-F238E27FC236}">
                <a16:creationId xmlns:a16="http://schemas.microsoft.com/office/drawing/2014/main" id="{88A2F8C1-53AF-4DEB-9965-55FC86D3788C}"/>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022226488"/>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78AB94C-5196-4F91-88D8-BABEEB14B5D2}" type="datetime1">
              <a:rPr lang="nl-BE" smtClean="0"/>
              <a:t>6/10/2025</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1057275" y="1679575"/>
            <a:ext cx="16575088" cy="6780213"/>
          </a:xfrm>
        </p:spPr>
        <p:txBody>
          <a:bodyPr>
            <a:normAutofit/>
          </a:bodyPr>
          <a:lstStyle>
            <a:lvl1pPr marL="0" indent="0" algn="ctr">
              <a:buNone/>
              <a:defRPr/>
            </a:lvl1pPr>
          </a:lstStyle>
          <a:p>
            <a:endParaRPr lang="en-GB" noProof="0"/>
          </a:p>
        </p:txBody>
      </p:sp>
      <p:sp>
        <p:nvSpPr>
          <p:cNvPr id="16" name="TextBox 4">
            <a:extLst>
              <a:ext uri="{FF2B5EF4-FFF2-40B4-BE49-F238E27FC236}">
                <a16:creationId xmlns:a16="http://schemas.microsoft.com/office/drawing/2014/main" id="{8C7A8C97-A0A2-4491-BA0D-727C7CE0B7F3}"/>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Tabel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40901551"/>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F8B6925-E72A-4C90-A9D7-8D4883D63951}" type="datetime1">
              <a:rPr lang="nl-BE" smtClean="0"/>
              <a:t>6/10/2025</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2" name="TextBox 4">
            <a:extLst>
              <a:ext uri="{FF2B5EF4-FFF2-40B4-BE49-F238E27FC236}">
                <a16:creationId xmlns:a16="http://schemas.microsoft.com/office/drawing/2014/main" id="{892813D1-327F-45DC-8DDF-53948CE8C5F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Lege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142238196"/>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7E73509-9012-4ED8-9A77-B5B49F673DD9}" type="datetime1">
              <a:rPr lang="nl-BE" smtClean="0"/>
              <a:t>6/10/2025</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9" name="TextBox 4">
            <a:extLst>
              <a:ext uri="{FF2B5EF4-FFF2-40B4-BE49-F238E27FC236}">
                <a16:creationId xmlns:a16="http://schemas.microsoft.com/office/drawing/2014/main" id="{C531524C-A1A5-4485-B21D-E97B5DC3BE3F}"/>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Leeg zonder 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863784025"/>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11506"/>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138A5D2E-14AD-4F9F-9761-542C552E115A}" type="datetime1">
              <a:rPr lang="nl-BE" smtClean="0"/>
              <a:t>6/10/2025</a:t>
            </a:fld>
            <a:endParaRPr lang="nl-BE" dirty="0"/>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3" name="TextBox 4">
            <a:extLst>
              <a:ext uri="{FF2B5EF4-FFF2-40B4-BE49-F238E27FC236}">
                <a16:creationId xmlns:a16="http://schemas.microsoft.com/office/drawing/2014/main" id="{6CBDB841-5208-4BD2-9409-EA7134D6944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1/2 Tekst en 1/2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304497994"/>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2988" y="1648800"/>
            <a:ext cx="1101182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1020995" y="2354400"/>
            <a:ext cx="11009448"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B1317CEB-711C-49ED-811D-6DAF7C41A37D}"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sp>
        <p:nvSpPr>
          <p:cNvPr id="20" name="TextBox 4">
            <a:extLst>
              <a:ext uri="{FF2B5EF4-FFF2-40B4-BE49-F238E27FC236}">
                <a16:creationId xmlns:a16="http://schemas.microsoft.com/office/drawing/2014/main" id="{D974BD34-E475-4E02-86F0-8932E1B41725}"/>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2/3 Tekst en 1/3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929578281"/>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2D8D475-B524-43AF-AAC3-4CD70EC48307}"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E2274F51-95F7-4E5E-815B-1F996E645FE7}"/>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Afbeelding en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594986153"/>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36720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4664529-C7EC-4337-BA44-612D6957A966}"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36720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92B1CA4A-0389-4751-BD3D-D8526698D99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2 x 2 afbeeldingen slide</a:t>
            </a:r>
            <a:endParaRPr lang="en-US" sz="2000" b="1" dirty="0">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1040400" y="5473192"/>
            <a:ext cx="8217535" cy="3672000"/>
          </a:xfrm>
        </p:spPr>
        <p:txBody>
          <a:bodyPr tIns="1440000">
            <a:normAutofit/>
          </a:bodyPr>
          <a:lstStyle>
            <a:lvl1pPr marL="0" indent="0" algn="ctr">
              <a:buNone/>
              <a:defRPr sz="1600"/>
            </a:lvl1pPr>
          </a:lstStyle>
          <a:p>
            <a:endParaRPr lang="nl-BE" dirty="0"/>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9396000" y="5473192"/>
            <a:ext cx="8217535" cy="3672000"/>
          </a:xfrm>
        </p:spPr>
        <p:txBody>
          <a:bodyPr tIns="1440000">
            <a:normAutofit/>
          </a:bodyPr>
          <a:lstStyle>
            <a:lvl1pPr marL="0" indent="0" algn="ctr">
              <a:buNone/>
              <a:defRPr sz="1600"/>
            </a:lvl1pPr>
          </a:lstStyle>
          <a:p>
            <a:endParaRPr lang="nl-BE" dirty="0"/>
          </a:p>
        </p:txBody>
      </p:sp>
    </p:spTree>
    <p:extLst>
      <p:ext uri="{BB962C8B-B14F-4D97-AF65-F5344CB8AC3E}">
        <p14:creationId xmlns:p14="http://schemas.microsoft.com/office/powerpoint/2010/main" val="1723938962"/>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8392229B-56B0-4A92-A665-5F9D6D3A7FCD}"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009A3169-8C0D-4A2D-9C66-BE525BCD338D}"/>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3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633260486"/>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4048125" cy="749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EE9E1183-63A1-4645-AE99-3834D24B1553}"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4048125" cy="7498800"/>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0"/>
            <a:ext cx="4048125" cy="7498800"/>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0"/>
            <a:ext cx="404812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BB27EBDF-C895-4A3E-8D3F-1D5142CF7789}"/>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4 x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803619452"/>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263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2638800"/>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38F53C0-4774-4BCA-B850-D267BCC6F610}"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2638800"/>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1050130" y="4263948"/>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66095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121787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xtBox 4">
            <a:extLst>
              <a:ext uri="{FF2B5EF4-FFF2-40B4-BE49-F238E27FC236}">
                <a16:creationId xmlns:a16="http://schemas.microsoft.com/office/drawing/2014/main" id="{88A38384-9998-4BC5-BA90-E15895259F2B}"/>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3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896772477"/>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1"/>
            <a:ext cx="4048125" cy="2638425"/>
          </a:xfrm>
        </p:spPr>
        <p:txBody>
          <a:bodyPr tIns="1440000">
            <a:normAutofit/>
          </a:bodyPr>
          <a:lstStyle>
            <a:lvl1pPr marL="0" indent="0" algn="ctr">
              <a:buNone/>
              <a:defRPr sz="1600"/>
            </a:lvl1pPr>
          </a:lstStyle>
          <a:p>
            <a:endParaRPr lang="nl-BE" dirty="0"/>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9614412-9C93-4927-8148-5D56EFD8570C}"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1"/>
            <a:ext cx="4048125" cy="2638425"/>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1"/>
            <a:ext cx="4048125" cy="2638425"/>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1"/>
            <a:ext cx="4048125" cy="2638425"/>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5" name="TextBox 4">
            <a:extLst>
              <a:ext uri="{FF2B5EF4-FFF2-40B4-BE49-F238E27FC236}">
                <a16:creationId xmlns:a16="http://schemas.microsoft.com/office/drawing/2014/main" id="{59DAB652-AFD5-4D77-ACBB-A5CC3110B33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548749984"/>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386A49CF-3CCB-4602-B79B-BE0ABE330BC7}"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13570981" y="1648801"/>
            <a:ext cx="4048125" cy="2638424"/>
          </a:xfrm>
        </p:spPr>
        <p:txBody>
          <a:bodyPr>
            <a:normAutofit/>
          </a:bodyPr>
          <a:lstStyle>
            <a:lvl1pPr marL="0" indent="0" algn="ctr">
              <a:buNone/>
              <a:defRPr sz="1600"/>
            </a:lvl1pPr>
          </a:lstStyle>
          <a:p>
            <a:endParaRPr lang="nl-BE" dirty="0"/>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1057276" y="1648800"/>
            <a:ext cx="4048125" cy="2638424"/>
          </a:xfrm>
        </p:spPr>
        <p:txBody>
          <a:bodyPr>
            <a:normAutofit/>
          </a:bodyPr>
          <a:lstStyle>
            <a:lvl1pPr marL="0" indent="0" algn="ctr">
              <a:buNone/>
              <a:defRPr sz="1600"/>
            </a:lvl1pPr>
          </a:lstStyle>
          <a:p>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5228511" y="1648800"/>
            <a:ext cx="4048125" cy="2638424"/>
          </a:xfrm>
        </p:spPr>
        <p:txBody>
          <a:bodyPr>
            <a:normAutofit/>
          </a:bodyPr>
          <a:lstStyle>
            <a:lvl1pPr marL="0" indent="0" algn="ctr">
              <a:buNone/>
              <a:defRPr sz="1600"/>
            </a:lvl1pPr>
          </a:lstStyle>
          <a:p>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9399746" y="1648800"/>
            <a:ext cx="4048125" cy="2638424"/>
          </a:xfrm>
        </p:spPr>
        <p:txBody>
          <a:bodyPr>
            <a:normAutofit/>
          </a:bodyPr>
          <a:lstStyle>
            <a:lvl1pPr marL="0" indent="0" algn="ctr">
              <a:buNone/>
              <a:defRPr sz="1600"/>
            </a:lvl1pPr>
          </a:lstStyle>
          <a:p>
            <a:endParaRPr lang="nl-BE"/>
          </a:p>
        </p:txBody>
      </p:sp>
      <p:sp>
        <p:nvSpPr>
          <p:cNvPr id="20" name="TextBox 4">
            <a:extLst>
              <a:ext uri="{FF2B5EF4-FFF2-40B4-BE49-F238E27FC236}">
                <a16:creationId xmlns:a16="http://schemas.microsoft.com/office/drawing/2014/main" id="{DB6ED84B-8E7F-4228-B427-1EDE681C5A63}"/>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Grafiek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693989386"/>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0"/>
            <a:ext cx="5451029"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6604059" y="1648798"/>
            <a:ext cx="11007666" cy="7498800"/>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75686DA-0CB5-4177-8F1E-944D3AB20A7A}" type="datetime1">
              <a:rPr lang="nl-BE" smtClean="0"/>
              <a:t>6/10/2025</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3" name="TextBox 4">
            <a:extLst>
              <a:ext uri="{FF2B5EF4-FFF2-40B4-BE49-F238E27FC236}">
                <a16:creationId xmlns:a16="http://schemas.microsoft.com/office/drawing/2014/main" id="{A500405E-274E-4C95-9B93-F6B1F82EF01B}"/>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1/3 Tekst en 2/3 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373337553"/>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1052513" y="1648799"/>
            <a:ext cx="16559212" cy="7475533"/>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828BE9C-6D38-413A-BB12-B8883DC58DE5}" type="datetime1">
              <a:rPr lang="nl-BE" smtClean="0"/>
              <a:t>6/10/2025</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2" name="TextBox 4">
            <a:extLst>
              <a:ext uri="{FF2B5EF4-FFF2-40B4-BE49-F238E27FC236}">
                <a16:creationId xmlns:a16="http://schemas.microsoft.com/office/drawing/2014/main" id="{C2C04373-6D00-42D5-86E3-4AF79B52EF61}"/>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Grafiek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160713780"/>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0800" y="2354401"/>
            <a:ext cx="8317894"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9BCAF13-3ED2-477D-A532-7309CE77D788}" type="datetime1">
              <a:rPr lang="nl-BE" smtClean="0"/>
              <a:t>6/10/2025</a:t>
            </a:fld>
            <a:endParaRPr lang="nl-BE" dirty="0"/>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1" name="TextBox 4">
            <a:extLst>
              <a:ext uri="{FF2B5EF4-FFF2-40B4-BE49-F238E27FC236}">
                <a16:creationId xmlns:a16="http://schemas.microsoft.com/office/drawing/2014/main" id="{B76F8740-BA9B-4238-9C9D-5EB368209556}"/>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1/2 Tekst en 1/2 tekst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685532684"/>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60672"/>
            <a:ext cx="8217535"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1925" y="2372571"/>
            <a:ext cx="8317894"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1051200" y="1681200"/>
            <a:ext cx="8217535"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9280800" y="1681200"/>
            <a:ext cx="8317894"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NL" dirty="0"/>
              <a:t>Titel</a:t>
            </a:r>
            <a:endParaRPr lang="nl-BE" dirty="0"/>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58E0FA28-BE0B-4806-883C-734FE4910809}" type="datetime1">
              <a:rPr lang="nl-BE" smtClean="0"/>
              <a:t>6/10/2025</a:t>
            </a:fld>
            <a:endParaRPr lang="nl-BE" dirty="0"/>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3" name="TextBox 4">
            <a:extLst>
              <a:ext uri="{FF2B5EF4-FFF2-40B4-BE49-F238E27FC236}">
                <a16:creationId xmlns:a16="http://schemas.microsoft.com/office/drawing/2014/main" id="{B415E543-5122-4ED4-A8AA-647C117F182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103895135"/>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4695826"/>
          </a:xfrm>
        </p:spPr>
        <p:txBody>
          <a:bodyPr tIns="1440000">
            <a:normAutofit/>
          </a:bodyPr>
          <a:lstStyle>
            <a:lvl1pPr marL="0" indent="0" algn="ctr">
              <a:buNone/>
              <a:defRPr sz="1600"/>
            </a:lvl1pPr>
          </a:lstStyle>
          <a:p>
            <a:endParaRPr lang="nl-BE" dirty="0"/>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9394189" y="6516687"/>
            <a:ext cx="4045743" cy="2628899"/>
          </a:xfrm>
        </p:spPr>
        <p:txBody>
          <a:bodyPr>
            <a:normAutofit/>
          </a:bodyPr>
          <a:lstStyle>
            <a:lvl1pPr marL="0" indent="0">
              <a:buNone/>
              <a:defRPr sz="1600"/>
            </a:lvl1pPr>
          </a:lstStyle>
          <a:p>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13565982" y="6516688"/>
            <a:ext cx="4045743" cy="2628899"/>
          </a:xfrm>
        </p:spPr>
        <p:txBody>
          <a:bodyPr>
            <a:normAutofit/>
          </a:bodyPr>
          <a:lstStyle>
            <a:lvl1pPr marL="0" indent="0">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1200" y="2354401"/>
            <a:ext cx="8217535" cy="612178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14543315" y="9306717"/>
            <a:ext cx="1001264" cy="547688"/>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E2C7693-D854-4138-A48B-FE1D012CE732}" type="datetime1">
              <a:rPr lang="nl-BE" smtClean="0"/>
              <a:t>6/10/2025</a:t>
            </a:fld>
            <a:endParaRPr lang="nl-BE" dirty="0"/>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9" name="TextBox 4">
            <a:extLst>
              <a:ext uri="{FF2B5EF4-FFF2-40B4-BE49-F238E27FC236}">
                <a16:creationId xmlns:a16="http://schemas.microsoft.com/office/drawing/2014/main" id="{2CD7B7E4-430F-492F-AE79-EDAE65BABEA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en 3 afbeelding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283348632"/>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41264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Info slide</a:t>
            </a:r>
            <a:endParaRPr lang="en-US" sz="2000" b="1" dirty="0">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userDrawn="1"/>
        </p:nvSpPr>
        <p:spPr>
          <a:xfrm>
            <a:off x="9701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invoegen</a:t>
            </a:r>
            <a:endParaRPr lang="en-US" sz="1400" b="1" dirty="0">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userDrawn="1"/>
        </p:nvCxnSpPr>
        <p:spPr>
          <a:xfrm>
            <a:off x="1031435" y="2201606"/>
            <a:ext cx="2670818"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userDrawn="1"/>
        </p:nvSpPr>
        <p:spPr>
          <a:xfrm>
            <a:off x="956335" y="2280453"/>
            <a:ext cx="2752302" cy="861774"/>
          </a:xfrm>
          <a:prstGeom prst="rect">
            <a:avLst/>
          </a:prstGeom>
          <a:noFill/>
        </p:spPr>
        <p:txBody>
          <a:bodyPr wrap="square" rtlCol="0">
            <a:spAutoFit/>
          </a:bodyPr>
          <a:lstStyle/>
          <a:p>
            <a:r>
              <a:rPr lang="nl-NL" sz="1000" dirty="0">
                <a:latin typeface="+mn-lt"/>
                <a:cs typeface="Arial" panose="020B0604020202020204" pitchFamily="34" charset="0"/>
              </a:rPr>
              <a:t>Klik op het pictogram dat vervolgens verschijnt om een afbeelding in te voegen.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Voor </a:t>
            </a:r>
            <a:r>
              <a:rPr lang="nl-NL" sz="1000" dirty="0" err="1">
                <a:latin typeface="+mn-lt"/>
                <a:cs typeface="Arial" panose="020B0604020202020204" pitchFamily="34" charset="0"/>
              </a:rPr>
              <a:t>copy+paste</a:t>
            </a:r>
            <a:r>
              <a:rPr lang="nl-NL" sz="1000" dirty="0">
                <a:latin typeface="+mn-lt"/>
                <a:cs typeface="Arial" panose="020B0604020202020204" pitchFamily="34" charset="0"/>
              </a:rPr>
              <a:t> commando:</a:t>
            </a:r>
          </a:p>
          <a:p>
            <a:r>
              <a:rPr lang="nl-NL" sz="1000" dirty="0">
                <a:latin typeface="+mn-lt"/>
                <a:cs typeface="Arial" panose="020B0604020202020204" pitchFamily="34" charset="0"/>
              </a:rPr>
              <a:t>Selecteer de </a:t>
            </a:r>
            <a:r>
              <a:rPr lang="nl-NL" sz="1000" dirty="0" err="1">
                <a:latin typeface="+mn-lt"/>
                <a:cs typeface="Arial" panose="020B0604020202020204" pitchFamily="34" charset="0"/>
              </a:rPr>
              <a:t>placeholder</a:t>
            </a:r>
            <a:r>
              <a:rPr lang="nl-NL" sz="1000" dirty="0">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userDrawn="1"/>
        </p:nvSpPr>
        <p:spPr>
          <a:xfrm>
            <a:off x="954849" y="3216398"/>
            <a:ext cx="2731369" cy="1015663"/>
          </a:xfrm>
          <a:prstGeom prst="rect">
            <a:avLst/>
          </a:prstGeom>
          <a:noFill/>
        </p:spPr>
        <p:txBody>
          <a:bodyPr wrap="square" rtlCol="0">
            <a:spAutoFit/>
          </a:bodyPr>
          <a:lstStyle/>
          <a:p>
            <a:r>
              <a:rPr lang="nl-NL" sz="1000" dirty="0">
                <a:latin typeface="+mn-lt"/>
                <a:cs typeface="Arial" panose="020B0604020202020204" pitchFamily="34" charset="0"/>
              </a:rPr>
              <a:t>Wanneer je de afbeelding wilt schalen of verslepen, ga dan naar </a:t>
            </a:r>
          </a:p>
          <a:p>
            <a:r>
              <a:rPr lang="nl-NL" sz="1000" b="1" dirty="0">
                <a:latin typeface="+mn-lt"/>
                <a:cs typeface="Arial" panose="020B0604020202020204" pitchFamily="34" charset="0"/>
              </a:rPr>
              <a:t>‘Hulpmiddelen voor afbeeldingen’ </a:t>
            </a:r>
          </a:p>
          <a:p>
            <a:r>
              <a:rPr lang="nl-NL" sz="1000" dirty="0">
                <a:latin typeface="+mn-lt"/>
                <a:cs typeface="Arial" panose="020B0604020202020204" pitchFamily="34" charset="0"/>
              </a:rPr>
              <a:t>en klik op </a:t>
            </a:r>
            <a:r>
              <a:rPr lang="nl-NL" sz="1000" b="1" dirty="0">
                <a:latin typeface="+mn-lt"/>
                <a:cs typeface="Arial" panose="020B0604020202020204" pitchFamily="34" charset="0"/>
              </a:rPr>
              <a:t>‘Bijsnijden’. </a:t>
            </a:r>
            <a:r>
              <a:rPr lang="nl-NL" sz="1000" dirty="0">
                <a:latin typeface="+mn-lt"/>
                <a:cs typeface="Arial" panose="020B0604020202020204" pitchFamily="34" charset="0"/>
              </a:rPr>
              <a:t>Met de witte bolletjes schaal je de afbeelding, met de zwarte haakjes schaal je het afbeeldingskader. </a:t>
            </a:r>
            <a:endParaRPr lang="en-US" sz="1000" dirty="0">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382241" y="3264214"/>
            <a:ext cx="271463"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userDrawn="1"/>
        </p:nvSpPr>
        <p:spPr>
          <a:xfrm>
            <a:off x="3739472" y="3659037"/>
            <a:ext cx="2785649" cy="553998"/>
          </a:xfrm>
          <a:prstGeom prst="rect">
            <a:avLst/>
          </a:prstGeom>
          <a:noFill/>
        </p:spPr>
        <p:txBody>
          <a:bodyPr wrap="square" rtlCol="0">
            <a:spAutoFit/>
          </a:bodyPr>
          <a:lstStyle/>
          <a:p>
            <a:r>
              <a:rPr lang="nl-NL" sz="1000" dirty="0">
                <a:latin typeface="+mn-lt"/>
                <a:cs typeface="Arial" panose="020B0604020202020204" pitchFamily="34" charset="0"/>
              </a:rPr>
              <a:t>Howest stock Afbeeldingen kan je downloaden op</a:t>
            </a:r>
          </a:p>
          <a:p>
            <a:r>
              <a:rPr lang="nl-NL" sz="1000" dirty="0">
                <a:latin typeface="+mn-lt"/>
                <a:cs typeface="Arial" panose="020B0604020202020204" pitchFamily="34" charset="0"/>
              </a:rPr>
              <a:t> </a:t>
            </a:r>
            <a:r>
              <a:rPr lang="nl-BE" sz="1000" dirty="0">
                <a:latin typeface="+mn-lt"/>
                <a:hlinkClick r:id="rId4"/>
              </a:rPr>
              <a:t>https://www.flickr.com/photos/howestbe/albums</a:t>
            </a:r>
            <a:endParaRPr lang="nl-NL" sz="1000" dirty="0">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userDrawn="1"/>
        </p:nvSpPr>
        <p:spPr>
          <a:xfrm>
            <a:off x="3744719"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Afbeelding optimaliseren</a:t>
            </a:r>
            <a:endParaRPr lang="en-US" sz="1400" b="1" dirty="0">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userDrawn="1"/>
        </p:nvCxnSpPr>
        <p:spPr>
          <a:xfrm>
            <a:off x="3843206" y="2214279"/>
            <a:ext cx="2650606"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userDrawn="1"/>
        </p:nvSpPr>
        <p:spPr>
          <a:xfrm>
            <a:off x="3743234" y="2275074"/>
            <a:ext cx="2737877" cy="1323439"/>
          </a:xfrm>
          <a:prstGeom prst="rect">
            <a:avLst/>
          </a:prstGeom>
          <a:noFill/>
        </p:spPr>
        <p:txBody>
          <a:bodyPr wrap="square" rtlCol="0">
            <a:spAutoFit/>
          </a:bodyPr>
          <a:lstStyle/>
          <a:p>
            <a:r>
              <a:rPr lang="nl-NL" sz="1000" dirty="0">
                <a:latin typeface="+mn-lt"/>
                <a:cs typeface="Arial" panose="020B0604020202020204" pitchFamily="34" charset="0"/>
              </a:rPr>
              <a:t>Afbeeldingen maken je PPT vaak heel groot, indien nodig kan je ze comprimeren door ze te selecteren naar </a:t>
            </a:r>
            <a:r>
              <a:rPr lang="nl-NL" sz="1000" b="1" dirty="0">
                <a:latin typeface="+mn-lt"/>
                <a:cs typeface="Arial" panose="020B0604020202020204" pitchFamily="34" charset="0"/>
              </a:rPr>
              <a:t>opmaak</a:t>
            </a:r>
            <a:r>
              <a:rPr lang="nl-NL" sz="1000" dirty="0">
                <a:latin typeface="+mn-lt"/>
                <a:cs typeface="Arial" panose="020B0604020202020204" pitchFamily="34" charset="0"/>
              </a:rPr>
              <a:t> te gaan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Daar kan je volgende optie vinden:</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56559" y="3117812"/>
            <a:ext cx="1685925" cy="219075"/>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userDrawn="1"/>
        </p:nvSpPr>
        <p:spPr>
          <a:xfrm>
            <a:off x="9297501"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Gebruik iconen /logo`s</a:t>
            </a:r>
            <a:endParaRPr lang="en-US" sz="1400" b="1" dirty="0">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userDrawn="1"/>
        </p:nvSpPr>
        <p:spPr>
          <a:xfrm>
            <a:off x="9293556" y="2260350"/>
            <a:ext cx="2788533" cy="1631216"/>
          </a:xfrm>
          <a:prstGeom prst="rect">
            <a:avLst/>
          </a:prstGeom>
          <a:noFill/>
        </p:spPr>
        <p:txBody>
          <a:bodyPr wrap="square" rtlCol="0">
            <a:spAutoFit/>
          </a:bodyPr>
          <a:lstStyle/>
          <a:p>
            <a:r>
              <a:rPr lang="nl-NL" sz="1000" dirty="0">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 </a:t>
            </a:r>
            <a:r>
              <a:rPr lang="nl-NL" sz="1000" b="1" dirty="0">
                <a:latin typeface="+mn-lt"/>
                <a:cs typeface="Arial" panose="020B0604020202020204" pitchFamily="34" charset="0"/>
              </a:rPr>
              <a:t>Sleep hiervoor aan de witte bolletjes op de hoeken maar hou SHIFT ingedrukt</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userDrawn="1"/>
        </p:nvSpPr>
        <p:spPr>
          <a:xfrm>
            <a:off x="6519002" y="5696112"/>
            <a:ext cx="2376264" cy="523220"/>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Aanpassen datum en voettekst</a:t>
            </a:r>
            <a:endParaRPr lang="en-US" sz="1400" b="1" dirty="0">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userDrawn="1"/>
        </p:nvSpPr>
        <p:spPr>
          <a:xfrm>
            <a:off x="6510860" y="6436655"/>
            <a:ext cx="2759700" cy="1938992"/>
          </a:xfrm>
          <a:prstGeom prst="rect">
            <a:avLst/>
          </a:prstGeom>
          <a:noFill/>
        </p:spPr>
        <p:txBody>
          <a:bodyPr wrap="square" rtlCol="0">
            <a:spAutoFit/>
          </a:bodyPr>
          <a:lstStyle/>
          <a:p>
            <a:r>
              <a:rPr lang="nl-NL" sz="1000" dirty="0">
                <a:latin typeface="+mn-lt"/>
                <a:cs typeface="Arial" panose="020B0604020202020204" pitchFamily="34" charset="0"/>
              </a:rPr>
              <a:t>Pas de voettekst niet rechtstreeks aan maar ga via invoegen en klik op:</a:t>
            </a: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endParaRPr lang="nl-NL" sz="1000" b="1" dirty="0">
              <a:latin typeface="+mn-lt"/>
              <a:cs typeface="Arial" panose="020B0604020202020204" pitchFamily="34" charset="0"/>
            </a:endParaRPr>
          </a:p>
          <a:p>
            <a:r>
              <a:rPr lang="nl-NL" sz="1000" b="0" dirty="0">
                <a:latin typeface="+mn-lt"/>
                <a:cs typeface="Arial" panose="020B0604020202020204" pitchFamily="34" charset="0"/>
              </a:rPr>
              <a:t>Daar kan je deze aanpassen en toepassen op de slide of op alle slides.</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7693592" y="6936447"/>
            <a:ext cx="527417" cy="57464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userDrawn="1"/>
        </p:nvSpPr>
        <p:spPr>
          <a:xfrm>
            <a:off x="14860914" y="7140510"/>
            <a:ext cx="2752302" cy="707886"/>
          </a:xfrm>
          <a:prstGeom prst="rect">
            <a:avLst/>
          </a:prstGeom>
          <a:noFill/>
        </p:spPr>
        <p:txBody>
          <a:bodyPr wrap="square" rtlCol="0">
            <a:spAutoFit/>
          </a:bodyPr>
          <a:lstStyle/>
          <a:p>
            <a:r>
              <a:rPr lang="nl-NL" sz="1000" dirty="0">
                <a:latin typeface="+mn-lt"/>
                <a:cs typeface="Arial" panose="020B0604020202020204" pitchFamily="34" charset="0"/>
              </a:rPr>
              <a:t>Indien je per ongeluk elementen verschoven hebt in de </a:t>
            </a:r>
            <a:r>
              <a:rPr lang="nl-NL" sz="1000" dirty="0" err="1">
                <a:latin typeface="+mn-lt"/>
                <a:cs typeface="Arial" panose="020B0604020202020204" pitchFamily="34" charset="0"/>
              </a:rPr>
              <a:t>layout</a:t>
            </a:r>
            <a:r>
              <a:rPr lang="nl-NL" sz="1000" dirty="0">
                <a:latin typeface="+mn-lt"/>
                <a:cs typeface="Arial" panose="020B0604020202020204" pitchFamily="34" charset="0"/>
              </a:rPr>
              <a:t>, pas opnieuw de juiste template toe:</a:t>
            </a:r>
          </a:p>
          <a:p>
            <a:endParaRPr lang="nl-NL" sz="1000" b="1" dirty="0">
              <a:latin typeface="+mn-lt"/>
              <a:cs typeface="Arial" panose="020B0604020202020204" pitchFamily="34" charset="0"/>
            </a:endParaRPr>
          </a:p>
          <a:p>
            <a:r>
              <a:rPr lang="nl-NL" sz="1000" b="1" dirty="0">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userDrawn="1"/>
        </p:nvSpPr>
        <p:spPr>
          <a:xfrm>
            <a:off x="14856440" y="640785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Reset </a:t>
            </a:r>
            <a:r>
              <a:rPr lang="nl-NL" sz="1400" b="1" dirty="0" err="1">
                <a:solidFill>
                  <a:schemeClr val="tx2"/>
                </a:solidFill>
                <a:latin typeface="+mn-lt"/>
                <a:cs typeface="Arial" panose="020B0604020202020204" pitchFamily="34" charset="0"/>
              </a:rPr>
              <a:t>layout</a:t>
            </a:r>
            <a:endParaRPr lang="en-US" sz="1400" b="1" dirty="0">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userDrawn="1"/>
        </p:nvCxnSpPr>
        <p:spPr>
          <a:xfrm>
            <a:off x="14941583" y="7080206"/>
            <a:ext cx="2658217"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userDrawn="1"/>
        </p:nvSpPr>
        <p:spPr>
          <a:xfrm>
            <a:off x="998692" y="825823"/>
            <a:ext cx="11377048" cy="677108"/>
          </a:xfrm>
          <a:prstGeom prst="rect">
            <a:avLst/>
          </a:prstGeom>
          <a:noFill/>
        </p:spPr>
        <p:txBody>
          <a:bodyPr wrap="square" lIns="0" tIns="0" rIns="0" bIns="0" rtlCol="0">
            <a:spAutoFit/>
          </a:bodyPr>
          <a:lstStyle/>
          <a:p>
            <a:r>
              <a:rPr lang="nl-NL" sz="4400" dirty="0">
                <a:latin typeface="Arial Rounded MT Bold" panose="020F0704030504030204" pitchFamily="34" charset="0"/>
              </a:rPr>
              <a:t>Gebruik Howest template </a:t>
            </a:r>
            <a:r>
              <a:rPr lang="nl-NL" sz="1100" dirty="0">
                <a:latin typeface="Arial Rounded MT Bold" panose="020F0704030504030204" pitchFamily="34" charset="0"/>
              </a:rPr>
              <a:t>versie 1.0</a:t>
            </a:r>
            <a:endParaRPr lang="nl-BE" sz="1100" dirty="0">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userDrawn="1"/>
        </p:nvSpPr>
        <p:spPr>
          <a:xfrm>
            <a:off x="652701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Tekst niveaus</a:t>
            </a:r>
            <a:endParaRPr lang="en-US" sz="1400" b="1" dirty="0">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userDrawn="1"/>
        </p:nvSpPr>
        <p:spPr>
          <a:xfrm>
            <a:off x="6525467" y="2250825"/>
            <a:ext cx="2766076" cy="400110"/>
          </a:xfrm>
          <a:prstGeom prst="rect">
            <a:avLst/>
          </a:prstGeom>
          <a:noFill/>
        </p:spPr>
        <p:txBody>
          <a:bodyPr wrap="square" rtlCol="0">
            <a:spAutoFit/>
          </a:bodyPr>
          <a:lstStyle/>
          <a:p>
            <a:r>
              <a:rPr lang="nl-BE" sz="1000" dirty="0"/>
              <a:t>Titelfont is </a:t>
            </a:r>
            <a:r>
              <a:rPr lang="nl-BE" sz="1000" dirty="0" err="1"/>
              <a:t>Arial</a:t>
            </a:r>
            <a:r>
              <a:rPr lang="nl-BE" sz="1000" dirty="0"/>
              <a:t> </a:t>
            </a:r>
            <a:r>
              <a:rPr lang="nl-BE" sz="1000" dirty="0" err="1"/>
              <a:t>Rounded</a:t>
            </a:r>
            <a:r>
              <a:rPr lang="nl-BE" sz="1000" dirty="0"/>
              <a:t> MT </a:t>
            </a:r>
            <a:r>
              <a:rPr lang="nl-BE" sz="1000" dirty="0" err="1"/>
              <a:t>Bold</a:t>
            </a:r>
            <a:endParaRPr lang="nl-BE" sz="1000" dirty="0"/>
          </a:p>
          <a:p>
            <a:r>
              <a:rPr lang="en-US" sz="1000" dirty="0" err="1"/>
              <a:t>Daarnaast</a:t>
            </a:r>
            <a:r>
              <a:rPr lang="en-US" sz="1000" dirty="0"/>
              <a:t> </a:t>
            </a:r>
            <a:r>
              <a:rPr lang="en-US" sz="1000" dirty="0" err="1"/>
              <a:t>voor</a:t>
            </a:r>
            <a:r>
              <a:rPr lang="en-US" sz="1000" dirty="0"/>
              <a:t> </a:t>
            </a:r>
            <a:r>
              <a:rPr lang="en-US" sz="1000" dirty="0" err="1"/>
              <a:t>tekst</a:t>
            </a:r>
            <a:r>
              <a:rPr lang="en-US" sz="1000" dirty="0"/>
              <a:t> Calibri </a:t>
            </a:r>
            <a:r>
              <a:rPr lang="en-US" sz="1000" dirty="0" err="1"/>
              <a:t>gebruiken</a:t>
            </a:r>
            <a:endParaRPr lang="en-US" sz="1000" dirty="0"/>
          </a:p>
        </p:txBody>
      </p:sp>
      <p:sp>
        <p:nvSpPr>
          <p:cNvPr id="66" name="TextBox 15">
            <a:extLst>
              <a:ext uri="{FF2B5EF4-FFF2-40B4-BE49-F238E27FC236}">
                <a16:creationId xmlns:a16="http://schemas.microsoft.com/office/drawing/2014/main" id="{B726A7B0-FC55-4FD2-B93B-47F52DFE16C4}"/>
              </a:ext>
            </a:extLst>
          </p:cNvPr>
          <p:cNvSpPr txBox="1"/>
          <p:nvPr userDrawn="1"/>
        </p:nvSpPr>
        <p:spPr>
          <a:xfrm>
            <a:off x="6512729" y="2952175"/>
            <a:ext cx="1376953" cy="246221"/>
          </a:xfrm>
          <a:prstGeom prst="rect">
            <a:avLst/>
          </a:prstGeom>
          <a:noFill/>
        </p:spPr>
        <p:txBody>
          <a:bodyPr wrap="square" rtlCol="0">
            <a:spAutoFit/>
          </a:bodyPr>
          <a:lstStyle/>
          <a:p>
            <a:r>
              <a:rPr lang="nl-NL" sz="1000" b="1" dirty="0">
                <a:solidFill>
                  <a:schemeClr val="tx2"/>
                </a:solidFill>
                <a:latin typeface="Arial" panose="020B0604020202020204" pitchFamily="34" charset="0"/>
                <a:cs typeface="Arial" panose="020B0604020202020204" pitchFamily="34" charset="0"/>
              </a:rPr>
              <a:t>Tekstgroottes</a:t>
            </a:r>
            <a:endParaRPr lang="en-US" sz="1000" b="1" dirty="0">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userDrawn="1"/>
        </p:nvSpPr>
        <p:spPr>
          <a:xfrm>
            <a:off x="6869009" y="3752065"/>
            <a:ext cx="1854206" cy="246221"/>
          </a:xfrm>
          <a:prstGeom prst="rect">
            <a:avLst/>
          </a:prstGeom>
          <a:noFill/>
        </p:spPr>
        <p:txBody>
          <a:bodyPr wrap="square" rtlCol="0">
            <a:spAutoFit/>
          </a:bodyPr>
          <a:lstStyle/>
          <a:p>
            <a:r>
              <a:rPr lang="nl-NL" sz="1000" dirty="0">
                <a:latin typeface="+mj-lt"/>
                <a:cs typeface="Arial" panose="020B0604020202020204" pitchFamily="34" charset="0"/>
              </a:rPr>
              <a:t>Platte tekst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userDrawn="1"/>
        </p:nvSpPr>
        <p:spPr>
          <a:xfrm>
            <a:off x="6866337" y="4021905"/>
            <a:ext cx="1854206" cy="246221"/>
          </a:xfrm>
          <a:prstGeom prst="rect">
            <a:avLst/>
          </a:prstGeom>
          <a:noFill/>
        </p:spPr>
        <p:txBody>
          <a:bodyPr wrap="square" rtlCol="0">
            <a:spAutoFit/>
          </a:bodyPr>
          <a:lstStyle/>
          <a:p>
            <a:pPr marL="171450" indent="-171450">
              <a:buFont typeface="Arial" panose="020B0604020202020204" pitchFamily="34" charset="0"/>
              <a:buChar char="•"/>
            </a:pPr>
            <a:r>
              <a:rPr lang="nl-NL" sz="1000" dirty="0" err="1">
                <a:latin typeface="+mj-lt"/>
                <a:cs typeface="Arial" panose="020B0604020202020204" pitchFamily="34" charset="0"/>
              </a:rPr>
              <a:t>Bullet</a:t>
            </a:r>
            <a:r>
              <a:rPr lang="nl-NL" sz="1000" dirty="0">
                <a:latin typeface="+mj-lt"/>
                <a:cs typeface="Arial" panose="020B0604020202020204" pitchFamily="34" charset="0"/>
              </a:rPr>
              <a:t> (36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userDrawn="1"/>
        </p:nvSpPr>
        <p:spPr>
          <a:xfrm>
            <a:off x="6952508" y="4321748"/>
            <a:ext cx="1693619" cy="246221"/>
          </a:xfrm>
          <a:prstGeom prst="rect">
            <a:avLst/>
          </a:prstGeom>
          <a:noFill/>
        </p:spPr>
        <p:txBody>
          <a:bodyPr wrap="square" rtlCol="0">
            <a:spAutoFit/>
          </a:bodyPr>
          <a:lstStyle/>
          <a:p>
            <a:pPr marL="360363" lvl="1" indent="-180975">
              <a:buFont typeface="Arial" panose="020B0604020202020204" pitchFamily="34" charset="0"/>
              <a:buChar char="•"/>
            </a:pPr>
            <a:r>
              <a:rPr lang="nl-NL" sz="1000" dirty="0">
                <a:latin typeface="+mj-lt"/>
                <a:cs typeface="Arial" panose="020B0604020202020204" pitchFamily="34" charset="0"/>
              </a:rPr>
              <a:t>Sub </a:t>
            </a:r>
            <a:r>
              <a:rPr lang="nl-NL" sz="1000" dirty="0" err="1">
                <a:latin typeface="+mj-lt"/>
                <a:cs typeface="Arial" panose="020B0604020202020204" pitchFamily="34" charset="0"/>
              </a:rPr>
              <a:t>Bullet</a:t>
            </a:r>
            <a:r>
              <a:rPr lang="nl-NL" sz="1000" dirty="0">
                <a:latin typeface="+mj-lt"/>
                <a:cs typeface="Arial" panose="020B0604020202020204" pitchFamily="34" charset="0"/>
              </a:rPr>
              <a:t> (30 </a:t>
            </a:r>
            <a:r>
              <a:rPr lang="nl-NL" sz="1000" dirty="0" err="1">
                <a:latin typeface="+mj-lt"/>
                <a:cs typeface="Arial" panose="020B0604020202020204" pitchFamily="34" charset="0"/>
              </a:rPr>
              <a:t>pt</a:t>
            </a:r>
            <a:r>
              <a:rPr lang="nl-NL" sz="1000" dirty="0">
                <a:latin typeface="+mj-lt"/>
                <a:cs typeface="Arial" panose="020B0604020202020204" pitchFamily="34" charset="0"/>
              </a:rPr>
              <a:t>.)</a:t>
            </a:r>
            <a:endParaRPr lang="en-US" sz="1000" dirty="0">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userDrawn="1"/>
        </p:nvSpPr>
        <p:spPr>
          <a:xfrm>
            <a:off x="6952508" y="4628174"/>
            <a:ext cx="1693619" cy="246221"/>
          </a:xfrm>
          <a:prstGeom prst="rect">
            <a:avLst/>
          </a:prstGeom>
          <a:noFill/>
        </p:spPr>
        <p:txBody>
          <a:bodyPr wrap="square" rtlCol="0">
            <a:spAutoFit/>
          </a:bodyPr>
          <a:lstStyle/>
          <a:p>
            <a:r>
              <a:rPr lang="nl-NL" sz="1000" b="1" dirty="0">
                <a:solidFill>
                  <a:schemeClr val="tx2"/>
                </a:solidFill>
                <a:latin typeface="+mj-lt"/>
                <a:cs typeface="Arial" panose="020B0604020202020204" pitchFamily="34" charset="0"/>
              </a:rPr>
              <a:t>Kopje (24 </a:t>
            </a:r>
            <a:r>
              <a:rPr lang="nl-NL" sz="1000" b="1" dirty="0" err="1">
                <a:solidFill>
                  <a:schemeClr val="tx2"/>
                </a:solidFill>
                <a:latin typeface="+mj-lt"/>
                <a:cs typeface="Arial" panose="020B0604020202020204" pitchFamily="34" charset="0"/>
              </a:rPr>
              <a:t>pt</a:t>
            </a:r>
            <a:r>
              <a:rPr lang="nl-NL" sz="1000" b="1" dirty="0">
                <a:solidFill>
                  <a:schemeClr val="tx2"/>
                </a:solidFill>
                <a:latin typeface="+mj-lt"/>
                <a:cs typeface="Arial" panose="020B0604020202020204" pitchFamily="34" charset="0"/>
              </a:rPr>
              <a:t>)</a:t>
            </a:r>
            <a:endParaRPr lang="en-US" sz="1000" b="1" dirty="0">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userDrawn="1"/>
        </p:nvSpPr>
        <p:spPr>
          <a:xfrm>
            <a:off x="6942268" y="4934969"/>
            <a:ext cx="1693619" cy="246221"/>
          </a:xfrm>
          <a:prstGeom prst="rect">
            <a:avLst/>
          </a:prstGeom>
          <a:noFill/>
        </p:spPr>
        <p:txBody>
          <a:bodyPr wrap="square" rtlCol="0">
            <a:spAutoFit/>
          </a:bodyPr>
          <a:lstStyle/>
          <a:p>
            <a:r>
              <a:rPr lang="nl-NL" sz="1000" i="1" dirty="0">
                <a:solidFill>
                  <a:schemeClr val="tx2"/>
                </a:solidFill>
                <a:latin typeface="+mj-lt"/>
                <a:cs typeface="Arial" panose="020B0604020202020204" pitchFamily="34" charset="0"/>
              </a:rPr>
              <a:t>Kopje (16 </a:t>
            </a:r>
            <a:r>
              <a:rPr lang="nl-NL" sz="1000" i="1" dirty="0" err="1">
                <a:solidFill>
                  <a:schemeClr val="tx2"/>
                </a:solidFill>
                <a:latin typeface="+mj-lt"/>
                <a:cs typeface="Arial" panose="020B0604020202020204" pitchFamily="34" charset="0"/>
              </a:rPr>
              <a:t>pt</a:t>
            </a:r>
            <a:r>
              <a:rPr lang="nl-NL" sz="1000" i="1" dirty="0">
                <a:solidFill>
                  <a:schemeClr val="tx2"/>
                </a:solidFill>
                <a:latin typeface="+mj-lt"/>
                <a:cs typeface="Arial" panose="020B0604020202020204" pitchFamily="34" charset="0"/>
              </a:rPr>
              <a:t>)</a:t>
            </a:r>
            <a:endParaRPr lang="en-US" sz="1000" i="1" dirty="0">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userDrawn="1"/>
        </p:nvGrpSpPr>
        <p:grpSpPr>
          <a:xfrm>
            <a:off x="6610470" y="3730564"/>
            <a:ext cx="288032" cy="276999"/>
            <a:chOff x="12492689" y="2721406"/>
            <a:chExt cx="288032" cy="276999"/>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1</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userDrawn="1"/>
        </p:nvGrpSpPr>
        <p:grpSpPr>
          <a:xfrm>
            <a:off x="6609883" y="4024410"/>
            <a:ext cx="288032" cy="276999"/>
            <a:chOff x="12492689" y="2721406"/>
            <a:chExt cx="288032" cy="276999"/>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2</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userDrawn="1"/>
        </p:nvGrpSpPr>
        <p:grpSpPr>
          <a:xfrm>
            <a:off x="6610470" y="4321748"/>
            <a:ext cx="288032" cy="276999"/>
            <a:chOff x="12492689" y="2721406"/>
            <a:chExt cx="288032" cy="276999"/>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3</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userDrawn="1"/>
        </p:nvGrpSpPr>
        <p:grpSpPr>
          <a:xfrm>
            <a:off x="6610470" y="4628174"/>
            <a:ext cx="288032" cy="276999"/>
            <a:chOff x="12492689" y="2721406"/>
            <a:chExt cx="288032" cy="276999"/>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4</a:t>
              </a:r>
              <a:endParaRPr lang="en-US" sz="1200" b="1" dirty="0">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userDrawn="1"/>
        </p:nvGrpSpPr>
        <p:grpSpPr>
          <a:xfrm>
            <a:off x="6608159" y="4929162"/>
            <a:ext cx="288032" cy="276999"/>
            <a:chOff x="12492689" y="2721406"/>
            <a:chExt cx="288032" cy="276999"/>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276999"/>
            </a:xfrm>
            <a:prstGeom prst="rect">
              <a:avLst/>
            </a:prstGeom>
            <a:grpFill/>
          </p:spPr>
          <p:txBody>
            <a:bodyPr wrap="square" rtlCol="0">
              <a:spAutoFit/>
            </a:bodyPr>
            <a:lstStyle/>
            <a:p>
              <a:r>
                <a:rPr lang="nl-NL" sz="1200" b="1" dirty="0">
                  <a:solidFill>
                    <a:schemeClr val="tx1"/>
                  </a:solidFill>
                  <a:latin typeface="Arial" panose="020B0604020202020204" pitchFamily="34" charset="0"/>
                  <a:cs typeface="Arial" panose="020B0604020202020204" pitchFamily="34" charset="0"/>
                </a:rPr>
                <a:t>5</a:t>
              </a:r>
              <a:endParaRPr lang="en-US" sz="1200" b="1" dirty="0">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userDrawn="1"/>
        </p:nvSpPr>
        <p:spPr>
          <a:xfrm>
            <a:off x="9300404" y="3609192"/>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Kaart aanpassen</a:t>
            </a:r>
            <a:endParaRPr lang="en-US" sz="1400" b="1" dirty="0">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userDrawn="1"/>
        </p:nvSpPr>
        <p:spPr>
          <a:xfrm>
            <a:off x="9310260" y="4349764"/>
            <a:ext cx="2770672" cy="861774"/>
          </a:xfrm>
          <a:prstGeom prst="rect">
            <a:avLst/>
          </a:prstGeom>
          <a:noFill/>
        </p:spPr>
        <p:txBody>
          <a:bodyPr wrap="square" rtlCol="0">
            <a:spAutoFit/>
          </a:bodyPr>
          <a:lstStyle/>
          <a:p>
            <a:r>
              <a:rPr lang="nl-NL" sz="1000" dirty="0">
                <a:latin typeface="+mn-lt"/>
                <a:cs typeface="Arial" panose="020B0604020202020204" pitchFamily="34" charset="0"/>
              </a:rPr>
              <a:t>Selecteer eerst de kaart en vervolgens het deel dat je wenst te kleuren. Klik naast de kaart om deze weer te verlaten.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Copier de </a:t>
            </a:r>
            <a:r>
              <a:rPr lang="nl-NL" sz="1000" dirty="0" err="1">
                <a:latin typeface="+mn-lt"/>
                <a:cs typeface="Arial" panose="020B0604020202020204" pitchFamily="34" charset="0"/>
              </a:rPr>
              <a:t>pushpin</a:t>
            </a:r>
            <a:r>
              <a:rPr lang="nl-NL" sz="1000" dirty="0">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userDrawn="1"/>
        </p:nvSpPr>
        <p:spPr>
          <a:xfrm>
            <a:off x="12086214" y="6390560"/>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Grafieken aanpassen</a:t>
            </a:r>
            <a:endParaRPr lang="en-US" sz="1400" b="1" dirty="0">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userDrawn="1"/>
        </p:nvSpPr>
        <p:spPr>
          <a:xfrm>
            <a:off x="12081034" y="7140986"/>
            <a:ext cx="2770671" cy="1323439"/>
          </a:xfrm>
          <a:prstGeom prst="rect">
            <a:avLst/>
          </a:prstGeom>
          <a:noFill/>
        </p:spPr>
        <p:txBody>
          <a:bodyPr wrap="square" rtlCol="0">
            <a:spAutoFit/>
          </a:bodyPr>
          <a:lstStyle/>
          <a:p>
            <a:r>
              <a:rPr lang="nl-NL" sz="1000" dirty="0">
                <a:latin typeface="+mn-lt"/>
                <a:cs typeface="Arial" panose="020B0604020202020204" pitchFamily="34" charset="0"/>
              </a:rPr>
              <a:t>Klik rechts op de grafiek en kies voor:</a:t>
            </a: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endParaRPr lang="nl-NL" sz="1000" dirty="0">
              <a:latin typeface="+mn-lt"/>
              <a:cs typeface="Arial" panose="020B0604020202020204" pitchFamily="34" charset="0"/>
            </a:endParaRPr>
          </a:p>
          <a:p>
            <a:r>
              <a:rPr lang="nl-NL" sz="1000" dirty="0">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userDrawn="1"/>
        </p:nvPicPr>
        <p:blipFill rotWithShape="1">
          <a:blip r:embed="rId7" cstate="email">
            <a:extLst>
              <a:ext uri="{28A0092B-C50C-407E-A947-70E740481C1C}">
                <a14:useLocalDpi xmlns:a14="http://schemas.microsoft.com/office/drawing/2010/main" val="0"/>
              </a:ext>
            </a:extLst>
          </a:blip>
          <a:srcRect/>
          <a:stretch/>
        </p:blipFill>
        <p:spPr>
          <a:xfrm>
            <a:off x="12821439" y="7457420"/>
            <a:ext cx="1345121" cy="247310"/>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userDrawn="1"/>
        </p:nvSpPr>
        <p:spPr>
          <a:xfrm>
            <a:off x="14856787" y="5038324"/>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Vragen of hulp</a:t>
            </a:r>
            <a:endParaRPr lang="en-US" sz="1400" b="1" dirty="0">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userDrawn="1"/>
        </p:nvSpPr>
        <p:spPr>
          <a:xfrm>
            <a:off x="14866311" y="5757113"/>
            <a:ext cx="2750175" cy="400110"/>
          </a:xfrm>
          <a:prstGeom prst="rect">
            <a:avLst/>
          </a:prstGeom>
          <a:noFill/>
        </p:spPr>
        <p:txBody>
          <a:bodyPr wrap="square" rtlCol="0">
            <a:spAutoFit/>
          </a:bodyPr>
          <a:lstStyle/>
          <a:p>
            <a:r>
              <a:rPr lang="nl-NL" sz="1000" dirty="0">
                <a:latin typeface="+mn-lt"/>
                <a:cs typeface="Arial" panose="020B0604020202020204" pitchFamily="34" charset="0"/>
              </a:rPr>
              <a:t>Contacteer de dienst communicatie of </a:t>
            </a:r>
            <a:r>
              <a:rPr lang="nl-NL" sz="1000" dirty="0">
                <a:latin typeface="+mn-lt"/>
                <a:cs typeface="Arial" panose="020B0604020202020204" pitchFamily="34" charset="0"/>
                <a:hlinkClick r:id="rId8"/>
              </a:rPr>
              <a:t>regis.le.roy@howest.be</a:t>
            </a:r>
            <a:r>
              <a:rPr lang="nl-NL" sz="1000" dirty="0">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userDrawn="1"/>
        </p:nvSpPr>
        <p:spPr>
          <a:xfrm>
            <a:off x="12094058" y="1530329"/>
            <a:ext cx="2376264" cy="307777"/>
          </a:xfrm>
          <a:prstGeom prst="rect">
            <a:avLst/>
          </a:prstGeom>
          <a:noFill/>
        </p:spPr>
        <p:txBody>
          <a:bodyPr wrap="square" rtlCol="0">
            <a:spAutoFit/>
          </a:bodyPr>
          <a:lstStyle/>
          <a:p>
            <a:r>
              <a:rPr lang="nl-NL" sz="1400" b="1" dirty="0" err="1">
                <a:solidFill>
                  <a:schemeClr val="tx2"/>
                </a:solidFill>
                <a:latin typeface="+mn-lt"/>
                <a:cs typeface="Arial" panose="020B0604020202020204" pitchFamily="34" charset="0"/>
              </a:rPr>
              <a:t>SmartArt</a:t>
            </a:r>
            <a:r>
              <a:rPr lang="nl-NL" sz="1400" b="1" dirty="0">
                <a:solidFill>
                  <a:schemeClr val="tx2"/>
                </a:solidFill>
                <a:latin typeface="+mn-lt"/>
                <a:cs typeface="Arial" panose="020B0604020202020204" pitchFamily="34" charset="0"/>
              </a:rPr>
              <a:t> aanpassen</a:t>
            </a:r>
            <a:endParaRPr lang="en-US" sz="1400" b="1" dirty="0">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userDrawn="1"/>
        </p:nvSpPr>
        <p:spPr>
          <a:xfrm>
            <a:off x="12084102" y="2250825"/>
            <a:ext cx="2770673" cy="1015663"/>
          </a:xfrm>
          <a:prstGeom prst="rect">
            <a:avLst/>
          </a:prstGeom>
          <a:noFill/>
        </p:spPr>
        <p:txBody>
          <a:bodyPr wrap="square" rtlCol="0">
            <a:spAutoFit/>
          </a:bodyPr>
          <a:lstStyle/>
          <a:p>
            <a:r>
              <a:rPr lang="nl-NL" sz="1000" dirty="0">
                <a:latin typeface="+mn-lt"/>
                <a:cs typeface="Arial" panose="020B0604020202020204" pitchFamily="34" charset="0"/>
              </a:rPr>
              <a:t>Copier de </a:t>
            </a:r>
            <a:r>
              <a:rPr lang="nl-NL" sz="1000" dirty="0" err="1">
                <a:latin typeface="+mn-lt"/>
                <a:cs typeface="Arial" panose="020B0604020202020204" pitchFamily="34" charset="0"/>
              </a:rPr>
              <a:t>smartart</a:t>
            </a:r>
            <a:r>
              <a:rPr lang="nl-NL" sz="1000" dirty="0">
                <a:latin typeface="+mn-lt"/>
                <a:cs typeface="Arial" panose="020B0604020202020204" pitchFamily="34" charset="0"/>
              </a:rPr>
              <a:t> naar de template je slide.</a:t>
            </a:r>
          </a:p>
          <a:p>
            <a:endParaRPr lang="nl-NL" sz="1000" dirty="0">
              <a:latin typeface="+mn-lt"/>
              <a:cs typeface="Arial" panose="020B0604020202020204" pitchFamily="34" charset="0"/>
            </a:endParaRPr>
          </a:p>
          <a:p>
            <a:r>
              <a:rPr lang="nl-NL" sz="1000" dirty="0">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userDrawn="1"/>
        </p:nvSpPr>
        <p:spPr>
          <a:xfrm>
            <a:off x="14856787" y="3659658"/>
            <a:ext cx="2759700" cy="707886"/>
          </a:xfrm>
          <a:prstGeom prst="rect">
            <a:avLst/>
          </a:prstGeom>
          <a:noFill/>
        </p:spPr>
        <p:txBody>
          <a:bodyPr wrap="square" rtlCol="0">
            <a:spAutoFit/>
          </a:bodyPr>
          <a:lstStyle/>
          <a:p>
            <a:r>
              <a:rPr lang="nl-BE" sz="1000" dirty="0">
                <a:latin typeface="+mn-lt"/>
                <a:cs typeface="Arial" panose="020B0604020202020204" pitchFamily="34" charset="0"/>
              </a:rPr>
              <a:t>Gelieve steeds de laatste versie af te halen van dit bestand! Via het intranet op </a:t>
            </a:r>
          </a:p>
          <a:p>
            <a:r>
              <a:rPr lang="nl-BE" sz="1000" dirty="0">
                <a:latin typeface="+mn-lt"/>
                <a:cs typeface="Arial" panose="020B0604020202020204" pitchFamily="34" charset="0"/>
                <a:hlinkClick r:id="rId9"/>
              </a:rPr>
              <a:t>https://start.howest.be/StrategieCommunicatie/Communicatie</a:t>
            </a:r>
            <a:endParaRPr lang="nl-BE" sz="1000" dirty="0">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userDrawn="1"/>
        </p:nvSpPr>
        <p:spPr>
          <a:xfrm>
            <a:off x="14856787" y="295199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Over deze template</a:t>
            </a:r>
            <a:endParaRPr lang="en-US" sz="1400" b="1" dirty="0">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userDrawn="1"/>
        </p:nvSpPr>
        <p:spPr>
          <a:xfrm>
            <a:off x="9292223" y="5700406"/>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Kleuren</a:t>
            </a:r>
            <a:endParaRPr lang="en-US" sz="1400" b="1" dirty="0">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userDrawn="1"/>
        </p:nvCxnSpPr>
        <p:spPr>
          <a:xfrm>
            <a:off x="9395015" y="6373382"/>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userDrawn="1"/>
        </p:nvGrpSpPr>
        <p:grpSpPr>
          <a:xfrm>
            <a:off x="9402506" y="6426409"/>
            <a:ext cx="1871067" cy="1785104"/>
            <a:chOff x="15665503" y="2139926"/>
            <a:chExt cx="1871067" cy="1785104"/>
          </a:xfrm>
        </p:grpSpPr>
        <p:sp>
          <p:nvSpPr>
            <p:cNvPr id="103" name="Rechthoek 102">
              <a:extLst>
                <a:ext uri="{FF2B5EF4-FFF2-40B4-BE49-F238E27FC236}">
                  <a16:creationId xmlns:a16="http://schemas.microsoft.com/office/drawing/2014/main" id="{04E0274B-4A23-4599-8B39-A2CDABB5ECA3}"/>
                </a:ext>
              </a:extLst>
            </p:cNvPr>
            <p:cNvSpPr/>
            <p:nvPr userDrawn="1"/>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userDrawn="1"/>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userDrawn="1"/>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userDrawn="1"/>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userDrawn="1"/>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userDrawn="1"/>
          </p:nvSpPr>
          <p:spPr>
            <a:xfrm>
              <a:off x="15808378" y="2139926"/>
              <a:ext cx="1728192" cy="1785104"/>
            </a:xfrm>
            <a:prstGeom prst="rect">
              <a:avLst/>
            </a:prstGeom>
            <a:noFill/>
          </p:spPr>
          <p:txBody>
            <a:bodyPr wrap="square" rtlCol="0">
              <a:spAutoFit/>
            </a:bodyPr>
            <a:lstStyle/>
            <a:p>
              <a:pPr marL="0" indent="0" algn="l">
                <a:buFontTx/>
                <a:buNone/>
              </a:pPr>
              <a:r>
                <a:rPr lang="en-US" sz="1000" dirty="0"/>
                <a:t>H</a:t>
              </a:r>
              <a:r>
                <a:rPr lang="nl-BE" sz="1000" dirty="0" err="1"/>
                <a:t>oofdkleur</a:t>
              </a:r>
              <a:endParaRPr lang="nl-BE" sz="1000" dirty="0"/>
            </a:p>
            <a:p>
              <a:pPr marL="0" indent="0" algn="l">
                <a:buFontTx/>
                <a:buNone/>
              </a:pPr>
              <a:r>
                <a:rPr lang="nl-BE" sz="1000" dirty="0"/>
                <a:t>Blauw (RGB: 68,200,245)</a:t>
              </a:r>
            </a:p>
            <a:p>
              <a:pPr marL="0" indent="0">
                <a:buFontTx/>
                <a:buNone/>
              </a:pPr>
              <a:r>
                <a:rPr lang="en-US" sz="1000" dirty="0"/>
                <a:t>1</a:t>
              </a:r>
              <a:r>
                <a:rPr lang="en-US" sz="1000" baseline="30000" dirty="0"/>
                <a:t>ste </a:t>
              </a:r>
              <a:r>
                <a:rPr lang="nl-BE" sz="1000" dirty="0"/>
                <a:t> Tekstkleur </a:t>
              </a:r>
            </a:p>
            <a:p>
              <a:pPr marL="0" indent="0">
                <a:buFontTx/>
                <a:buNone/>
              </a:pPr>
              <a:r>
                <a:rPr lang="nl-BE" sz="1000" dirty="0"/>
                <a:t>Wit (RGB:255,255,255)</a:t>
              </a:r>
            </a:p>
            <a:p>
              <a:pPr marL="0" indent="0">
                <a:buFontTx/>
                <a:buNone/>
              </a:pPr>
              <a:r>
                <a:rPr lang="en-US" sz="1000" dirty="0"/>
                <a:t>2</a:t>
              </a:r>
              <a:r>
                <a:rPr lang="en-US" sz="1000" baseline="30000" dirty="0"/>
                <a:t>de</a:t>
              </a:r>
              <a:r>
                <a:rPr lang="en-US" sz="1000" dirty="0"/>
                <a:t>   </a:t>
              </a:r>
              <a:r>
                <a:rPr lang="en-US" sz="1000" dirty="0" err="1"/>
                <a:t>Tekstkleur</a:t>
              </a:r>
              <a:endParaRPr lang="en-US" sz="1000" dirty="0"/>
            </a:p>
            <a:p>
              <a:pPr marL="0" indent="0">
                <a:buFontTx/>
                <a:buNone/>
              </a:pPr>
              <a:r>
                <a:rPr lang="en-US" sz="1000" dirty="0"/>
                <a:t>Z</a:t>
              </a:r>
              <a:r>
                <a:rPr lang="nl-BE" sz="1000" dirty="0"/>
                <a:t>wart (RGB:0,0,0)</a:t>
              </a:r>
            </a:p>
            <a:p>
              <a:pPr marL="0" indent="0">
                <a:buFontTx/>
                <a:buNone/>
              </a:pPr>
              <a:r>
                <a:rPr lang="en-US" sz="1000" dirty="0"/>
                <a:t>Extra: </a:t>
              </a:r>
            </a:p>
            <a:p>
              <a:pPr marL="0" indent="0">
                <a:buFontTx/>
                <a:buNone/>
              </a:pPr>
              <a:r>
                <a:rPr lang="en-US" sz="1000" dirty="0"/>
                <a:t>Magenta</a:t>
              </a:r>
              <a:r>
                <a:rPr lang="nl-BE" sz="1000" dirty="0"/>
                <a:t> (RGB: 236,0,140)</a:t>
              </a:r>
            </a:p>
            <a:p>
              <a:pPr marL="0" indent="0">
                <a:buFontTx/>
                <a:buNone/>
              </a:pPr>
              <a:r>
                <a:rPr lang="nl-BE" sz="1000" dirty="0"/>
                <a:t>Extra:</a:t>
              </a:r>
            </a:p>
            <a:p>
              <a:pPr marL="0" indent="0">
                <a:buFontTx/>
                <a:buNone/>
              </a:pPr>
              <a:r>
                <a:rPr lang="nl-BE" sz="1000" dirty="0"/>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userDrawn="1"/>
        </p:nvSpPr>
        <p:spPr>
          <a:xfrm>
            <a:off x="14843097" y="1530329"/>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Hulplijnen tonen aanpassen</a:t>
            </a:r>
            <a:endParaRPr lang="en-US" sz="1400" b="1" dirty="0">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userDrawn="1"/>
        </p:nvCxnSpPr>
        <p:spPr>
          <a:xfrm>
            <a:off x="14951109"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userDrawn="1"/>
        </p:nvSpPr>
        <p:spPr>
          <a:xfrm>
            <a:off x="14845814" y="2258927"/>
            <a:ext cx="2770673" cy="553998"/>
          </a:xfrm>
          <a:prstGeom prst="rect">
            <a:avLst/>
          </a:prstGeom>
          <a:noFill/>
        </p:spPr>
        <p:txBody>
          <a:bodyPr wrap="square" rtlCol="0">
            <a:spAutoFit/>
          </a:bodyPr>
          <a:lstStyle/>
          <a:p>
            <a:r>
              <a:rPr lang="nl-NL" sz="1000" dirty="0">
                <a:latin typeface="+mn-lt"/>
                <a:cs typeface="Arial" panose="020B0604020202020204" pitchFamily="34" charset="0"/>
              </a:rPr>
              <a:t>In elke slide </a:t>
            </a:r>
            <a:r>
              <a:rPr lang="nl-NL" sz="1000" dirty="0" err="1">
                <a:latin typeface="+mn-lt"/>
                <a:cs typeface="Arial" panose="020B0604020202020204" pitchFamily="34" charset="0"/>
              </a:rPr>
              <a:t>layout</a:t>
            </a:r>
            <a:r>
              <a:rPr lang="nl-NL" sz="1000" dirty="0">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userDrawn="1"/>
        </p:nvCxnSpPr>
        <p:spPr>
          <a:xfrm>
            <a:off x="14940538" y="358946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userDrawn="1"/>
        </p:nvCxnSpPr>
        <p:spPr>
          <a:xfrm>
            <a:off x="14951108" y="5676190"/>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userDrawn="1"/>
        </p:nvCxnSpPr>
        <p:spPr>
          <a:xfrm>
            <a:off x="12172955" y="2192081"/>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userDrawn="1"/>
        </p:nvCxnSpPr>
        <p:spPr>
          <a:xfrm>
            <a:off x="9409198"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userDrawn="1"/>
        </p:nvCxnSpPr>
        <p:spPr>
          <a:xfrm>
            <a:off x="6608159" y="220160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userDrawn="1"/>
        </p:nvCxnSpPr>
        <p:spPr>
          <a:xfrm>
            <a:off x="6596037" y="6369872"/>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userDrawn="1"/>
        </p:nvCxnSpPr>
        <p:spPr>
          <a:xfrm>
            <a:off x="9396501" y="4288366"/>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userDrawn="1"/>
        </p:nvCxnSpPr>
        <p:spPr>
          <a:xfrm>
            <a:off x="12194909" y="7084284"/>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userDrawn="1"/>
        </p:nvCxnSpPr>
        <p:spPr>
          <a:xfrm>
            <a:off x="6605430" y="3600349"/>
            <a:ext cx="26633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userDrawn="1"/>
        </p:nvSpPr>
        <p:spPr>
          <a:xfrm>
            <a:off x="12081358" y="3600447"/>
            <a:ext cx="2376264" cy="307777"/>
          </a:xfrm>
          <a:prstGeom prst="rect">
            <a:avLst/>
          </a:prstGeom>
          <a:noFill/>
        </p:spPr>
        <p:txBody>
          <a:bodyPr wrap="square" rtlCol="0">
            <a:spAutoFit/>
          </a:bodyPr>
          <a:lstStyle/>
          <a:p>
            <a:r>
              <a:rPr lang="nl-NL" sz="1400" b="1" dirty="0">
                <a:solidFill>
                  <a:schemeClr val="tx2"/>
                </a:solidFill>
                <a:latin typeface="+mn-lt"/>
                <a:cs typeface="Arial" panose="020B0604020202020204" pitchFamily="34" charset="0"/>
              </a:rPr>
              <a:t>Tabellen aanpassen</a:t>
            </a:r>
            <a:endParaRPr lang="en-US" sz="1400" b="1" dirty="0">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userDrawn="1"/>
        </p:nvSpPr>
        <p:spPr>
          <a:xfrm>
            <a:off x="12084102" y="4341532"/>
            <a:ext cx="2770673" cy="1477328"/>
          </a:xfrm>
          <a:prstGeom prst="rect">
            <a:avLst/>
          </a:prstGeom>
          <a:noFill/>
        </p:spPr>
        <p:txBody>
          <a:bodyPr wrap="square" rtlCol="0">
            <a:spAutoFit/>
          </a:bodyPr>
          <a:lstStyle/>
          <a:p>
            <a:r>
              <a:rPr lang="nl-NL" sz="1000" dirty="0">
                <a:latin typeface="+mn-lt"/>
                <a:cs typeface="Arial" panose="020B0604020202020204" pitchFamily="34" charset="0"/>
              </a:rPr>
              <a:t>Tabellen werkt niet altijd even vlot in PowerPoint. </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userDrawn="1"/>
        </p:nvCxnSpPr>
        <p:spPr>
          <a:xfrm>
            <a:off x="12172955" y="4282788"/>
            <a:ext cx="266537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176607" y="5827087"/>
            <a:ext cx="2585662" cy="361700"/>
          </a:xfrm>
          <a:prstGeom prst="rect">
            <a:avLst/>
          </a:prstGeom>
        </p:spPr>
      </p:pic>
      <p:pic>
        <p:nvPicPr>
          <p:cNvPr id="115" name="Afbeelding 114">
            <a:extLst>
              <a:ext uri="{FF2B5EF4-FFF2-40B4-BE49-F238E27FC236}">
                <a16:creationId xmlns:a16="http://schemas.microsoft.com/office/drawing/2014/main" id="{5574E764-4DF0-401B-8634-39C5C89BB7CE}"/>
              </a:ext>
            </a:extLst>
          </p:cNvPr>
          <p:cNvPicPr>
            <a:picLocks noChangeAspect="1"/>
          </p:cNvPicPr>
          <p:nvPr userDrawn="1"/>
        </p:nvPicPr>
        <p:blipFill rotWithShape="1">
          <a:blip r:embed="rId11">
            <a:extLst>
              <a:ext uri="{28A0092B-C50C-407E-A947-70E740481C1C}">
                <a14:useLocalDpi xmlns:a14="http://schemas.microsoft.com/office/drawing/2010/main" val="0"/>
              </a:ext>
            </a:extLst>
          </a:blip>
          <a:srcRect/>
          <a:stretch/>
        </p:blipFill>
        <p:spPr>
          <a:xfrm>
            <a:off x="1068067" y="4531519"/>
            <a:ext cx="5267788" cy="4623295"/>
          </a:xfrm>
          <a:prstGeom prst="rect">
            <a:avLst/>
          </a:prstGeom>
        </p:spPr>
      </p:pic>
    </p:spTree>
    <p:extLst>
      <p:ext uri="{BB962C8B-B14F-4D97-AF65-F5344CB8AC3E}">
        <p14:creationId xmlns:p14="http://schemas.microsoft.com/office/powerpoint/2010/main" val="18372444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5149215" y="3398303"/>
            <a:ext cx="12376786" cy="1964494"/>
          </a:xfrm>
        </p:spPr>
        <p:txBody>
          <a:bodyPr wrap="none" lIns="0" tIns="0" rIns="0" bIns="0" anchor="b">
            <a:noAutofit/>
          </a:bodyPr>
          <a:lstStyle>
            <a:lvl1pPr algn="l">
              <a:lnSpc>
                <a:spcPct val="64000"/>
              </a:lnSpc>
              <a:defRPr sz="5400">
                <a:solidFill>
                  <a:schemeClr val="bg1"/>
                </a:solidFill>
                <a:latin typeface="Arial Rounded MT Bold" panose="020F0704030504030204" pitchFamily="34" charset="0"/>
              </a:defRPr>
            </a:lvl1pPr>
          </a:lstStyle>
          <a:p>
            <a:r>
              <a:rPr lang="nl-BE" noProof="0"/>
              <a:t>Klik om Titel te bewerken</a:t>
            </a:r>
          </a:p>
        </p:txBody>
      </p:sp>
      <p:sp>
        <p:nvSpPr>
          <p:cNvPr id="3" name="Subtitle 2"/>
          <p:cNvSpPr>
            <a:spLocks noGrp="1"/>
          </p:cNvSpPr>
          <p:nvPr>
            <p:ph type="subTitle" idx="1" hasCustomPrompt="1"/>
          </p:nvPr>
        </p:nvSpPr>
        <p:spPr>
          <a:xfrm>
            <a:off x="5177790" y="5833530"/>
            <a:ext cx="12376786" cy="2719455"/>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Klikken om de ondertitelstijl </a:t>
            </a:r>
          </a:p>
          <a:p>
            <a:r>
              <a:rPr lang="nl-BE" noProof="0"/>
              <a:t>van het model </a:t>
            </a:r>
          </a:p>
          <a:p>
            <a:r>
              <a:rPr lang="nl-BE" noProof="0"/>
              <a:t>te bewerken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Tussentitel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852464918"/>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userDrawn="1"/>
        </p:nvSpPr>
        <p:spPr>
          <a:xfrm>
            <a:off x="1019175" y="-1"/>
            <a:ext cx="17271206" cy="10287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8288000" cy="10287000"/>
          </a:xfrm>
          <a:prstGeom prst="rect">
            <a:avLst/>
          </a:prstGeom>
        </p:spPr>
      </p:pic>
      <p:sp>
        <p:nvSpPr>
          <p:cNvPr id="2" name="Title 1"/>
          <p:cNvSpPr>
            <a:spLocks noGrp="1"/>
          </p:cNvSpPr>
          <p:nvPr>
            <p:ph type="ctrTitle" hasCustomPrompt="1"/>
          </p:nvPr>
        </p:nvSpPr>
        <p:spPr>
          <a:xfrm>
            <a:off x="5149215" y="4078514"/>
            <a:ext cx="12376786" cy="1964494"/>
          </a:xfrm>
        </p:spPr>
        <p:txBody>
          <a:bodyPr wrap="none" lIns="0" tIns="0" rIns="0" bIns="0" anchor="b">
            <a:noAutofit/>
          </a:bodyPr>
          <a:lstStyle>
            <a:lvl1pPr algn="l">
              <a:lnSpc>
                <a:spcPct val="100000"/>
              </a:lnSpc>
              <a:defRPr sz="5400">
                <a:solidFill>
                  <a:schemeClr val="bg1"/>
                </a:solidFill>
                <a:latin typeface="Arial Rounded MT Bold" panose="020F0704030504030204" pitchFamily="34" charset="0"/>
              </a:defRPr>
            </a:lvl1pPr>
          </a:lstStyle>
          <a:p>
            <a:br>
              <a:rPr lang="nl-BE" noProof="0"/>
            </a:br>
            <a:br>
              <a:rPr lang="nl-BE" noProof="0"/>
            </a:br>
            <a:r>
              <a:rPr lang="nl-BE" noProof="0"/>
              <a:t>Titel</a:t>
            </a:r>
          </a:p>
        </p:txBody>
      </p:sp>
      <p:sp>
        <p:nvSpPr>
          <p:cNvPr id="3" name="Subtitle 2"/>
          <p:cNvSpPr>
            <a:spLocks noGrp="1"/>
          </p:cNvSpPr>
          <p:nvPr>
            <p:ph type="subTitle" idx="1" hasCustomPrompt="1"/>
          </p:nvPr>
        </p:nvSpPr>
        <p:spPr>
          <a:xfrm>
            <a:off x="5177790" y="6692164"/>
            <a:ext cx="12376786" cy="2483643"/>
          </a:xfrm>
        </p:spPr>
        <p:txBody>
          <a:bodyPr lIns="0" tIns="0" rIns="0" bIns="0"/>
          <a:lstStyle>
            <a:lvl1pPr marL="0" indent="0" algn="l">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Ondertitel tekst</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350" y="365592"/>
            <a:ext cx="7567613" cy="3878402"/>
          </a:xfrm>
          <a:prstGeom prst="rect">
            <a:avLst/>
          </a:prstGeom>
        </p:spPr>
      </p:pic>
      <p:sp>
        <p:nvSpPr>
          <p:cNvPr id="8" name="TextBox 4">
            <a:extLst>
              <a:ext uri="{FF2B5EF4-FFF2-40B4-BE49-F238E27FC236}">
                <a16:creationId xmlns:a16="http://schemas.microsoft.com/office/drawing/2014/main" id="{3518A324-C96E-44BE-ACA2-A56AC1F14FF4}"/>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40040869"/>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p>
        </p:txBody>
      </p:sp>
      <p:sp>
        <p:nvSpPr>
          <p:cNvPr id="2" name="Title"/>
          <p:cNvSpPr>
            <a:spLocks noGrp="1"/>
          </p:cNvSpPr>
          <p:nvPr>
            <p:ph type="ctrTitle" hasCustomPrompt="1"/>
          </p:nvPr>
        </p:nvSpPr>
        <p:spPr>
          <a:xfrm>
            <a:off x="1965278" y="3562066"/>
            <a:ext cx="15589298" cy="3192729"/>
          </a:xfrm>
        </p:spPr>
        <p:txBody>
          <a:bodyPr wrap="none" lIns="0" tIns="0" rIns="0" bIns="0" anchor="b">
            <a:noAutofit/>
          </a:bodyPr>
          <a:lstStyle>
            <a:lvl1pPr algn="r">
              <a:lnSpc>
                <a:spcPct val="100000"/>
              </a:lnSpc>
              <a:defRPr sz="4800">
                <a:solidFill>
                  <a:schemeClr val="bg1"/>
                </a:solidFill>
                <a:latin typeface="Arial Rounded MT Bold" panose="020F0704030504030204" pitchFamily="34" charset="0"/>
              </a:defRPr>
            </a:lvl1pPr>
          </a:lstStyle>
          <a:p>
            <a:r>
              <a:rPr lang="nl-BE" noProof="0"/>
              <a:t>“Klik om quote </a:t>
            </a:r>
            <a:br>
              <a:rPr lang="nl-BE" noProof="0"/>
            </a:br>
            <a:r>
              <a:rPr lang="nl-BE" noProof="0"/>
              <a:t>in te Voegen”</a:t>
            </a:r>
          </a:p>
        </p:txBody>
      </p:sp>
      <p:sp>
        <p:nvSpPr>
          <p:cNvPr id="3" name="Subtitle 2"/>
          <p:cNvSpPr>
            <a:spLocks noGrp="1"/>
          </p:cNvSpPr>
          <p:nvPr>
            <p:ph type="subTitle" idx="1" hasCustomPrompt="1"/>
          </p:nvPr>
        </p:nvSpPr>
        <p:spPr>
          <a:xfrm>
            <a:off x="5177790" y="7161170"/>
            <a:ext cx="12376786" cy="2719455"/>
          </a:xfrm>
        </p:spPr>
        <p:txBody>
          <a:bodyPr lIns="0" tIns="0" rIns="0" bIns="0"/>
          <a:lstStyle>
            <a:lvl1pPr marL="0" indent="0" algn="r">
              <a:lnSpc>
                <a:spcPct val="65000"/>
              </a:lnSpc>
              <a:buNone/>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Klik om de Naam en Voornaam in te voegen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Quote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13591553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userDrawn="1"/>
        </p:nvSpPr>
        <p:spPr>
          <a:xfrm>
            <a:off x="-1361" y="-6350"/>
            <a:ext cx="18291742" cy="10293350"/>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
        <p:nvSpPr>
          <p:cNvPr id="2" name="Title"/>
          <p:cNvSpPr>
            <a:spLocks noGrp="1"/>
          </p:cNvSpPr>
          <p:nvPr>
            <p:ph type="ctrTitle" hasCustomPrompt="1"/>
          </p:nvPr>
        </p:nvSpPr>
        <p:spPr>
          <a:xfrm>
            <a:off x="4954136" y="2150785"/>
            <a:ext cx="11003651" cy="1138326"/>
          </a:xfrm>
        </p:spPr>
        <p:txBody>
          <a:bodyPr wrap="none" lIns="0" tIns="0" rIns="0" bIns="0" anchor="t">
            <a:noAutofit/>
          </a:bodyPr>
          <a:lstStyle>
            <a:lvl1pPr algn="l">
              <a:lnSpc>
                <a:spcPct val="100000"/>
              </a:lnSpc>
              <a:defRPr sz="4400">
                <a:solidFill>
                  <a:schemeClr val="bg1"/>
                </a:solidFill>
                <a:latin typeface="Arial Rounded MT Bold" panose="020F0704030504030204" pitchFamily="34" charset="0"/>
              </a:defRPr>
            </a:lvl1pPr>
          </a:lstStyle>
          <a:p>
            <a:r>
              <a:rPr lang="nl-BE" noProof="0"/>
              <a:t>Inhoudstafel / Agenda titel</a:t>
            </a:r>
          </a:p>
        </p:txBody>
      </p:sp>
      <p:sp>
        <p:nvSpPr>
          <p:cNvPr id="3" name="Subtitle 2"/>
          <p:cNvSpPr>
            <a:spLocks noGrp="1"/>
          </p:cNvSpPr>
          <p:nvPr>
            <p:ph type="subTitle" idx="1" hasCustomPrompt="1"/>
          </p:nvPr>
        </p:nvSpPr>
        <p:spPr>
          <a:xfrm>
            <a:off x="4954136" y="3771454"/>
            <a:ext cx="12376786" cy="5172333"/>
          </a:xfrm>
        </p:spPr>
        <p:txBody>
          <a:bodyPr lIns="0" tIns="0" rIns="0" bIns="0"/>
          <a:lstStyle>
            <a:lvl1pPr marL="742950" indent="-742950" algn="l">
              <a:lnSpc>
                <a:spcPct val="100000"/>
              </a:lnSpc>
              <a:buFont typeface="+mj-lt"/>
              <a:buAutoNum type="arabicPeriod"/>
              <a:defRPr sz="3600">
                <a:solidFill>
                  <a:schemeClr val="bg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nl-BE" noProof="0"/>
              <a:t>Agendapunt 1</a:t>
            </a:r>
          </a:p>
          <a:p>
            <a:r>
              <a:rPr lang="nl-BE" noProof="0"/>
              <a:t>Agendapunt 2</a:t>
            </a:r>
          </a:p>
          <a:p>
            <a:r>
              <a:rPr lang="nl-BE" noProof="0"/>
              <a:t>Agendapunt 3</a:t>
            </a:r>
          </a:p>
          <a:p>
            <a:r>
              <a:rPr lang="nl-BE" noProof="0"/>
              <a:t>Agendapunt 4</a:t>
            </a:r>
          </a:p>
          <a:p>
            <a:r>
              <a:rPr lang="nl-BE" noProof="0"/>
              <a:t>Agendapunt 5</a:t>
            </a:r>
          </a:p>
          <a:p>
            <a:r>
              <a:rPr lang="nl-BE" noProof="0"/>
              <a:t>Agendapunt 6</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5756" y="1153469"/>
            <a:ext cx="2949143" cy="1511437"/>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Inhoud slide</a:t>
            </a:r>
            <a:endParaRPr lang="en-US" sz="2000" b="1" dirty="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230274321"/>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hasCustomPrompt="1"/>
          </p:nvPr>
        </p:nvSpPr>
        <p:spPr>
          <a:xfrm>
            <a:off x="998692" y="888883"/>
            <a:ext cx="16575629" cy="755767"/>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80050AD-5DCF-4EEC-80A0-4B38BA84D2B8}" type="datetime1">
              <a:rPr lang="nl-BE" smtClean="0"/>
              <a:t>6/10/2025</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648800"/>
            <a:ext cx="18288000" cy="75057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22214A23-4B57-4EDB-9FCA-6715CD113D98}"/>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4E33BA09-67C0-408C-8B50-3F1EBDFBB6AD}"/>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228369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8288000" cy="9154500"/>
          </a:xfrm>
        </p:spPr>
        <p:txBody>
          <a:bodyPr tIns="1440000">
            <a:normAutofit/>
          </a:bodyPr>
          <a:lstStyle>
            <a:lvl1pPr marL="0" indent="0" algn="ctr">
              <a:buNone/>
              <a:defRPr sz="1600"/>
            </a:lvl1pPr>
          </a:lstStyle>
          <a:p>
            <a:endParaRPr lang="nl-BE" dirty="0"/>
          </a:p>
        </p:txBody>
      </p:sp>
      <p:sp>
        <p:nvSpPr>
          <p:cNvPr id="4" name="Date Placeholder 3"/>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E6B686C-2144-4410-82AB-2031B6A3C48D}" type="datetime1">
              <a:rPr lang="nl-BE" smtClean="0"/>
              <a:t>6/10/2025</a:t>
            </a:fld>
            <a:endParaRPr lang="nl-BE" dirty="0"/>
          </a:p>
        </p:txBody>
      </p:sp>
      <p:sp>
        <p:nvSpPr>
          <p:cNvPr id="5" name="Footer Placeholder 4"/>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 name="Title 1"/>
          <p:cNvSpPr>
            <a:spLocks noGrp="1"/>
          </p:cNvSpPr>
          <p:nvPr>
            <p:ph type="title" hasCustomPrompt="1"/>
          </p:nvPr>
        </p:nvSpPr>
        <p:spPr>
          <a:xfrm>
            <a:off x="12132526" y="7056603"/>
            <a:ext cx="5430645" cy="755767"/>
          </a:xfrm>
          <a:noFill/>
        </p:spPr>
        <p:txBody>
          <a:bodyPr lIns="0" tIns="0" rIns="0" bIns="0" anchor="b">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userDrawn="1"/>
        </p:nvCxnSpPr>
        <p:spPr>
          <a:xfrm>
            <a:off x="12132526" y="8004995"/>
            <a:ext cx="543064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Grote afbeelding + </a:t>
            </a:r>
            <a:r>
              <a:rPr lang="nl-NL" sz="2000" b="1" dirty="0" err="1">
                <a:solidFill>
                  <a:schemeClr val="tx1"/>
                </a:solidFill>
                <a:latin typeface="+mn-lt"/>
                <a:cs typeface="Arial" panose="020B0604020202020204" pitchFamily="34" charset="0"/>
              </a:rPr>
              <a:t>floating</a:t>
            </a:r>
            <a:r>
              <a:rPr lang="nl-NL" sz="2000" b="1" dirty="0">
                <a:solidFill>
                  <a:schemeClr val="tx1"/>
                </a:solidFill>
                <a:latin typeface="+mn-lt"/>
                <a:cs typeface="Arial" panose="020B0604020202020204" pitchFamily="34" charset="0"/>
              </a:rPr>
              <a:t> titel slide</a:t>
            </a:r>
            <a:endParaRPr lang="en-US" sz="2000" b="1" dirty="0">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userDrawn="1"/>
        </p:nvSpPr>
        <p:spPr>
          <a:xfrm>
            <a:off x="0" y="10287000"/>
            <a:ext cx="5166767" cy="707886"/>
          </a:xfrm>
          <a:prstGeom prst="rect">
            <a:avLst/>
          </a:prstGeom>
          <a:noFill/>
        </p:spPr>
        <p:txBody>
          <a:bodyPr wrap="square" rtlCol="0">
            <a:spAutoFit/>
          </a:bodyPr>
          <a:lstStyle/>
          <a:p>
            <a:r>
              <a:rPr lang="nl-NL" sz="1000" dirty="0">
                <a:latin typeface="+mn-lt"/>
                <a:cs typeface="Arial" panose="020B0604020202020204" pitchFamily="34" charset="0"/>
              </a:rPr>
              <a:t>Verplaats na het invoegen van de foto deze weer naar de achtergrond zodat de titel terug vooraan kom te staan. </a:t>
            </a:r>
            <a:r>
              <a:rPr lang="nl-NL" sz="1000" b="1" dirty="0">
                <a:latin typeface="+mn-lt"/>
                <a:cs typeface="Arial" panose="020B0604020202020204" pitchFamily="34" charset="0"/>
              </a:rPr>
              <a:t>(rechtsklikken&gt; naar achtergrond&gt; naar achtergrond)</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Indien de tekst niet genoeg zichtbaar is over de foto, verander de kleur van zwart naar wit.</a:t>
            </a:r>
          </a:p>
        </p:txBody>
      </p:sp>
      <p:sp>
        <p:nvSpPr>
          <p:cNvPr id="17" name="Slide Number Placeholder 5">
            <a:extLst>
              <a:ext uri="{FF2B5EF4-FFF2-40B4-BE49-F238E27FC236}">
                <a16:creationId xmlns:a16="http://schemas.microsoft.com/office/drawing/2014/main" id="{535CD291-C318-4F7C-BE2D-0968FAAC202A}"/>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91899652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16575629" cy="61038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EDAB9A17-CF2F-441B-B672-1D25B4F55745}" type="datetime1">
              <a:rPr lang="nl-BE" smtClean="0"/>
              <a:t>6/10/2025</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2" name="TextBox 4">
            <a:extLst>
              <a:ext uri="{FF2B5EF4-FFF2-40B4-BE49-F238E27FC236}">
                <a16:creationId xmlns:a16="http://schemas.microsoft.com/office/drawing/2014/main" id="{88A2F8C1-53AF-4DEB-9965-55FC86D3788C}"/>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754E2B3E-4C74-4A6A-953D-C55A6E902B8C}"/>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709396467"/>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910B22D4-CFEA-4612-BBC2-9ADF0EF3D3FC}" type="datetime1">
              <a:rPr lang="nl-BE" smtClean="0"/>
              <a:t>6/10/2025</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1057275" y="1679575"/>
            <a:ext cx="16575088" cy="6780213"/>
          </a:xfrm>
        </p:spPr>
        <p:txBody>
          <a:bodyPr>
            <a:normAutofit/>
          </a:bodyPr>
          <a:lstStyle>
            <a:lvl1pPr marL="0" indent="0" algn="ctr">
              <a:buNone/>
              <a:defRPr/>
            </a:lvl1pPr>
          </a:lstStyle>
          <a:p>
            <a:endParaRPr lang="nl-BE" noProof="0"/>
          </a:p>
        </p:txBody>
      </p:sp>
      <p:sp>
        <p:nvSpPr>
          <p:cNvPr id="16" name="TextBox 4">
            <a:extLst>
              <a:ext uri="{FF2B5EF4-FFF2-40B4-BE49-F238E27FC236}">
                <a16:creationId xmlns:a16="http://schemas.microsoft.com/office/drawing/2014/main" id="{8C7A8C97-A0A2-4491-BA0D-727C7CE0B7F3}"/>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Tabel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E298B6C7-E64D-451B-B8F5-BDD2AEEBAC0A}"/>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489056685"/>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BA7B14F5-D61F-49DA-9547-EA4FBCCC9316}" type="datetime1">
              <a:rPr lang="nl-BE" smtClean="0"/>
              <a:t>6/10/2025</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2" name="TextBox 4">
            <a:extLst>
              <a:ext uri="{FF2B5EF4-FFF2-40B4-BE49-F238E27FC236}">
                <a16:creationId xmlns:a16="http://schemas.microsoft.com/office/drawing/2014/main" id="{892813D1-327F-45DC-8DDF-53948CE8C5F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Lege slide</a:t>
            </a:r>
            <a:endParaRPr lang="en-US" sz="2000" b="1" dirty="0">
              <a:solidFill>
                <a:schemeClr val="tx1"/>
              </a:solidFill>
              <a:latin typeface="+mn-lt"/>
              <a:cs typeface="Arial" panose="020B0604020202020204" pitchFamily="34" charset="0"/>
            </a:endParaRPr>
          </a:p>
        </p:txBody>
      </p:sp>
      <p:sp>
        <p:nvSpPr>
          <p:cNvPr id="10" name="Slide Number Placeholder 5">
            <a:extLst>
              <a:ext uri="{FF2B5EF4-FFF2-40B4-BE49-F238E27FC236}">
                <a16:creationId xmlns:a16="http://schemas.microsoft.com/office/drawing/2014/main" id="{E933CE10-84EB-48D5-9DBB-6D5D909491D9}"/>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363498780"/>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CA04E45-7DF1-47C0-866B-2B62377B5CC0}" type="datetime1">
              <a:rPr lang="nl-BE" smtClean="0"/>
              <a:t>6/10/2025</a:t>
            </a:fld>
            <a:endParaRPr lang="nl-BE" dirty="0"/>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9" name="TextBox 4">
            <a:extLst>
              <a:ext uri="{FF2B5EF4-FFF2-40B4-BE49-F238E27FC236}">
                <a16:creationId xmlns:a16="http://schemas.microsoft.com/office/drawing/2014/main" id="{C531524C-A1A5-4485-B21D-E97B5DC3BE3F}"/>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Leeg zonder titel slide</a:t>
            </a:r>
            <a:endParaRPr lang="en-US" sz="2000" b="1" dirty="0">
              <a:solidFill>
                <a:schemeClr val="tx1"/>
              </a:solidFill>
              <a:latin typeface="+mn-lt"/>
              <a:cs typeface="Arial" panose="020B0604020202020204" pitchFamily="34" charset="0"/>
            </a:endParaRPr>
          </a:p>
        </p:txBody>
      </p:sp>
      <p:sp>
        <p:nvSpPr>
          <p:cNvPr id="8" name="Slide Number Placeholder 5">
            <a:extLst>
              <a:ext uri="{FF2B5EF4-FFF2-40B4-BE49-F238E27FC236}">
                <a16:creationId xmlns:a16="http://schemas.microsoft.com/office/drawing/2014/main" id="{A7541285-D923-49F0-9255-B49296C75D20}"/>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817097596"/>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11506"/>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6E4B6F6-10B9-49A3-A977-3136B78E86D3}" type="datetime1">
              <a:rPr lang="nl-BE" smtClean="0"/>
              <a:t>6/10/2025</a:t>
            </a:fld>
            <a:endParaRPr lang="nl-BE" dirty="0"/>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3" name="TextBox 4">
            <a:extLst>
              <a:ext uri="{FF2B5EF4-FFF2-40B4-BE49-F238E27FC236}">
                <a16:creationId xmlns:a16="http://schemas.microsoft.com/office/drawing/2014/main" id="{6CBDB841-5208-4BD2-9409-EA7134D6944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1/2 Tekst en 1/2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E4EA7E3C-8D96-4688-A34D-5E20B15746F3}"/>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035366188"/>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2988" y="1648800"/>
            <a:ext cx="1101182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1020995" y="2354400"/>
            <a:ext cx="11009448"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B1B96375-D090-47E2-BCDB-36ABA5A4D544}"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sp>
        <p:nvSpPr>
          <p:cNvPr id="20" name="TextBox 4">
            <a:extLst>
              <a:ext uri="{FF2B5EF4-FFF2-40B4-BE49-F238E27FC236}">
                <a16:creationId xmlns:a16="http://schemas.microsoft.com/office/drawing/2014/main" id="{D974BD34-E475-4E02-86F0-8932E1B41725}"/>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2/3 Tekst en 1/3 afbeelding</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9B0C9453-241A-4033-BF7E-328616827151}"/>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677616355"/>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749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C468C87E-867B-47E8-B3E3-840FD6267E83}"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7498800"/>
          </a:xfrm>
        </p:spPr>
        <p:txBody>
          <a:bodyPr tIns="1440000">
            <a:normAutofit/>
          </a:bodyPr>
          <a:lstStyle>
            <a:lvl1pPr marL="0" indent="0" algn="ctr">
              <a:buNone/>
              <a:defRPr sz="1600"/>
            </a:lvl1pPr>
          </a:lstStyle>
          <a:p>
            <a:endParaRPr lang="nl-BE" dirty="0"/>
          </a:p>
        </p:txBody>
      </p:sp>
      <p:sp>
        <p:nvSpPr>
          <p:cNvPr id="12" name="TextBox 4">
            <a:extLst>
              <a:ext uri="{FF2B5EF4-FFF2-40B4-BE49-F238E27FC236}">
                <a16:creationId xmlns:a16="http://schemas.microsoft.com/office/drawing/2014/main" id="{E2274F51-95F7-4E5E-815B-1F996E645FE7}"/>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Afbeelding en afbeelding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2D7ADE46-BC5E-4CF0-A652-DEEBD380AB61}"/>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845866888"/>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8217535" cy="36720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B30726D3-B71F-48B4-B6F8-D5B69AA0610A}"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8217535" cy="36720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92B1CA4A-0389-4751-BD3D-D8526698D99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2 x 2 afbeeldingen slide</a:t>
            </a:r>
            <a:endParaRPr lang="en-US" sz="2000" b="1" dirty="0">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1040400" y="5473192"/>
            <a:ext cx="8217535" cy="3672000"/>
          </a:xfrm>
        </p:spPr>
        <p:txBody>
          <a:bodyPr tIns="1440000">
            <a:normAutofit/>
          </a:bodyPr>
          <a:lstStyle>
            <a:lvl1pPr marL="0" indent="0" algn="ctr">
              <a:buNone/>
              <a:defRPr sz="1600"/>
            </a:lvl1pPr>
          </a:lstStyle>
          <a:p>
            <a:endParaRPr lang="nl-BE" dirty="0"/>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9396000" y="5473192"/>
            <a:ext cx="8217535" cy="3672000"/>
          </a:xfrm>
        </p:spPr>
        <p:txBody>
          <a:bodyPr tIns="1440000">
            <a:normAutofit/>
          </a:bodyPr>
          <a:lstStyle>
            <a:lvl1pPr marL="0" indent="0" algn="ctr">
              <a:buNone/>
              <a:defRPr sz="1600"/>
            </a:lvl1pPr>
          </a:lstStyle>
          <a:p>
            <a:endParaRPr lang="nl-BE" dirty="0"/>
          </a:p>
        </p:txBody>
      </p:sp>
      <p:sp>
        <p:nvSpPr>
          <p:cNvPr id="13" name="Slide Number Placeholder 5">
            <a:extLst>
              <a:ext uri="{FF2B5EF4-FFF2-40B4-BE49-F238E27FC236}">
                <a16:creationId xmlns:a16="http://schemas.microsoft.com/office/drawing/2014/main" id="{11AD4B49-588B-4FA0-AB7E-1A35BB2C644B}"/>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605891243"/>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749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749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D6093F1B-1C8D-4608-B838-6C9C494ABAD5}"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009A3169-8C0D-4A2D-9C66-BE525BCD338D}"/>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3 x Afbeelding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A7D7A479-4D38-43A0-BAB1-00DE90D031CD}"/>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591389218"/>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4048125" cy="749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NL"/>
              <a:t>Titel</a:t>
            </a:r>
            <a:endParaRPr lang="en-US" dirty="0"/>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93EDC01-BBFA-4BC0-ABB6-F4CCFE9A6A29}"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0"/>
            <a:ext cx="4048125" cy="7498800"/>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0"/>
            <a:ext cx="4048125" cy="7498800"/>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0"/>
            <a:ext cx="4048125" cy="7498800"/>
          </a:xfrm>
        </p:spPr>
        <p:txBody>
          <a:bodyPr tIns="1440000">
            <a:normAutofit/>
          </a:bodyPr>
          <a:lstStyle>
            <a:lvl1pPr marL="0" indent="0" algn="ctr">
              <a:buNone/>
              <a:defRPr sz="1600"/>
            </a:lvl1pPr>
          </a:lstStyle>
          <a:p>
            <a:endParaRPr lang="nl-BE" dirty="0"/>
          </a:p>
        </p:txBody>
      </p:sp>
      <p:sp>
        <p:nvSpPr>
          <p:cNvPr id="21" name="TextBox 4">
            <a:extLst>
              <a:ext uri="{FF2B5EF4-FFF2-40B4-BE49-F238E27FC236}">
                <a16:creationId xmlns:a16="http://schemas.microsoft.com/office/drawing/2014/main" id="{BB27EBDF-C895-4A3E-8D3F-1D5142CF7789}"/>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4 x Afbeelding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D71E88DA-619D-423F-AE47-6EC96B62FB4C}"/>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280927994"/>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12180332" y="1648800"/>
            <a:ext cx="5438775" cy="2638800"/>
          </a:xfrm>
        </p:spPr>
        <p:txBody>
          <a:bodyPr tIns="1440000">
            <a:normAutofit/>
          </a:bodyPr>
          <a:lstStyle>
            <a:lvl1pPr marL="0" indent="0" algn="ctr">
              <a:buNone/>
              <a:defRPr sz="1600"/>
            </a:lvl1pPr>
          </a:lstStyle>
          <a:p>
            <a:endParaRPr lang="nl-BE" dirty="0"/>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0"/>
            <a:ext cx="5438775" cy="2638800"/>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74906B9-AC6E-4260-8E6D-111C28B52445}"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6610350" y="1648800"/>
            <a:ext cx="5438775" cy="2638800"/>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1050130" y="4263948"/>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66095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12178799" y="4262400"/>
            <a:ext cx="5439600"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xtBox 4">
            <a:extLst>
              <a:ext uri="{FF2B5EF4-FFF2-40B4-BE49-F238E27FC236}">
                <a16:creationId xmlns:a16="http://schemas.microsoft.com/office/drawing/2014/main" id="{88A38384-9998-4BC5-BA90-E15895259F2B}"/>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3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15" name="Slide Number Placeholder 5">
            <a:extLst>
              <a:ext uri="{FF2B5EF4-FFF2-40B4-BE49-F238E27FC236}">
                <a16:creationId xmlns:a16="http://schemas.microsoft.com/office/drawing/2014/main" id="{373E7580-50F0-4BA7-B9B0-F25DEFBE5C93}"/>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258748530"/>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1040606" y="1648801"/>
            <a:ext cx="4048125" cy="2638425"/>
          </a:xfrm>
        </p:spPr>
        <p:txBody>
          <a:bodyPr tIns="1440000">
            <a:normAutofit/>
          </a:bodyPr>
          <a:lstStyle>
            <a:lvl1pPr marL="0" indent="0" algn="ctr">
              <a:buNone/>
              <a:defRPr sz="1600"/>
            </a:lvl1pPr>
          </a:lstStyle>
          <a:p>
            <a:endParaRPr lang="nl-BE" dirty="0"/>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BB1B2BB7-A051-498C-84C0-A98596D67D74}"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9394190" y="1648801"/>
            <a:ext cx="4048125" cy="2638425"/>
          </a:xfrm>
        </p:spPr>
        <p:txBody>
          <a:bodyPr tIns="1440000">
            <a:normAutofit/>
          </a:bodyPr>
          <a:lstStyle>
            <a:lvl1pPr marL="0" indent="0" algn="ctr">
              <a:buNone/>
              <a:defRPr sz="1600"/>
            </a:lvl1pPr>
          </a:lstStyle>
          <a:p>
            <a:endParaRPr lang="nl-BE" dirty="0"/>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5217398" y="1648801"/>
            <a:ext cx="4048125" cy="2638425"/>
          </a:xfrm>
        </p:spPr>
        <p:txBody>
          <a:bodyPr tIns="1440000">
            <a:normAutofit/>
          </a:bodyPr>
          <a:lstStyle>
            <a:lvl1pPr marL="0" indent="0" algn="ctr">
              <a:buNone/>
              <a:defRPr sz="1600"/>
            </a:lvl1pPr>
          </a:lstStyle>
          <a:p>
            <a:endParaRPr lang="nl-BE" dirty="0"/>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13570982" y="1648801"/>
            <a:ext cx="4048125" cy="2638425"/>
          </a:xfrm>
        </p:spPr>
        <p:txBody>
          <a:bodyPr tIns="1440000">
            <a:normAutofit/>
          </a:bodyPr>
          <a:lstStyle>
            <a:lvl1pPr marL="0" indent="0" algn="ctr">
              <a:buNone/>
              <a:defRPr sz="1600"/>
            </a:lvl1pPr>
          </a:lstStyle>
          <a:p>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5" name="TextBox 4">
            <a:extLst>
              <a:ext uri="{FF2B5EF4-FFF2-40B4-BE49-F238E27FC236}">
                <a16:creationId xmlns:a16="http://schemas.microsoft.com/office/drawing/2014/main" id="{59DAB652-AFD5-4D77-ACBB-A5CC3110B332}"/>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Afbeelding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26" name="Slide Number Placeholder 5">
            <a:extLst>
              <a:ext uri="{FF2B5EF4-FFF2-40B4-BE49-F238E27FC236}">
                <a16:creationId xmlns:a16="http://schemas.microsoft.com/office/drawing/2014/main" id="{B322D117-B4F5-4509-AFFC-9390DA3CF0C5}"/>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888011576"/>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A356B4D-37A7-4AD5-9E4B-6071E083281B}" type="datetime1">
              <a:rPr lang="nl-BE" smtClean="0"/>
              <a:t>6/10/2025</a:t>
            </a:fld>
            <a:endParaRPr lang="nl-BE" dirty="0"/>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1050131" y="4263948"/>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5217397"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9394190"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13570982" y="4262400"/>
            <a:ext cx="4048125" cy="428400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13570981" y="1648801"/>
            <a:ext cx="4048125" cy="2638424"/>
          </a:xfrm>
        </p:spPr>
        <p:txBody>
          <a:bodyPr>
            <a:normAutofit/>
          </a:bodyPr>
          <a:lstStyle>
            <a:lvl1pPr marL="0" indent="0" algn="ctr">
              <a:buNone/>
              <a:defRPr sz="1600"/>
            </a:lvl1pPr>
          </a:lstStyle>
          <a:p>
            <a:endParaRPr lang="nl-BE" dirty="0"/>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1057276" y="1648800"/>
            <a:ext cx="4048125" cy="2638424"/>
          </a:xfrm>
        </p:spPr>
        <p:txBody>
          <a:bodyPr>
            <a:normAutofit/>
          </a:bodyPr>
          <a:lstStyle>
            <a:lvl1pPr marL="0" indent="0" algn="ctr">
              <a:buNone/>
              <a:defRPr sz="1600"/>
            </a:lvl1pPr>
          </a:lstStyle>
          <a:p>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5228511" y="1648800"/>
            <a:ext cx="4048125" cy="2638424"/>
          </a:xfrm>
        </p:spPr>
        <p:txBody>
          <a:bodyPr>
            <a:normAutofit/>
          </a:bodyPr>
          <a:lstStyle>
            <a:lvl1pPr marL="0" indent="0" algn="ctr">
              <a:buNone/>
              <a:defRPr sz="1600"/>
            </a:lvl1pPr>
          </a:lstStyle>
          <a:p>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9399746" y="1648800"/>
            <a:ext cx="4048125" cy="2638424"/>
          </a:xfrm>
        </p:spPr>
        <p:txBody>
          <a:bodyPr>
            <a:normAutofit/>
          </a:bodyPr>
          <a:lstStyle>
            <a:lvl1pPr marL="0" indent="0" algn="ctr">
              <a:buNone/>
              <a:defRPr sz="1600"/>
            </a:lvl1pPr>
          </a:lstStyle>
          <a:p>
            <a:endParaRPr lang="nl-BE"/>
          </a:p>
        </p:txBody>
      </p:sp>
      <p:sp>
        <p:nvSpPr>
          <p:cNvPr id="20" name="TextBox 4">
            <a:extLst>
              <a:ext uri="{FF2B5EF4-FFF2-40B4-BE49-F238E27FC236}">
                <a16:creationId xmlns:a16="http://schemas.microsoft.com/office/drawing/2014/main" id="{DB6ED84B-8E7F-4228-B427-1EDE681C5A63}"/>
              </a:ext>
            </a:extLst>
          </p:cNvPr>
          <p:cNvSpPr txBox="1"/>
          <p:nvPr userDrawn="1"/>
        </p:nvSpPr>
        <p:spPr>
          <a:xfrm>
            <a:off x="12608689" y="-528424"/>
            <a:ext cx="5663952" cy="400110"/>
          </a:xfrm>
          <a:prstGeom prst="rect">
            <a:avLst/>
          </a:prstGeom>
          <a:noFill/>
        </p:spPr>
        <p:txBody>
          <a:bodyPr wrap="square" rtlCol="0">
            <a:spAutoFit/>
          </a:bodyPr>
          <a:lstStyle/>
          <a:p>
            <a:pPr algn="r"/>
            <a:r>
              <a:rPr lang="nl-BE" sz="2000" b="1" dirty="0">
                <a:solidFill>
                  <a:schemeClr val="tx1"/>
                </a:solidFill>
                <a:latin typeface="+mn-lt"/>
                <a:cs typeface="Arial" panose="020B0604020202020204" pitchFamily="34" charset="0"/>
              </a:rPr>
              <a:t>4 x Grafiek en tekst</a:t>
            </a:r>
            <a:r>
              <a:rPr lang="nl-NL" sz="2000" b="1" dirty="0">
                <a:solidFill>
                  <a:schemeClr val="tx1"/>
                </a:solidFill>
                <a:latin typeface="+mn-lt"/>
                <a:cs typeface="Arial" panose="020B0604020202020204" pitchFamily="34" charset="0"/>
              </a:rPr>
              <a:t> slide</a:t>
            </a:r>
            <a:endParaRPr lang="en-US" sz="2000" b="1" dirty="0">
              <a:solidFill>
                <a:schemeClr val="tx1"/>
              </a:solidFill>
              <a:latin typeface="+mn-lt"/>
              <a:cs typeface="Arial" panose="020B0604020202020204" pitchFamily="34" charset="0"/>
            </a:endParaRPr>
          </a:p>
        </p:txBody>
      </p:sp>
      <p:sp>
        <p:nvSpPr>
          <p:cNvPr id="28" name="Slide Number Placeholder 5">
            <a:extLst>
              <a:ext uri="{FF2B5EF4-FFF2-40B4-BE49-F238E27FC236}">
                <a16:creationId xmlns:a16="http://schemas.microsoft.com/office/drawing/2014/main" id="{C4CEE009-8E85-4C17-8940-2ECFA7416A87}"/>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3298399701"/>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0"/>
            <a:ext cx="5451029"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6604059" y="1648798"/>
            <a:ext cx="11007666" cy="7498800"/>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04FF033A-7FD0-482C-89FA-6A8A8602D264}" type="datetime1">
              <a:rPr lang="nl-BE" smtClean="0"/>
              <a:t>6/10/2025</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3" name="TextBox 4">
            <a:extLst>
              <a:ext uri="{FF2B5EF4-FFF2-40B4-BE49-F238E27FC236}">
                <a16:creationId xmlns:a16="http://schemas.microsoft.com/office/drawing/2014/main" id="{A500405E-274E-4C95-9B93-F6B1F82EF01B}"/>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1/3 Tekst en 2/3 grafiek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0B746D04-F8B5-4633-8AF7-A2B6C0815590}"/>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145390681"/>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1052513" y="1648799"/>
            <a:ext cx="16559212" cy="7475533"/>
          </a:xfrm>
        </p:spPr>
        <p:txBody>
          <a:bodyPr>
            <a:normAutofit/>
          </a:bodyPr>
          <a:lstStyle>
            <a:lvl1pPr marL="0" indent="0" algn="ctr">
              <a:buNone/>
              <a:defRPr sz="1600"/>
            </a:lvl1pPr>
          </a:lstStyle>
          <a:p>
            <a:endParaRPr lang="nl-BE" dirty="0"/>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A3478B45-D8AE-4526-969D-651728B451C6}" type="datetime1">
              <a:rPr lang="nl-BE" smtClean="0"/>
              <a:t>6/10/2025</a:t>
            </a:fld>
            <a:endParaRPr lang="nl-BE" dirty="0"/>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2" name="TextBox 4">
            <a:extLst>
              <a:ext uri="{FF2B5EF4-FFF2-40B4-BE49-F238E27FC236}">
                <a16:creationId xmlns:a16="http://schemas.microsoft.com/office/drawing/2014/main" id="{C2C04373-6D00-42D5-86E3-4AF79B52EF61}"/>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Grafiek slide</a:t>
            </a:r>
            <a:endParaRPr lang="en-US" sz="2000" b="1" dirty="0">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BB1B3D76-87F5-4241-8BC7-B14883BF9BD9}"/>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429027203"/>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54401"/>
            <a:ext cx="8217535"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0800" y="2354401"/>
            <a:ext cx="8317894" cy="6107802"/>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FA342CD-AA3E-41C9-8E77-40DBA0BFF7CF}" type="datetime1">
              <a:rPr lang="nl-BE" smtClean="0"/>
              <a:t>6/10/2025</a:t>
            </a:fld>
            <a:endParaRPr lang="nl-BE" dirty="0"/>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1" name="TextBox 4">
            <a:extLst>
              <a:ext uri="{FF2B5EF4-FFF2-40B4-BE49-F238E27FC236}">
                <a16:creationId xmlns:a16="http://schemas.microsoft.com/office/drawing/2014/main" id="{B76F8740-BA9B-4238-9C9D-5EB368209556}"/>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1/2 Tekst en 1/2 tekst slide</a:t>
            </a:r>
            <a:endParaRPr lang="en-US" sz="2000" b="1" dirty="0">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7FE107D6-62B0-4C84-B71F-6083B8886F21}"/>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766994925"/>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0131" y="2360672"/>
            <a:ext cx="8217535"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userDrawn="1"/>
        </p:nvCxnSpPr>
        <p:spPr>
          <a:xfrm>
            <a:off x="1040607" y="1648800"/>
            <a:ext cx="16559212"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9281925" y="2372571"/>
            <a:ext cx="8317894" cy="6781003"/>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1051200" y="1681200"/>
            <a:ext cx="8217535"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9280800" y="1681200"/>
            <a:ext cx="8317894" cy="487516"/>
          </a:xfrm>
        </p:spPr>
        <p:txBody>
          <a:bodyPr>
            <a:noAutofit/>
          </a:bodyPr>
          <a:lstStyle>
            <a:lvl1pPr marL="0" indent="0">
              <a:buNone/>
              <a:defRPr>
                <a:latin typeface="Arial Rounded MT Bold" panose="020F0704030504030204" pitchFamily="34" charset="0"/>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Titel</a:t>
            </a:r>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2185503-99FA-4472-AB62-89B878FD6A5F}" type="datetime1">
              <a:rPr lang="nl-BE" smtClean="0"/>
              <a:t>6/10/2025</a:t>
            </a:fld>
            <a:endParaRPr lang="nl-BE" dirty="0"/>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23" name="TextBox 4">
            <a:extLst>
              <a:ext uri="{FF2B5EF4-FFF2-40B4-BE49-F238E27FC236}">
                <a16:creationId xmlns:a16="http://schemas.microsoft.com/office/drawing/2014/main" id="{B415E543-5122-4ED4-A8AA-647C117F182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Titel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C622672D-881A-46AD-85C1-7DDEFA005E4F}"/>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1375719772"/>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44" y="0"/>
            <a:ext cx="18288000" cy="10287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9394190" y="1648800"/>
            <a:ext cx="8217535" cy="4695826"/>
          </a:xfrm>
        </p:spPr>
        <p:txBody>
          <a:bodyPr tIns="1440000">
            <a:normAutofit/>
          </a:bodyPr>
          <a:lstStyle>
            <a:lvl1pPr marL="0" indent="0" algn="ctr">
              <a:buNone/>
              <a:defRPr sz="1600"/>
            </a:lvl1pPr>
          </a:lstStyle>
          <a:p>
            <a:endParaRPr lang="nl-BE" dirty="0"/>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9394189" y="6516687"/>
            <a:ext cx="4045743" cy="2628899"/>
          </a:xfrm>
        </p:spPr>
        <p:txBody>
          <a:bodyPr>
            <a:normAutofit/>
          </a:bodyPr>
          <a:lstStyle>
            <a:lvl1pPr marL="0" indent="0">
              <a:buNone/>
              <a:defRPr sz="1600"/>
            </a:lvl1pPr>
          </a:lstStyle>
          <a:p>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13565982" y="6516688"/>
            <a:ext cx="4045743" cy="2628899"/>
          </a:xfrm>
        </p:spPr>
        <p:txBody>
          <a:bodyPr>
            <a:normAutofit/>
          </a:bodyPr>
          <a:lstStyle>
            <a:lvl1pPr marL="0" indent="0">
              <a:buNone/>
              <a:defRPr sz="1600"/>
            </a:lvl1pPr>
          </a:lstStyle>
          <a:p>
            <a:endParaRPr lang="nl-BE" dirty="0"/>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1051200" y="2354401"/>
            <a:ext cx="8217535" cy="6121780"/>
          </a:xfrm>
        </p:spPr>
        <p:txBody>
          <a:bodyPr>
            <a:noAutofit/>
          </a:bodyPr>
          <a:lstStyle>
            <a:lvl1pPr marL="0" indent="0">
              <a:buNone/>
              <a:defRPr>
                <a:latin typeface="+mn-lt"/>
              </a:defRPr>
            </a:lvl1pPr>
            <a:lvl2pPr marL="685800" indent="0">
              <a:buNone/>
              <a:defRPr>
                <a:latin typeface="+mn-lt"/>
              </a:defRPr>
            </a:lvl2pPr>
            <a:lvl3pPr marL="1371600" indent="0">
              <a:buNone/>
              <a:defRPr>
                <a:latin typeface="+mn-lt"/>
              </a:defRPr>
            </a:lvl3pPr>
            <a:lvl4pPr marL="2057400" indent="0">
              <a:buNone/>
              <a:defRPr>
                <a:latin typeface="+mn-lt"/>
              </a:defRPr>
            </a:lvl4pPr>
            <a:lvl5pPr marL="2743200"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998692" y="888883"/>
            <a:ext cx="16575629" cy="630355"/>
          </a:xfrm>
        </p:spPr>
        <p:txBody>
          <a:bodyPr lIns="0" tIns="0" rIns="0" bIns="0" anchor="t">
            <a:noAutofit/>
          </a:bodyPr>
          <a:lstStyle>
            <a:lvl1pPr>
              <a:defRPr sz="4400">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userDrawn="1"/>
        </p:nvCxnSpPr>
        <p:spPr>
          <a:xfrm>
            <a:off x="1040607" y="1648800"/>
            <a:ext cx="822705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1057276" y="9306717"/>
            <a:ext cx="1217614" cy="547688"/>
          </a:xfrm>
        </p:spPr>
        <p:txBody>
          <a:bodyPr lIns="0" tIns="0" rIns="0" bIns="0"/>
          <a:lstStyle>
            <a:lvl1pPr>
              <a:defRPr>
                <a:solidFill>
                  <a:schemeClr val="bg1"/>
                </a:solidFill>
              </a:defRPr>
            </a:lvl1pPr>
          </a:lstStyle>
          <a:p>
            <a:fld id="{6376B507-AC14-4E75-A322-AE26409499F1}" type="datetime1">
              <a:rPr lang="nl-BE" smtClean="0"/>
              <a:t>6/10/2025</a:t>
            </a:fld>
            <a:endParaRPr lang="nl-BE" dirty="0"/>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2274889" y="9306717"/>
            <a:ext cx="6172200" cy="547688"/>
          </a:xfrm>
        </p:spPr>
        <p:txBody>
          <a:bodyPr lIns="0" tIns="0" rIns="0" bIns="0"/>
          <a:lstStyle>
            <a:lvl1pPr algn="l">
              <a:defRPr>
                <a:solidFill>
                  <a:schemeClr val="bg1"/>
                </a:solidFill>
              </a:defRPr>
            </a:lvl1pPr>
          </a:lstStyle>
          <a:p>
            <a:r>
              <a:rPr lang="nl-BE"/>
              <a:t>PRI - Web API</a:t>
            </a:r>
            <a:endParaRPr lang="nl-BE" dirty="0"/>
          </a:p>
        </p:txBody>
      </p:sp>
      <p:sp>
        <p:nvSpPr>
          <p:cNvPr id="19" name="TextBox 4">
            <a:extLst>
              <a:ext uri="{FF2B5EF4-FFF2-40B4-BE49-F238E27FC236}">
                <a16:creationId xmlns:a16="http://schemas.microsoft.com/office/drawing/2014/main" id="{2CD7B7E4-430F-492F-AE79-EDAE65BABEA5}"/>
              </a:ext>
            </a:extLst>
          </p:cNvPr>
          <p:cNvSpPr txBox="1"/>
          <p:nvPr userDrawn="1"/>
        </p:nvSpPr>
        <p:spPr>
          <a:xfrm>
            <a:off x="12608689" y="-528424"/>
            <a:ext cx="5663952" cy="400110"/>
          </a:xfrm>
          <a:prstGeom prst="rect">
            <a:avLst/>
          </a:prstGeom>
          <a:noFill/>
        </p:spPr>
        <p:txBody>
          <a:bodyPr wrap="square" rtlCol="0">
            <a:spAutoFit/>
          </a:bodyPr>
          <a:lstStyle/>
          <a:p>
            <a:pPr algn="r"/>
            <a:r>
              <a:rPr lang="nl-NL" sz="2000" b="1" dirty="0">
                <a:solidFill>
                  <a:schemeClr val="tx1"/>
                </a:solidFill>
                <a:latin typeface="+mn-lt"/>
                <a:cs typeface="Arial" panose="020B0604020202020204" pitchFamily="34" charset="0"/>
              </a:rPr>
              <a:t>Tekst en 3 afbeelding slide</a:t>
            </a:r>
            <a:endParaRPr lang="en-US" sz="2000" b="1" dirty="0">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D298E6EB-9C9F-42C7-9A88-763E9F891878}"/>
              </a:ext>
            </a:extLst>
          </p:cNvPr>
          <p:cNvSpPr>
            <a:spLocks noGrp="1"/>
          </p:cNvSpPr>
          <p:nvPr>
            <p:ph type="sldNum" sz="quarter" idx="12"/>
          </p:nvPr>
        </p:nvSpPr>
        <p:spPr>
          <a:xfrm>
            <a:off x="12082657" y="9306717"/>
            <a:ext cx="1001264" cy="547688"/>
          </a:xfrm>
        </p:spPr>
        <p:txBody>
          <a:bodyPr/>
          <a:lstStyle>
            <a:lvl1pPr>
              <a:defRPr>
                <a:solidFill>
                  <a:schemeClr val="bg1"/>
                </a:solidFill>
              </a:defRPr>
            </a:lvl1pPr>
          </a:lstStyle>
          <a:p>
            <a:fld id="{B7527A74-2D87-4307-9531-5A57D9647EEB}" type="slidenum">
              <a:rPr lang="nl-BE" smtClean="0"/>
              <a:pPr/>
              <a:t>‹#›</a:t>
            </a:fld>
            <a:endParaRPr lang="nl-BE" dirty="0"/>
          </a:p>
        </p:txBody>
      </p:sp>
    </p:spTree>
    <p:extLst>
      <p:ext uri="{BB962C8B-B14F-4D97-AF65-F5344CB8AC3E}">
        <p14:creationId xmlns:p14="http://schemas.microsoft.com/office/powerpoint/2010/main" val="2641883746"/>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4762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image" Target="../media/image14.sv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image" Target="../media/image13.png"/><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29" Type="http://schemas.openxmlformats.org/officeDocument/2006/relationships/image" Target="../media/image14.svg"/><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image" Target="../media/image13.png"/><Relationship Id="rId10" Type="http://schemas.openxmlformats.org/officeDocument/2006/relationships/slideLayout" Target="../slideLayouts/slideLayout62.xml"/><Relationship Id="rId19" Type="http://schemas.openxmlformats.org/officeDocument/2006/relationships/slideLayout" Target="../slideLayouts/slideLayout71.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6" name="balk onderaan">
            <a:extLst>
              <a:ext uri="{FF2B5EF4-FFF2-40B4-BE49-F238E27FC236}">
                <a16:creationId xmlns:a16="http://schemas.microsoft.com/office/drawing/2014/main" id="{FC71E187-E4DA-41C1-93D3-90841C153AB8}"/>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nl-BE" noProof="0"/>
              <a:t>Klik om stijl te bewerken</a:t>
            </a:r>
          </a:p>
        </p:txBody>
      </p:sp>
      <p:sp>
        <p:nvSpPr>
          <p:cNvPr id="3" name="Text Placeholder 2"/>
          <p:cNvSpPr>
            <a:spLocks noGrp="1"/>
          </p:cNvSpPr>
          <p:nvPr>
            <p:ph type="body" idx="1"/>
          </p:nvPr>
        </p:nvSpPr>
        <p:spPr>
          <a:xfrm>
            <a:off x="1047749" y="2337516"/>
            <a:ext cx="15773400" cy="6527007"/>
          </a:xfrm>
          <a:prstGeom prst="rect">
            <a:avLst/>
          </a:prstGeom>
        </p:spPr>
        <p:txBody>
          <a:bodyPr vert="horz" lIns="91440" tIns="45720" rIns="91440" bIns="45720" rtlCol="0">
            <a:noAutofit/>
          </a:body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4" name="Date Placeholder 3"/>
          <p:cNvSpPr>
            <a:spLocks noGrp="1"/>
          </p:cNvSpPr>
          <p:nvPr>
            <p:ph type="dt" sz="half" idx="2"/>
          </p:nvPr>
        </p:nvSpPr>
        <p:spPr>
          <a:xfrm>
            <a:off x="1057275" y="9306717"/>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AE23BB91-EAC1-4B4F-90C5-B299B1E6526A}" type="datetime1">
              <a:rPr lang="nl-BE" noProof="0" smtClean="0"/>
              <a:t>6/10/2025</a:t>
            </a:fld>
            <a:endParaRPr lang="nl-BE" noProof="0"/>
          </a:p>
        </p:txBody>
      </p:sp>
      <p:sp>
        <p:nvSpPr>
          <p:cNvPr id="5" name="Footer Placeholder 4"/>
          <p:cNvSpPr>
            <a:spLocks noGrp="1"/>
          </p:cNvSpPr>
          <p:nvPr>
            <p:ph type="ftr" sz="quarter" idx="3"/>
          </p:nvPr>
        </p:nvSpPr>
        <p:spPr>
          <a:xfrm>
            <a:off x="5729289" y="9306717"/>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nl-BE" noProof="0"/>
              <a:t>PRI - Web API</a:t>
            </a:r>
          </a:p>
        </p:txBody>
      </p:sp>
      <p:sp>
        <p:nvSpPr>
          <p:cNvPr id="6" name="Slide Number Placeholder 5"/>
          <p:cNvSpPr>
            <a:spLocks noGrp="1"/>
          </p:cNvSpPr>
          <p:nvPr>
            <p:ph type="sldNum" sz="quarter" idx="4"/>
          </p:nvPr>
        </p:nvSpPr>
        <p:spPr>
          <a:xfrm>
            <a:off x="11901489" y="9306717"/>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7527A74-2D87-4307-9531-5A57D9647EEB}" type="slidenum">
              <a:rPr lang="nl-BE" noProof="0" smtClean="0"/>
              <a:t>‹#›</a:t>
            </a:fld>
            <a:endParaRPr lang="nl-BE" noProof="0"/>
          </a:p>
        </p:txBody>
      </p:sp>
      <p:grpSp>
        <p:nvGrpSpPr>
          <p:cNvPr id="152" name="Groep 151" hidden="1">
            <a:extLst>
              <a:ext uri="{FF2B5EF4-FFF2-40B4-BE49-F238E27FC236}">
                <a16:creationId xmlns:a16="http://schemas.microsoft.com/office/drawing/2014/main" id="{96D591AC-52D8-450B-929B-963FCE587E09}"/>
              </a:ext>
            </a:extLst>
          </p:cNvPr>
          <p:cNvGrpSpPr/>
          <p:nvPr userDrawn="1"/>
        </p:nvGrpSpPr>
        <p:grpSpPr>
          <a:xfrm>
            <a:off x="9527" y="947736"/>
            <a:ext cx="17611724" cy="8907104"/>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userDrawn="1"/>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 name="Rechthoek 7">
              <a:extLst>
                <a:ext uri="{FF2B5EF4-FFF2-40B4-BE49-F238E27FC236}">
                  <a16:creationId xmlns:a16="http://schemas.microsoft.com/office/drawing/2014/main" id="{0013E965-4C91-4629-BCBA-309E276519D8}"/>
                </a:ext>
              </a:extLst>
            </p:cNvPr>
            <p:cNvSpPr/>
            <p:nvPr userDrawn="1"/>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 name="Rechthoek 8">
              <a:extLst>
                <a:ext uri="{FF2B5EF4-FFF2-40B4-BE49-F238E27FC236}">
                  <a16:creationId xmlns:a16="http://schemas.microsoft.com/office/drawing/2014/main" id="{047CC3E9-FE23-40FA-9105-06386A47988D}"/>
                </a:ext>
              </a:extLst>
            </p:cNvPr>
            <p:cNvSpPr/>
            <p:nvPr userDrawn="1"/>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 name="Rechthoek 9">
              <a:extLst>
                <a:ext uri="{FF2B5EF4-FFF2-40B4-BE49-F238E27FC236}">
                  <a16:creationId xmlns:a16="http://schemas.microsoft.com/office/drawing/2014/main" id="{704AFB39-29E5-466B-8080-603EA16E9769}"/>
                </a:ext>
              </a:extLst>
            </p:cNvPr>
            <p:cNvSpPr/>
            <p:nvPr userDrawn="1"/>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 name="Rechthoek 10">
              <a:extLst>
                <a:ext uri="{FF2B5EF4-FFF2-40B4-BE49-F238E27FC236}">
                  <a16:creationId xmlns:a16="http://schemas.microsoft.com/office/drawing/2014/main" id="{DE95F01D-AC89-4487-8D71-820D19C2A798}"/>
                </a:ext>
              </a:extLst>
            </p:cNvPr>
            <p:cNvSpPr/>
            <p:nvPr userDrawn="1"/>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 name="Rechthoek 11">
              <a:extLst>
                <a:ext uri="{FF2B5EF4-FFF2-40B4-BE49-F238E27FC236}">
                  <a16:creationId xmlns:a16="http://schemas.microsoft.com/office/drawing/2014/main" id="{8EE87473-DF20-454E-956D-868992DD95E3}"/>
                </a:ext>
              </a:extLst>
            </p:cNvPr>
            <p:cNvSpPr/>
            <p:nvPr userDrawn="1"/>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 name="Rechthoek 12">
              <a:extLst>
                <a:ext uri="{FF2B5EF4-FFF2-40B4-BE49-F238E27FC236}">
                  <a16:creationId xmlns:a16="http://schemas.microsoft.com/office/drawing/2014/main" id="{874F403E-C1C5-49A1-AB1E-D952ECD1A3C0}"/>
                </a:ext>
              </a:extLst>
            </p:cNvPr>
            <p:cNvSpPr/>
            <p:nvPr userDrawn="1"/>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 name="Rechthoek 13">
              <a:extLst>
                <a:ext uri="{FF2B5EF4-FFF2-40B4-BE49-F238E27FC236}">
                  <a16:creationId xmlns:a16="http://schemas.microsoft.com/office/drawing/2014/main" id="{C9E884AD-0FEF-4BD2-A998-8599C8373C3C}"/>
                </a:ext>
              </a:extLst>
            </p:cNvPr>
            <p:cNvSpPr/>
            <p:nvPr userDrawn="1"/>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 name="Rechthoek 14">
              <a:extLst>
                <a:ext uri="{FF2B5EF4-FFF2-40B4-BE49-F238E27FC236}">
                  <a16:creationId xmlns:a16="http://schemas.microsoft.com/office/drawing/2014/main" id="{D256C055-1080-43A4-B77B-BE6AF35B62D4}"/>
                </a:ext>
              </a:extLst>
            </p:cNvPr>
            <p:cNvSpPr/>
            <p:nvPr userDrawn="1"/>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6" name="Rechthoek 15">
              <a:extLst>
                <a:ext uri="{FF2B5EF4-FFF2-40B4-BE49-F238E27FC236}">
                  <a16:creationId xmlns:a16="http://schemas.microsoft.com/office/drawing/2014/main" id="{49150C84-EC4E-49DC-A50B-8CB65A5B4E38}"/>
                </a:ext>
              </a:extLst>
            </p:cNvPr>
            <p:cNvSpPr/>
            <p:nvPr userDrawn="1"/>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7" name="Rechthoek 16">
              <a:extLst>
                <a:ext uri="{FF2B5EF4-FFF2-40B4-BE49-F238E27FC236}">
                  <a16:creationId xmlns:a16="http://schemas.microsoft.com/office/drawing/2014/main" id="{768696D7-C9AD-4261-951F-6EEC883DEF55}"/>
                </a:ext>
              </a:extLst>
            </p:cNvPr>
            <p:cNvSpPr/>
            <p:nvPr userDrawn="1"/>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8" name="Rechthoek 17">
              <a:extLst>
                <a:ext uri="{FF2B5EF4-FFF2-40B4-BE49-F238E27FC236}">
                  <a16:creationId xmlns:a16="http://schemas.microsoft.com/office/drawing/2014/main" id="{4F32DDC9-5209-4AF1-94DC-0436FEBA7E19}"/>
                </a:ext>
              </a:extLst>
            </p:cNvPr>
            <p:cNvSpPr/>
            <p:nvPr userDrawn="1"/>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9" name="Rechthoek 18">
              <a:extLst>
                <a:ext uri="{FF2B5EF4-FFF2-40B4-BE49-F238E27FC236}">
                  <a16:creationId xmlns:a16="http://schemas.microsoft.com/office/drawing/2014/main" id="{FE41BF45-0904-4462-9B83-6771D719E1DC}"/>
                </a:ext>
              </a:extLst>
            </p:cNvPr>
            <p:cNvSpPr/>
            <p:nvPr userDrawn="1"/>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0" name="Rechthoek 19">
              <a:extLst>
                <a:ext uri="{FF2B5EF4-FFF2-40B4-BE49-F238E27FC236}">
                  <a16:creationId xmlns:a16="http://schemas.microsoft.com/office/drawing/2014/main" id="{E6E4105E-EDE3-4A6A-9137-9B893F07821C}"/>
                </a:ext>
              </a:extLst>
            </p:cNvPr>
            <p:cNvSpPr/>
            <p:nvPr userDrawn="1"/>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1" name="Rechthoek 20">
              <a:extLst>
                <a:ext uri="{FF2B5EF4-FFF2-40B4-BE49-F238E27FC236}">
                  <a16:creationId xmlns:a16="http://schemas.microsoft.com/office/drawing/2014/main" id="{18BD591C-60CB-40FE-A88E-508FADBCFFE2}"/>
                </a:ext>
              </a:extLst>
            </p:cNvPr>
            <p:cNvSpPr/>
            <p:nvPr userDrawn="1"/>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2" name="Rechthoek 21">
              <a:extLst>
                <a:ext uri="{FF2B5EF4-FFF2-40B4-BE49-F238E27FC236}">
                  <a16:creationId xmlns:a16="http://schemas.microsoft.com/office/drawing/2014/main" id="{65DAAF1A-E757-47AD-BBA1-2678A21A485D}"/>
                </a:ext>
              </a:extLst>
            </p:cNvPr>
            <p:cNvSpPr/>
            <p:nvPr userDrawn="1"/>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3" name="Rechthoek 22">
              <a:extLst>
                <a:ext uri="{FF2B5EF4-FFF2-40B4-BE49-F238E27FC236}">
                  <a16:creationId xmlns:a16="http://schemas.microsoft.com/office/drawing/2014/main" id="{870D86A4-B151-4487-8A41-8610F56D0D9E}"/>
                </a:ext>
              </a:extLst>
            </p:cNvPr>
            <p:cNvSpPr/>
            <p:nvPr userDrawn="1"/>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4" name="Rechthoek 23">
              <a:extLst>
                <a:ext uri="{FF2B5EF4-FFF2-40B4-BE49-F238E27FC236}">
                  <a16:creationId xmlns:a16="http://schemas.microsoft.com/office/drawing/2014/main" id="{C4A5E95D-002F-40B3-A01A-A1CD9A8BD77A}"/>
                </a:ext>
              </a:extLst>
            </p:cNvPr>
            <p:cNvSpPr/>
            <p:nvPr userDrawn="1"/>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5" name="Rechthoek 24">
              <a:extLst>
                <a:ext uri="{FF2B5EF4-FFF2-40B4-BE49-F238E27FC236}">
                  <a16:creationId xmlns:a16="http://schemas.microsoft.com/office/drawing/2014/main" id="{DD99907A-EAED-43E6-A032-99E0A25FD405}"/>
                </a:ext>
              </a:extLst>
            </p:cNvPr>
            <p:cNvSpPr/>
            <p:nvPr userDrawn="1"/>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6" name="Rechthoek 25">
              <a:extLst>
                <a:ext uri="{FF2B5EF4-FFF2-40B4-BE49-F238E27FC236}">
                  <a16:creationId xmlns:a16="http://schemas.microsoft.com/office/drawing/2014/main" id="{AAAA5CBA-E6E7-402A-9803-6AB0B60E3008}"/>
                </a:ext>
              </a:extLst>
            </p:cNvPr>
            <p:cNvSpPr/>
            <p:nvPr userDrawn="1"/>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7" name="Rechthoek 26">
              <a:extLst>
                <a:ext uri="{FF2B5EF4-FFF2-40B4-BE49-F238E27FC236}">
                  <a16:creationId xmlns:a16="http://schemas.microsoft.com/office/drawing/2014/main" id="{70C87857-C1F4-4A6A-86EC-D9ABAD3EECFF}"/>
                </a:ext>
              </a:extLst>
            </p:cNvPr>
            <p:cNvSpPr/>
            <p:nvPr userDrawn="1"/>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8" name="Rechthoek 27">
              <a:extLst>
                <a:ext uri="{FF2B5EF4-FFF2-40B4-BE49-F238E27FC236}">
                  <a16:creationId xmlns:a16="http://schemas.microsoft.com/office/drawing/2014/main" id="{6AE32341-9677-4F5F-BC1E-F5B8066C8E55}"/>
                </a:ext>
              </a:extLst>
            </p:cNvPr>
            <p:cNvSpPr/>
            <p:nvPr userDrawn="1"/>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9" name="Rechthoek 28">
              <a:extLst>
                <a:ext uri="{FF2B5EF4-FFF2-40B4-BE49-F238E27FC236}">
                  <a16:creationId xmlns:a16="http://schemas.microsoft.com/office/drawing/2014/main" id="{790AE487-B602-4996-9005-2FB1EF049A62}"/>
                </a:ext>
              </a:extLst>
            </p:cNvPr>
            <p:cNvSpPr/>
            <p:nvPr userDrawn="1"/>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0" name="Rechthoek 29">
              <a:extLst>
                <a:ext uri="{FF2B5EF4-FFF2-40B4-BE49-F238E27FC236}">
                  <a16:creationId xmlns:a16="http://schemas.microsoft.com/office/drawing/2014/main" id="{A6FCA990-CADB-496F-A578-80BBCEC57B2B}"/>
                </a:ext>
              </a:extLst>
            </p:cNvPr>
            <p:cNvSpPr/>
            <p:nvPr userDrawn="1"/>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1" name="Rechthoek 30">
              <a:extLst>
                <a:ext uri="{FF2B5EF4-FFF2-40B4-BE49-F238E27FC236}">
                  <a16:creationId xmlns:a16="http://schemas.microsoft.com/office/drawing/2014/main" id="{480F65BC-7188-441F-8BC1-7B3F9F29B66F}"/>
                </a:ext>
              </a:extLst>
            </p:cNvPr>
            <p:cNvSpPr/>
            <p:nvPr userDrawn="1"/>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2" name="Rechthoek 31">
              <a:extLst>
                <a:ext uri="{FF2B5EF4-FFF2-40B4-BE49-F238E27FC236}">
                  <a16:creationId xmlns:a16="http://schemas.microsoft.com/office/drawing/2014/main" id="{9BFD8BBE-5047-424E-871B-1B15C1DF2259}"/>
                </a:ext>
              </a:extLst>
            </p:cNvPr>
            <p:cNvSpPr/>
            <p:nvPr userDrawn="1"/>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3" name="Rechthoek 32">
              <a:extLst>
                <a:ext uri="{FF2B5EF4-FFF2-40B4-BE49-F238E27FC236}">
                  <a16:creationId xmlns:a16="http://schemas.microsoft.com/office/drawing/2014/main" id="{F01F39E3-9401-4551-8EC1-959531EAEBB0}"/>
                </a:ext>
              </a:extLst>
            </p:cNvPr>
            <p:cNvSpPr/>
            <p:nvPr userDrawn="1"/>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4" name="Rechthoek 33">
              <a:extLst>
                <a:ext uri="{FF2B5EF4-FFF2-40B4-BE49-F238E27FC236}">
                  <a16:creationId xmlns:a16="http://schemas.microsoft.com/office/drawing/2014/main" id="{4638604A-5A5B-4EB0-84D7-3A112C38892D}"/>
                </a:ext>
              </a:extLst>
            </p:cNvPr>
            <p:cNvSpPr/>
            <p:nvPr userDrawn="1"/>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5" name="Rechthoek 34">
              <a:extLst>
                <a:ext uri="{FF2B5EF4-FFF2-40B4-BE49-F238E27FC236}">
                  <a16:creationId xmlns:a16="http://schemas.microsoft.com/office/drawing/2014/main" id="{90136574-DDF6-4FC5-BB12-2DBB04FF5282}"/>
                </a:ext>
              </a:extLst>
            </p:cNvPr>
            <p:cNvSpPr/>
            <p:nvPr userDrawn="1"/>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6" name="Rechthoek 35">
              <a:extLst>
                <a:ext uri="{FF2B5EF4-FFF2-40B4-BE49-F238E27FC236}">
                  <a16:creationId xmlns:a16="http://schemas.microsoft.com/office/drawing/2014/main" id="{C67C375E-8DB6-4F8F-AF37-1735B105F4E9}"/>
                </a:ext>
              </a:extLst>
            </p:cNvPr>
            <p:cNvSpPr/>
            <p:nvPr userDrawn="1"/>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7" name="Rechthoek 36">
              <a:extLst>
                <a:ext uri="{FF2B5EF4-FFF2-40B4-BE49-F238E27FC236}">
                  <a16:creationId xmlns:a16="http://schemas.microsoft.com/office/drawing/2014/main" id="{1F96FF38-CB0F-4E39-9E6C-BC93D6A770E7}"/>
                </a:ext>
              </a:extLst>
            </p:cNvPr>
            <p:cNvSpPr/>
            <p:nvPr userDrawn="1"/>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8" name="Rechthoek 37">
              <a:extLst>
                <a:ext uri="{FF2B5EF4-FFF2-40B4-BE49-F238E27FC236}">
                  <a16:creationId xmlns:a16="http://schemas.microsoft.com/office/drawing/2014/main" id="{DDA93778-B0C3-4B91-A932-441F99F61D4F}"/>
                </a:ext>
              </a:extLst>
            </p:cNvPr>
            <p:cNvSpPr/>
            <p:nvPr userDrawn="1"/>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9" name="Rechthoek 38">
              <a:extLst>
                <a:ext uri="{FF2B5EF4-FFF2-40B4-BE49-F238E27FC236}">
                  <a16:creationId xmlns:a16="http://schemas.microsoft.com/office/drawing/2014/main" id="{B634EDDC-A20B-4948-835C-49AEA4EE3351}"/>
                </a:ext>
              </a:extLst>
            </p:cNvPr>
            <p:cNvSpPr/>
            <p:nvPr userDrawn="1"/>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0" name="Rechthoek 39">
              <a:extLst>
                <a:ext uri="{FF2B5EF4-FFF2-40B4-BE49-F238E27FC236}">
                  <a16:creationId xmlns:a16="http://schemas.microsoft.com/office/drawing/2014/main" id="{53471B16-7ED3-4C2F-957C-190CE4E1F4F6}"/>
                </a:ext>
              </a:extLst>
            </p:cNvPr>
            <p:cNvSpPr/>
            <p:nvPr userDrawn="1"/>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1" name="Rechthoek 40">
              <a:extLst>
                <a:ext uri="{FF2B5EF4-FFF2-40B4-BE49-F238E27FC236}">
                  <a16:creationId xmlns:a16="http://schemas.microsoft.com/office/drawing/2014/main" id="{31636679-E456-4F98-BA01-79E337BD37A1}"/>
                </a:ext>
              </a:extLst>
            </p:cNvPr>
            <p:cNvSpPr/>
            <p:nvPr userDrawn="1"/>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2" name="Rechthoek 41">
              <a:extLst>
                <a:ext uri="{FF2B5EF4-FFF2-40B4-BE49-F238E27FC236}">
                  <a16:creationId xmlns:a16="http://schemas.microsoft.com/office/drawing/2014/main" id="{3E33FF96-84EB-414F-ABCD-14B9B2717855}"/>
                </a:ext>
              </a:extLst>
            </p:cNvPr>
            <p:cNvSpPr/>
            <p:nvPr userDrawn="1"/>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3" name="Rechthoek 42">
              <a:extLst>
                <a:ext uri="{FF2B5EF4-FFF2-40B4-BE49-F238E27FC236}">
                  <a16:creationId xmlns:a16="http://schemas.microsoft.com/office/drawing/2014/main" id="{B191276C-BEAD-496C-9003-D656D32B3B9C}"/>
                </a:ext>
              </a:extLst>
            </p:cNvPr>
            <p:cNvSpPr/>
            <p:nvPr userDrawn="1"/>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4" name="Rechthoek 43">
              <a:extLst>
                <a:ext uri="{FF2B5EF4-FFF2-40B4-BE49-F238E27FC236}">
                  <a16:creationId xmlns:a16="http://schemas.microsoft.com/office/drawing/2014/main" id="{5B8EF463-5AD6-4FCF-899E-72D7EE4833EE}"/>
                </a:ext>
              </a:extLst>
            </p:cNvPr>
            <p:cNvSpPr/>
            <p:nvPr userDrawn="1"/>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5" name="Rechthoek 44">
              <a:extLst>
                <a:ext uri="{FF2B5EF4-FFF2-40B4-BE49-F238E27FC236}">
                  <a16:creationId xmlns:a16="http://schemas.microsoft.com/office/drawing/2014/main" id="{3D4E124A-0400-4917-AC56-18310ADEEB89}"/>
                </a:ext>
              </a:extLst>
            </p:cNvPr>
            <p:cNvSpPr/>
            <p:nvPr userDrawn="1"/>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6" name="Rechthoek 45">
              <a:extLst>
                <a:ext uri="{FF2B5EF4-FFF2-40B4-BE49-F238E27FC236}">
                  <a16:creationId xmlns:a16="http://schemas.microsoft.com/office/drawing/2014/main" id="{D181E518-CEB9-4311-9137-8DB98177815F}"/>
                </a:ext>
              </a:extLst>
            </p:cNvPr>
            <p:cNvSpPr/>
            <p:nvPr userDrawn="1"/>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7" name="Rechthoek 46">
              <a:extLst>
                <a:ext uri="{FF2B5EF4-FFF2-40B4-BE49-F238E27FC236}">
                  <a16:creationId xmlns:a16="http://schemas.microsoft.com/office/drawing/2014/main" id="{39163085-7926-4628-AD5A-152BB33B0DA8}"/>
                </a:ext>
              </a:extLst>
            </p:cNvPr>
            <p:cNvSpPr/>
            <p:nvPr userDrawn="1"/>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8" name="Rechthoek 47">
              <a:extLst>
                <a:ext uri="{FF2B5EF4-FFF2-40B4-BE49-F238E27FC236}">
                  <a16:creationId xmlns:a16="http://schemas.microsoft.com/office/drawing/2014/main" id="{83734956-20CD-44A5-8156-18D16B078947}"/>
                </a:ext>
              </a:extLst>
            </p:cNvPr>
            <p:cNvSpPr/>
            <p:nvPr userDrawn="1"/>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9" name="Rechthoek 48">
              <a:extLst>
                <a:ext uri="{FF2B5EF4-FFF2-40B4-BE49-F238E27FC236}">
                  <a16:creationId xmlns:a16="http://schemas.microsoft.com/office/drawing/2014/main" id="{C2BD56DB-A479-4659-B8A8-FA8BD2A15593}"/>
                </a:ext>
              </a:extLst>
            </p:cNvPr>
            <p:cNvSpPr/>
            <p:nvPr userDrawn="1"/>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0" name="Rechthoek 49">
              <a:extLst>
                <a:ext uri="{FF2B5EF4-FFF2-40B4-BE49-F238E27FC236}">
                  <a16:creationId xmlns:a16="http://schemas.microsoft.com/office/drawing/2014/main" id="{3570E184-A710-447B-B9FF-99262392D498}"/>
                </a:ext>
              </a:extLst>
            </p:cNvPr>
            <p:cNvSpPr/>
            <p:nvPr userDrawn="1"/>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1" name="Rechthoek 50">
              <a:extLst>
                <a:ext uri="{FF2B5EF4-FFF2-40B4-BE49-F238E27FC236}">
                  <a16:creationId xmlns:a16="http://schemas.microsoft.com/office/drawing/2014/main" id="{D8EA7E2F-4E27-416D-861C-0095FB49F4E9}"/>
                </a:ext>
              </a:extLst>
            </p:cNvPr>
            <p:cNvSpPr/>
            <p:nvPr userDrawn="1"/>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2" name="Rechthoek 51">
              <a:extLst>
                <a:ext uri="{FF2B5EF4-FFF2-40B4-BE49-F238E27FC236}">
                  <a16:creationId xmlns:a16="http://schemas.microsoft.com/office/drawing/2014/main" id="{8636855F-D700-443F-81B1-672D7072F301}"/>
                </a:ext>
              </a:extLst>
            </p:cNvPr>
            <p:cNvSpPr/>
            <p:nvPr userDrawn="1"/>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3" name="Rechthoek 52">
              <a:extLst>
                <a:ext uri="{FF2B5EF4-FFF2-40B4-BE49-F238E27FC236}">
                  <a16:creationId xmlns:a16="http://schemas.microsoft.com/office/drawing/2014/main" id="{3430E2ED-BDD5-4076-99CB-8E8C712E3C51}"/>
                </a:ext>
              </a:extLst>
            </p:cNvPr>
            <p:cNvSpPr/>
            <p:nvPr userDrawn="1"/>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4" name="Rechthoek 53">
              <a:extLst>
                <a:ext uri="{FF2B5EF4-FFF2-40B4-BE49-F238E27FC236}">
                  <a16:creationId xmlns:a16="http://schemas.microsoft.com/office/drawing/2014/main" id="{ADDC9361-C617-4A5A-AEB6-FE7BDBD7B991}"/>
                </a:ext>
              </a:extLst>
            </p:cNvPr>
            <p:cNvSpPr/>
            <p:nvPr userDrawn="1"/>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5" name="Rechthoek 54">
              <a:extLst>
                <a:ext uri="{FF2B5EF4-FFF2-40B4-BE49-F238E27FC236}">
                  <a16:creationId xmlns:a16="http://schemas.microsoft.com/office/drawing/2014/main" id="{AC9D498F-4155-4D2F-A335-5B49628AF8FE}"/>
                </a:ext>
              </a:extLst>
            </p:cNvPr>
            <p:cNvSpPr/>
            <p:nvPr userDrawn="1"/>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6" name="Rechthoek 55">
              <a:extLst>
                <a:ext uri="{FF2B5EF4-FFF2-40B4-BE49-F238E27FC236}">
                  <a16:creationId xmlns:a16="http://schemas.microsoft.com/office/drawing/2014/main" id="{337532BF-6611-4233-81B0-16C5A86A45A8}"/>
                </a:ext>
              </a:extLst>
            </p:cNvPr>
            <p:cNvSpPr/>
            <p:nvPr userDrawn="1"/>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7" name="Rechthoek 56">
              <a:extLst>
                <a:ext uri="{FF2B5EF4-FFF2-40B4-BE49-F238E27FC236}">
                  <a16:creationId xmlns:a16="http://schemas.microsoft.com/office/drawing/2014/main" id="{3D587D00-FBD4-4B34-8068-E8BA96801328}"/>
                </a:ext>
              </a:extLst>
            </p:cNvPr>
            <p:cNvSpPr/>
            <p:nvPr userDrawn="1"/>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8" name="Rechthoek 57">
              <a:extLst>
                <a:ext uri="{FF2B5EF4-FFF2-40B4-BE49-F238E27FC236}">
                  <a16:creationId xmlns:a16="http://schemas.microsoft.com/office/drawing/2014/main" id="{11859AA9-5C67-4644-866E-DE73D0965300}"/>
                </a:ext>
              </a:extLst>
            </p:cNvPr>
            <p:cNvSpPr/>
            <p:nvPr userDrawn="1"/>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9" name="Rechthoek 58">
              <a:extLst>
                <a:ext uri="{FF2B5EF4-FFF2-40B4-BE49-F238E27FC236}">
                  <a16:creationId xmlns:a16="http://schemas.microsoft.com/office/drawing/2014/main" id="{FB2791C2-6CA0-4D2D-9ADD-178F7FAD88E8}"/>
                </a:ext>
              </a:extLst>
            </p:cNvPr>
            <p:cNvSpPr/>
            <p:nvPr userDrawn="1"/>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0" name="Rechthoek 59">
              <a:extLst>
                <a:ext uri="{FF2B5EF4-FFF2-40B4-BE49-F238E27FC236}">
                  <a16:creationId xmlns:a16="http://schemas.microsoft.com/office/drawing/2014/main" id="{904D5CC7-402A-4753-95BF-839E3B97E4EF}"/>
                </a:ext>
              </a:extLst>
            </p:cNvPr>
            <p:cNvSpPr/>
            <p:nvPr userDrawn="1"/>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1" name="Rechthoek 60">
              <a:extLst>
                <a:ext uri="{FF2B5EF4-FFF2-40B4-BE49-F238E27FC236}">
                  <a16:creationId xmlns:a16="http://schemas.microsoft.com/office/drawing/2014/main" id="{92C59641-77C0-4A74-B949-DCD6A7821951}"/>
                </a:ext>
              </a:extLst>
            </p:cNvPr>
            <p:cNvSpPr/>
            <p:nvPr userDrawn="1"/>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2" name="Rechthoek 61">
              <a:extLst>
                <a:ext uri="{FF2B5EF4-FFF2-40B4-BE49-F238E27FC236}">
                  <a16:creationId xmlns:a16="http://schemas.microsoft.com/office/drawing/2014/main" id="{59093287-1D7A-4502-838F-94D0F13784EB}"/>
                </a:ext>
              </a:extLst>
            </p:cNvPr>
            <p:cNvSpPr/>
            <p:nvPr userDrawn="1"/>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3" name="Rechthoek 62">
              <a:extLst>
                <a:ext uri="{FF2B5EF4-FFF2-40B4-BE49-F238E27FC236}">
                  <a16:creationId xmlns:a16="http://schemas.microsoft.com/office/drawing/2014/main" id="{512CACC4-6131-47E2-8C83-EC6F762CF25C}"/>
                </a:ext>
              </a:extLst>
            </p:cNvPr>
            <p:cNvSpPr/>
            <p:nvPr userDrawn="1"/>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4" name="Rechthoek 63">
              <a:extLst>
                <a:ext uri="{FF2B5EF4-FFF2-40B4-BE49-F238E27FC236}">
                  <a16:creationId xmlns:a16="http://schemas.microsoft.com/office/drawing/2014/main" id="{C258E187-3B1A-4611-9A01-4D42869C647B}"/>
                </a:ext>
              </a:extLst>
            </p:cNvPr>
            <p:cNvSpPr/>
            <p:nvPr userDrawn="1"/>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5" name="Rechthoek 64">
              <a:extLst>
                <a:ext uri="{FF2B5EF4-FFF2-40B4-BE49-F238E27FC236}">
                  <a16:creationId xmlns:a16="http://schemas.microsoft.com/office/drawing/2014/main" id="{B1D4C479-0E67-4180-903E-BE2119BFB3B4}"/>
                </a:ext>
              </a:extLst>
            </p:cNvPr>
            <p:cNvSpPr/>
            <p:nvPr userDrawn="1"/>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6" name="Rechthoek 65">
              <a:extLst>
                <a:ext uri="{FF2B5EF4-FFF2-40B4-BE49-F238E27FC236}">
                  <a16:creationId xmlns:a16="http://schemas.microsoft.com/office/drawing/2014/main" id="{9C8936E6-1ED5-4CE2-8879-07133E737D03}"/>
                </a:ext>
              </a:extLst>
            </p:cNvPr>
            <p:cNvSpPr/>
            <p:nvPr userDrawn="1"/>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7" name="Rechthoek 66">
              <a:extLst>
                <a:ext uri="{FF2B5EF4-FFF2-40B4-BE49-F238E27FC236}">
                  <a16:creationId xmlns:a16="http://schemas.microsoft.com/office/drawing/2014/main" id="{C9EEFD06-F5C0-4B9C-AC43-82E32C88DEAB}"/>
                </a:ext>
              </a:extLst>
            </p:cNvPr>
            <p:cNvSpPr/>
            <p:nvPr userDrawn="1"/>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8" name="Rechthoek 67">
              <a:extLst>
                <a:ext uri="{FF2B5EF4-FFF2-40B4-BE49-F238E27FC236}">
                  <a16:creationId xmlns:a16="http://schemas.microsoft.com/office/drawing/2014/main" id="{AFAB9AA9-7C6F-4F35-81E3-5E8DD8CE16FA}"/>
                </a:ext>
              </a:extLst>
            </p:cNvPr>
            <p:cNvSpPr/>
            <p:nvPr userDrawn="1"/>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9" name="Rechthoek 68">
              <a:extLst>
                <a:ext uri="{FF2B5EF4-FFF2-40B4-BE49-F238E27FC236}">
                  <a16:creationId xmlns:a16="http://schemas.microsoft.com/office/drawing/2014/main" id="{21E6D803-8ACD-497F-879D-509BAF7E77B4}"/>
                </a:ext>
              </a:extLst>
            </p:cNvPr>
            <p:cNvSpPr/>
            <p:nvPr userDrawn="1"/>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0" name="Rechthoek 69">
              <a:extLst>
                <a:ext uri="{FF2B5EF4-FFF2-40B4-BE49-F238E27FC236}">
                  <a16:creationId xmlns:a16="http://schemas.microsoft.com/office/drawing/2014/main" id="{3437667D-E52D-4864-B330-E11CEB796E68}"/>
                </a:ext>
              </a:extLst>
            </p:cNvPr>
            <p:cNvSpPr/>
            <p:nvPr userDrawn="1"/>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1" name="Rechthoek 70">
              <a:extLst>
                <a:ext uri="{FF2B5EF4-FFF2-40B4-BE49-F238E27FC236}">
                  <a16:creationId xmlns:a16="http://schemas.microsoft.com/office/drawing/2014/main" id="{AC8C857A-9782-4E0E-85FA-989D80A33D5B}"/>
                </a:ext>
              </a:extLst>
            </p:cNvPr>
            <p:cNvSpPr/>
            <p:nvPr userDrawn="1"/>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2" name="Rechthoek 71">
              <a:extLst>
                <a:ext uri="{FF2B5EF4-FFF2-40B4-BE49-F238E27FC236}">
                  <a16:creationId xmlns:a16="http://schemas.microsoft.com/office/drawing/2014/main" id="{13706F80-0AB1-47BD-BFBF-2135CE302E5E}"/>
                </a:ext>
              </a:extLst>
            </p:cNvPr>
            <p:cNvSpPr/>
            <p:nvPr userDrawn="1"/>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3" name="Rechthoek 72">
              <a:extLst>
                <a:ext uri="{FF2B5EF4-FFF2-40B4-BE49-F238E27FC236}">
                  <a16:creationId xmlns:a16="http://schemas.microsoft.com/office/drawing/2014/main" id="{DDB7FB69-42A6-4F4A-BBBB-EF910BD9517E}"/>
                </a:ext>
              </a:extLst>
            </p:cNvPr>
            <p:cNvSpPr/>
            <p:nvPr userDrawn="1"/>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4" name="Rechthoek 73">
              <a:extLst>
                <a:ext uri="{FF2B5EF4-FFF2-40B4-BE49-F238E27FC236}">
                  <a16:creationId xmlns:a16="http://schemas.microsoft.com/office/drawing/2014/main" id="{F70197D9-8207-423E-8355-C4718C41CBCF}"/>
                </a:ext>
              </a:extLst>
            </p:cNvPr>
            <p:cNvSpPr/>
            <p:nvPr userDrawn="1"/>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5" name="Rechthoek 74">
              <a:extLst>
                <a:ext uri="{FF2B5EF4-FFF2-40B4-BE49-F238E27FC236}">
                  <a16:creationId xmlns:a16="http://schemas.microsoft.com/office/drawing/2014/main" id="{1E0D3499-D858-46B1-B897-09933731A297}"/>
                </a:ext>
              </a:extLst>
            </p:cNvPr>
            <p:cNvSpPr/>
            <p:nvPr userDrawn="1"/>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6" name="Rechthoek 75">
              <a:extLst>
                <a:ext uri="{FF2B5EF4-FFF2-40B4-BE49-F238E27FC236}">
                  <a16:creationId xmlns:a16="http://schemas.microsoft.com/office/drawing/2014/main" id="{1361DF95-749D-4277-AA88-C357F0ABD665}"/>
                </a:ext>
              </a:extLst>
            </p:cNvPr>
            <p:cNvSpPr/>
            <p:nvPr userDrawn="1"/>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7" name="Rechthoek 76">
              <a:extLst>
                <a:ext uri="{FF2B5EF4-FFF2-40B4-BE49-F238E27FC236}">
                  <a16:creationId xmlns:a16="http://schemas.microsoft.com/office/drawing/2014/main" id="{B7B04DA8-812A-4895-95D5-4ACBBB770F2D}"/>
                </a:ext>
              </a:extLst>
            </p:cNvPr>
            <p:cNvSpPr/>
            <p:nvPr userDrawn="1"/>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8" name="Rechthoek 77">
              <a:extLst>
                <a:ext uri="{FF2B5EF4-FFF2-40B4-BE49-F238E27FC236}">
                  <a16:creationId xmlns:a16="http://schemas.microsoft.com/office/drawing/2014/main" id="{3BD13550-11F9-4DCB-B805-0C4E441C2ED0}"/>
                </a:ext>
              </a:extLst>
            </p:cNvPr>
            <p:cNvSpPr/>
            <p:nvPr userDrawn="1"/>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9" name="Rechthoek 78">
              <a:extLst>
                <a:ext uri="{FF2B5EF4-FFF2-40B4-BE49-F238E27FC236}">
                  <a16:creationId xmlns:a16="http://schemas.microsoft.com/office/drawing/2014/main" id="{D37F375B-825E-4443-9400-AB25E9BC9613}"/>
                </a:ext>
              </a:extLst>
            </p:cNvPr>
            <p:cNvSpPr/>
            <p:nvPr userDrawn="1"/>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0" name="Rechthoek 79">
              <a:extLst>
                <a:ext uri="{FF2B5EF4-FFF2-40B4-BE49-F238E27FC236}">
                  <a16:creationId xmlns:a16="http://schemas.microsoft.com/office/drawing/2014/main" id="{2F3CFAAB-65E3-406B-A195-F4BAA23DA276}"/>
                </a:ext>
              </a:extLst>
            </p:cNvPr>
            <p:cNvSpPr/>
            <p:nvPr userDrawn="1"/>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1" name="Rechthoek 80">
              <a:extLst>
                <a:ext uri="{FF2B5EF4-FFF2-40B4-BE49-F238E27FC236}">
                  <a16:creationId xmlns:a16="http://schemas.microsoft.com/office/drawing/2014/main" id="{0B7939F1-1A7B-4403-BD7B-B2890E6046E4}"/>
                </a:ext>
              </a:extLst>
            </p:cNvPr>
            <p:cNvSpPr/>
            <p:nvPr userDrawn="1"/>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2" name="Rechthoek 81">
              <a:extLst>
                <a:ext uri="{FF2B5EF4-FFF2-40B4-BE49-F238E27FC236}">
                  <a16:creationId xmlns:a16="http://schemas.microsoft.com/office/drawing/2014/main" id="{952856AF-170D-405F-B53F-42CFC4433DF9}"/>
                </a:ext>
              </a:extLst>
            </p:cNvPr>
            <p:cNvSpPr/>
            <p:nvPr userDrawn="1"/>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3" name="Rechthoek 82">
              <a:extLst>
                <a:ext uri="{FF2B5EF4-FFF2-40B4-BE49-F238E27FC236}">
                  <a16:creationId xmlns:a16="http://schemas.microsoft.com/office/drawing/2014/main" id="{8239B102-56CC-4A5F-BC32-4E48A711F149}"/>
                </a:ext>
              </a:extLst>
            </p:cNvPr>
            <p:cNvSpPr/>
            <p:nvPr userDrawn="1"/>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4" name="Rechthoek 83">
              <a:extLst>
                <a:ext uri="{FF2B5EF4-FFF2-40B4-BE49-F238E27FC236}">
                  <a16:creationId xmlns:a16="http://schemas.microsoft.com/office/drawing/2014/main" id="{61A45AEB-62C5-47DA-AB38-AADE12BC1314}"/>
                </a:ext>
              </a:extLst>
            </p:cNvPr>
            <p:cNvSpPr/>
            <p:nvPr userDrawn="1"/>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5" name="Rechthoek 84">
              <a:extLst>
                <a:ext uri="{FF2B5EF4-FFF2-40B4-BE49-F238E27FC236}">
                  <a16:creationId xmlns:a16="http://schemas.microsoft.com/office/drawing/2014/main" id="{A2270570-8C09-4EF4-952D-631F93D2F677}"/>
                </a:ext>
              </a:extLst>
            </p:cNvPr>
            <p:cNvSpPr/>
            <p:nvPr userDrawn="1"/>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6" name="Rechthoek 85">
              <a:extLst>
                <a:ext uri="{FF2B5EF4-FFF2-40B4-BE49-F238E27FC236}">
                  <a16:creationId xmlns:a16="http://schemas.microsoft.com/office/drawing/2014/main" id="{715C7321-53C7-4463-92A0-6EDBBEC24C08}"/>
                </a:ext>
              </a:extLst>
            </p:cNvPr>
            <p:cNvSpPr/>
            <p:nvPr userDrawn="1"/>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7" name="Rechthoek 86">
              <a:extLst>
                <a:ext uri="{FF2B5EF4-FFF2-40B4-BE49-F238E27FC236}">
                  <a16:creationId xmlns:a16="http://schemas.microsoft.com/office/drawing/2014/main" id="{BA084D0E-5ACF-4CAC-97C6-AEA9C5248263}"/>
                </a:ext>
              </a:extLst>
            </p:cNvPr>
            <p:cNvSpPr/>
            <p:nvPr userDrawn="1"/>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8" name="Rechthoek 87">
              <a:extLst>
                <a:ext uri="{FF2B5EF4-FFF2-40B4-BE49-F238E27FC236}">
                  <a16:creationId xmlns:a16="http://schemas.microsoft.com/office/drawing/2014/main" id="{19CC7CB0-0670-419C-A844-A28316F7CB4C}"/>
                </a:ext>
              </a:extLst>
            </p:cNvPr>
            <p:cNvSpPr/>
            <p:nvPr userDrawn="1"/>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9" name="Rechthoek 88">
              <a:extLst>
                <a:ext uri="{FF2B5EF4-FFF2-40B4-BE49-F238E27FC236}">
                  <a16:creationId xmlns:a16="http://schemas.microsoft.com/office/drawing/2014/main" id="{2153D52C-015D-414F-93A9-D4F1277B5E8D}"/>
                </a:ext>
              </a:extLst>
            </p:cNvPr>
            <p:cNvSpPr/>
            <p:nvPr userDrawn="1"/>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0" name="Rechthoek 89">
              <a:extLst>
                <a:ext uri="{FF2B5EF4-FFF2-40B4-BE49-F238E27FC236}">
                  <a16:creationId xmlns:a16="http://schemas.microsoft.com/office/drawing/2014/main" id="{3D42C007-B73B-4E21-ADDD-E70085762785}"/>
                </a:ext>
              </a:extLst>
            </p:cNvPr>
            <p:cNvSpPr/>
            <p:nvPr userDrawn="1"/>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1" name="Rechthoek 90">
              <a:extLst>
                <a:ext uri="{FF2B5EF4-FFF2-40B4-BE49-F238E27FC236}">
                  <a16:creationId xmlns:a16="http://schemas.microsoft.com/office/drawing/2014/main" id="{61531C16-91D5-4692-B4F7-B0C494DC636C}"/>
                </a:ext>
              </a:extLst>
            </p:cNvPr>
            <p:cNvSpPr/>
            <p:nvPr userDrawn="1"/>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2" name="Rechthoek 91">
              <a:extLst>
                <a:ext uri="{FF2B5EF4-FFF2-40B4-BE49-F238E27FC236}">
                  <a16:creationId xmlns:a16="http://schemas.microsoft.com/office/drawing/2014/main" id="{BE2A0FC4-BFB6-4C02-A005-42DE8103402C}"/>
                </a:ext>
              </a:extLst>
            </p:cNvPr>
            <p:cNvSpPr/>
            <p:nvPr userDrawn="1"/>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3" name="Rechthoek 92">
              <a:extLst>
                <a:ext uri="{FF2B5EF4-FFF2-40B4-BE49-F238E27FC236}">
                  <a16:creationId xmlns:a16="http://schemas.microsoft.com/office/drawing/2014/main" id="{5D1C530D-C8C3-459C-B166-283CAC72D972}"/>
                </a:ext>
              </a:extLst>
            </p:cNvPr>
            <p:cNvSpPr/>
            <p:nvPr userDrawn="1"/>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4" name="Rechthoek 93">
              <a:extLst>
                <a:ext uri="{FF2B5EF4-FFF2-40B4-BE49-F238E27FC236}">
                  <a16:creationId xmlns:a16="http://schemas.microsoft.com/office/drawing/2014/main" id="{44DB0356-E9F3-4648-A1C3-286D0DD3BC0D}"/>
                </a:ext>
              </a:extLst>
            </p:cNvPr>
            <p:cNvSpPr/>
            <p:nvPr userDrawn="1"/>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5" name="Rechthoek 94">
              <a:extLst>
                <a:ext uri="{FF2B5EF4-FFF2-40B4-BE49-F238E27FC236}">
                  <a16:creationId xmlns:a16="http://schemas.microsoft.com/office/drawing/2014/main" id="{A08248CC-0DD7-43D3-89D0-04B21B0E9D0C}"/>
                </a:ext>
              </a:extLst>
            </p:cNvPr>
            <p:cNvSpPr/>
            <p:nvPr userDrawn="1"/>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6" name="Rechthoek 95">
              <a:extLst>
                <a:ext uri="{FF2B5EF4-FFF2-40B4-BE49-F238E27FC236}">
                  <a16:creationId xmlns:a16="http://schemas.microsoft.com/office/drawing/2014/main" id="{F59B649C-327B-44EE-8FD8-DF5780C440C7}"/>
                </a:ext>
              </a:extLst>
            </p:cNvPr>
            <p:cNvSpPr/>
            <p:nvPr userDrawn="1"/>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7" name="Rechthoek 96">
              <a:extLst>
                <a:ext uri="{FF2B5EF4-FFF2-40B4-BE49-F238E27FC236}">
                  <a16:creationId xmlns:a16="http://schemas.microsoft.com/office/drawing/2014/main" id="{1F2749D9-7056-4A1E-B14A-865A1C4898A2}"/>
                </a:ext>
              </a:extLst>
            </p:cNvPr>
            <p:cNvSpPr/>
            <p:nvPr userDrawn="1"/>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8" name="Rechthoek 97">
              <a:extLst>
                <a:ext uri="{FF2B5EF4-FFF2-40B4-BE49-F238E27FC236}">
                  <a16:creationId xmlns:a16="http://schemas.microsoft.com/office/drawing/2014/main" id="{F6EBF245-88D1-459E-B383-814E41CEB42F}"/>
                </a:ext>
              </a:extLst>
            </p:cNvPr>
            <p:cNvSpPr/>
            <p:nvPr userDrawn="1"/>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9" name="Rechthoek 98">
              <a:extLst>
                <a:ext uri="{FF2B5EF4-FFF2-40B4-BE49-F238E27FC236}">
                  <a16:creationId xmlns:a16="http://schemas.microsoft.com/office/drawing/2014/main" id="{32242EEC-3065-40A9-84B6-634FB03612F2}"/>
                </a:ext>
              </a:extLst>
            </p:cNvPr>
            <p:cNvSpPr/>
            <p:nvPr userDrawn="1"/>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0" name="Rechthoek 99">
              <a:extLst>
                <a:ext uri="{FF2B5EF4-FFF2-40B4-BE49-F238E27FC236}">
                  <a16:creationId xmlns:a16="http://schemas.microsoft.com/office/drawing/2014/main" id="{6BDA72F4-8256-4DD6-A1E7-5F114F8D3F57}"/>
                </a:ext>
              </a:extLst>
            </p:cNvPr>
            <p:cNvSpPr/>
            <p:nvPr userDrawn="1"/>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1" name="Rechthoek 100">
              <a:extLst>
                <a:ext uri="{FF2B5EF4-FFF2-40B4-BE49-F238E27FC236}">
                  <a16:creationId xmlns:a16="http://schemas.microsoft.com/office/drawing/2014/main" id="{3611BD11-37AE-4C0E-8E96-7A342DF72BE8}"/>
                </a:ext>
              </a:extLst>
            </p:cNvPr>
            <p:cNvSpPr/>
            <p:nvPr userDrawn="1"/>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2" name="Rechthoek 101">
              <a:extLst>
                <a:ext uri="{FF2B5EF4-FFF2-40B4-BE49-F238E27FC236}">
                  <a16:creationId xmlns:a16="http://schemas.microsoft.com/office/drawing/2014/main" id="{7DADB5EF-A6F3-4933-A92B-2F254845B34F}"/>
                </a:ext>
              </a:extLst>
            </p:cNvPr>
            <p:cNvSpPr/>
            <p:nvPr userDrawn="1"/>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3" name="Rechthoek 102">
              <a:extLst>
                <a:ext uri="{FF2B5EF4-FFF2-40B4-BE49-F238E27FC236}">
                  <a16:creationId xmlns:a16="http://schemas.microsoft.com/office/drawing/2014/main" id="{4B69F43D-5BD8-4227-805D-D131D0CC9782}"/>
                </a:ext>
              </a:extLst>
            </p:cNvPr>
            <p:cNvSpPr/>
            <p:nvPr userDrawn="1"/>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4" name="Rechthoek 103">
              <a:extLst>
                <a:ext uri="{FF2B5EF4-FFF2-40B4-BE49-F238E27FC236}">
                  <a16:creationId xmlns:a16="http://schemas.microsoft.com/office/drawing/2014/main" id="{8A117382-99B3-4F5A-95DF-DD71C489F308}"/>
                </a:ext>
              </a:extLst>
            </p:cNvPr>
            <p:cNvSpPr/>
            <p:nvPr userDrawn="1"/>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5" name="Rechthoek 104">
              <a:extLst>
                <a:ext uri="{FF2B5EF4-FFF2-40B4-BE49-F238E27FC236}">
                  <a16:creationId xmlns:a16="http://schemas.microsoft.com/office/drawing/2014/main" id="{37BEE625-7635-4764-8242-72FE7574219D}"/>
                </a:ext>
              </a:extLst>
            </p:cNvPr>
            <p:cNvSpPr/>
            <p:nvPr userDrawn="1"/>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6" name="Rechthoek 105">
              <a:extLst>
                <a:ext uri="{FF2B5EF4-FFF2-40B4-BE49-F238E27FC236}">
                  <a16:creationId xmlns:a16="http://schemas.microsoft.com/office/drawing/2014/main" id="{B94E52F2-EC1D-4B93-9583-8092EB54AAB9}"/>
                </a:ext>
              </a:extLst>
            </p:cNvPr>
            <p:cNvSpPr/>
            <p:nvPr userDrawn="1"/>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7" name="Rechthoek 106">
              <a:extLst>
                <a:ext uri="{FF2B5EF4-FFF2-40B4-BE49-F238E27FC236}">
                  <a16:creationId xmlns:a16="http://schemas.microsoft.com/office/drawing/2014/main" id="{C220B813-DD92-4C7D-A1BC-697C23CABFA1}"/>
                </a:ext>
              </a:extLst>
            </p:cNvPr>
            <p:cNvSpPr/>
            <p:nvPr userDrawn="1"/>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8" name="Rechthoek 107">
              <a:extLst>
                <a:ext uri="{FF2B5EF4-FFF2-40B4-BE49-F238E27FC236}">
                  <a16:creationId xmlns:a16="http://schemas.microsoft.com/office/drawing/2014/main" id="{02E84D6E-F48F-4557-99C6-9713133382F4}"/>
                </a:ext>
              </a:extLst>
            </p:cNvPr>
            <p:cNvSpPr/>
            <p:nvPr userDrawn="1"/>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9" name="Rechthoek 108">
              <a:extLst>
                <a:ext uri="{FF2B5EF4-FFF2-40B4-BE49-F238E27FC236}">
                  <a16:creationId xmlns:a16="http://schemas.microsoft.com/office/drawing/2014/main" id="{E0212F54-9A69-4A61-8B35-78C4D89F641B}"/>
                </a:ext>
              </a:extLst>
            </p:cNvPr>
            <p:cNvSpPr/>
            <p:nvPr userDrawn="1"/>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0" name="Rechthoek 109">
              <a:extLst>
                <a:ext uri="{FF2B5EF4-FFF2-40B4-BE49-F238E27FC236}">
                  <a16:creationId xmlns:a16="http://schemas.microsoft.com/office/drawing/2014/main" id="{82867721-4D81-431A-BA76-A06D56D3D57A}"/>
                </a:ext>
              </a:extLst>
            </p:cNvPr>
            <p:cNvSpPr/>
            <p:nvPr userDrawn="1"/>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1" name="Rechthoek 110">
              <a:extLst>
                <a:ext uri="{FF2B5EF4-FFF2-40B4-BE49-F238E27FC236}">
                  <a16:creationId xmlns:a16="http://schemas.microsoft.com/office/drawing/2014/main" id="{BC7CB733-8B25-4EA0-BC8B-16D6C0A8F3D9}"/>
                </a:ext>
              </a:extLst>
            </p:cNvPr>
            <p:cNvSpPr/>
            <p:nvPr userDrawn="1"/>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2" name="Rechthoek 111">
              <a:extLst>
                <a:ext uri="{FF2B5EF4-FFF2-40B4-BE49-F238E27FC236}">
                  <a16:creationId xmlns:a16="http://schemas.microsoft.com/office/drawing/2014/main" id="{C272F51B-7DF3-4BB4-81EF-F30BEBF919F8}"/>
                </a:ext>
              </a:extLst>
            </p:cNvPr>
            <p:cNvSpPr/>
            <p:nvPr userDrawn="1"/>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3" name="Rechthoek 112">
              <a:extLst>
                <a:ext uri="{FF2B5EF4-FFF2-40B4-BE49-F238E27FC236}">
                  <a16:creationId xmlns:a16="http://schemas.microsoft.com/office/drawing/2014/main" id="{E7275EC4-E93D-4579-9252-95875A3D384C}"/>
                </a:ext>
              </a:extLst>
            </p:cNvPr>
            <p:cNvSpPr/>
            <p:nvPr userDrawn="1"/>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4" name="Rechthoek 113">
              <a:extLst>
                <a:ext uri="{FF2B5EF4-FFF2-40B4-BE49-F238E27FC236}">
                  <a16:creationId xmlns:a16="http://schemas.microsoft.com/office/drawing/2014/main" id="{0ADC9315-AE94-46D1-A960-BDE67D19F3AD}"/>
                </a:ext>
              </a:extLst>
            </p:cNvPr>
            <p:cNvSpPr/>
            <p:nvPr userDrawn="1"/>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5" name="Rechthoek 114">
              <a:extLst>
                <a:ext uri="{FF2B5EF4-FFF2-40B4-BE49-F238E27FC236}">
                  <a16:creationId xmlns:a16="http://schemas.microsoft.com/office/drawing/2014/main" id="{55221152-1C95-4DAA-ACB5-C7B52C8FD766}"/>
                </a:ext>
              </a:extLst>
            </p:cNvPr>
            <p:cNvSpPr/>
            <p:nvPr userDrawn="1"/>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6" name="Rechthoek 115">
              <a:extLst>
                <a:ext uri="{FF2B5EF4-FFF2-40B4-BE49-F238E27FC236}">
                  <a16:creationId xmlns:a16="http://schemas.microsoft.com/office/drawing/2014/main" id="{BFEAC399-A721-4E24-97FA-7D27F08ADC7E}"/>
                </a:ext>
              </a:extLst>
            </p:cNvPr>
            <p:cNvSpPr/>
            <p:nvPr userDrawn="1"/>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7" name="Rechthoek 116">
              <a:extLst>
                <a:ext uri="{FF2B5EF4-FFF2-40B4-BE49-F238E27FC236}">
                  <a16:creationId xmlns:a16="http://schemas.microsoft.com/office/drawing/2014/main" id="{6B5520BE-CE29-4813-9DAD-C9B41DACAFCA}"/>
                </a:ext>
              </a:extLst>
            </p:cNvPr>
            <p:cNvSpPr/>
            <p:nvPr userDrawn="1"/>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8" name="Rechthoek 117">
              <a:extLst>
                <a:ext uri="{FF2B5EF4-FFF2-40B4-BE49-F238E27FC236}">
                  <a16:creationId xmlns:a16="http://schemas.microsoft.com/office/drawing/2014/main" id="{BC614ACB-A292-4AB7-A05D-035255A09EAC}"/>
                </a:ext>
              </a:extLst>
            </p:cNvPr>
            <p:cNvSpPr/>
            <p:nvPr userDrawn="1"/>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9" name="Rechthoek 118">
              <a:extLst>
                <a:ext uri="{FF2B5EF4-FFF2-40B4-BE49-F238E27FC236}">
                  <a16:creationId xmlns:a16="http://schemas.microsoft.com/office/drawing/2014/main" id="{8197675B-3E1D-4ADC-8028-675B7EEC0715}"/>
                </a:ext>
              </a:extLst>
            </p:cNvPr>
            <p:cNvSpPr/>
            <p:nvPr userDrawn="1"/>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0" name="Rechthoek 119">
              <a:extLst>
                <a:ext uri="{FF2B5EF4-FFF2-40B4-BE49-F238E27FC236}">
                  <a16:creationId xmlns:a16="http://schemas.microsoft.com/office/drawing/2014/main" id="{161FDAA3-430E-49EC-A4CC-A6683E05F77B}"/>
                </a:ext>
              </a:extLst>
            </p:cNvPr>
            <p:cNvSpPr/>
            <p:nvPr userDrawn="1"/>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1" name="Rechthoek 120">
              <a:extLst>
                <a:ext uri="{FF2B5EF4-FFF2-40B4-BE49-F238E27FC236}">
                  <a16:creationId xmlns:a16="http://schemas.microsoft.com/office/drawing/2014/main" id="{37DE3A08-788F-45BE-907A-AC3348EDB0B9}"/>
                </a:ext>
              </a:extLst>
            </p:cNvPr>
            <p:cNvSpPr/>
            <p:nvPr userDrawn="1"/>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2" name="Rechthoek 121">
              <a:extLst>
                <a:ext uri="{FF2B5EF4-FFF2-40B4-BE49-F238E27FC236}">
                  <a16:creationId xmlns:a16="http://schemas.microsoft.com/office/drawing/2014/main" id="{90379143-8DF0-4EE1-8C3A-C240D936C862}"/>
                </a:ext>
              </a:extLst>
            </p:cNvPr>
            <p:cNvSpPr/>
            <p:nvPr userDrawn="1"/>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3" name="Rechthoek 122">
              <a:extLst>
                <a:ext uri="{FF2B5EF4-FFF2-40B4-BE49-F238E27FC236}">
                  <a16:creationId xmlns:a16="http://schemas.microsoft.com/office/drawing/2014/main" id="{E22EF1D9-5DE2-46B7-8523-CF79C32B2B0E}"/>
                </a:ext>
              </a:extLst>
            </p:cNvPr>
            <p:cNvSpPr/>
            <p:nvPr userDrawn="1"/>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4" name="Rechthoek 123">
              <a:extLst>
                <a:ext uri="{FF2B5EF4-FFF2-40B4-BE49-F238E27FC236}">
                  <a16:creationId xmlns:a16="http://schemas.microsoft.com/office/drawing/2014/main" id="{60762A57-F746-45D5-AB2E-7C3E0A5B738D}"/>
                </a:ext>
              </a:extLst>
            </p:cNvPr>
            <p:cNvSpPr/>
            <p:nvPr userDrawn="1"/>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5" name="Rechthoek 124">
              <a:extLst>
                <a:ext uri="{FF2B5EF4-FFF2-40B4-BE49-F238E27FC236}">
                  <a16:creationId xmlns:a16="http://schemas.microsoft.com/office/drawing/2014/main" id="{06642479-D5AA-4E24-BBAA-A46D252F4370}"/>
                </a:ext>
              </a:extLst>
            </p:cNvPr>
            <p:cNvSpPr/>
            <p:nvPr userDrawn="1"/>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6" name="Rechthoek 125">
              <a:extLst>
                <a:ext uri="{FF2B5EF4-FFF2-40B4-BE49-F238E27FC236}">
                  <a16:creationId xmlns:a16="http://schemas.microsoft.com/office/drawing/2014/main" id="{7294A249-E01B-4E00-A515-54145D369480}"/>
                </a:ext>
              </a:extLst>
            </p:cNvPr>
            <p:cNvSpPr/>
            <p:nvPr userDrawn="1"/>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7" name="Rechthoek 126">
              <a:extLst>
                <a:ext uri="{FF2B5EF4-FFF2-40B4-BE49-F238E27FC236}">
                  <a16:creationId xmlns:a16="http://schemas.microsoft.com/office/drawing/2014/main" id="{BA2047AF-40C4-4B43-9121-F09C177A4A20}"/>
                </a:ext>
              </a:extLst>
            </p:cNvPr>
            <p:cNvSpPr/>
            <p:nvPr userDrawn="1"/>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8" name="Rechthoek 127">
              <a:extLst>
                <a:ext uri="{FF2B5EF4-FFF2-40B4-BE49-F238E27FC236}">
                  <a16:creationId xmlns:a16="http://schemas.microsoft.com/office/drawing/2014/main" id="{76B98FFC-AD3C-49B2-93CA-C1725C19A20F}"/>
                </a:ext>
              </a:extLst>
            </p:cNvPr>
            <p:cNvSpPr/>
            <p:nvPr userDrawn="1"/>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9" name="Rechthoek 128">
              <a:extLst>
                <a:ext uri="{FF2B5EF4-FFF2-40B4-BE49-F238E27FC236}">
                  <a16:creationId xmlns:a16="http://schemas.microsoft.com/office/drawing/2014/main" id="{E1879D9E-3E63-4CC2-9AC7-425812A3F2C4}"/>
                </a:ext>
              </a:extLst>
            </p:cNvPr>
            <p:cNvSpPr/>
            <p:nvPr userDrawn="1"/>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0" name="Rechthoek 129">
              <a:extLst>
                <a:ext uri="{FF2B5EF4-FFF2-40B4-BE49-F238E27FC236}">
                  <a16:creationId xmlns:a16="http://schemas.microsoft.com/office/drawing/2014/main" id="{8342A221-D10B-423B-8906-5EBC48090A2E}"/>
                </a:ext>
              </a:extLst>
            </p:cNvPr>
            <p:cNvSpPr/>
            <p:nvPr userDrawn="1"/>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1" name="Rechthoek 130">
              <a:extLst>
                <a:ext uri="{FF2B5EF4-FFF2-40B4-BE49-F238E27FC236}">
                  <a16:creationId xmlns:a16="http://schemas.microsoft.com/office/drawing/2014/main" id="{35A57EB3-D6B5-4152-B14F-EF27E1349632}"/>
                </a:ext>
              </a:extLst>
            </p:cNvPr>
            <p:cNvSpPr/>
            <p:nvPr userDrawn="1"/>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2" name="Rechthoek 131">
              <a:extLst>
                <a:ext uri="{FF2B5EF4-FFF2-40B4-BE49-F238E27FC236}">
                  <a16:creationId xmlns:a16="http://schemas.microsoft.com/office/drawing/2014/main" id="{31F4458E-A63D-4437-8E19-A66C8BC5DFD9}"/>
                </a:ext>
              </a:extLst>
            </p:cNvPr>
            <p:cNvSpPr/>
            <p:nvPr userDrawn="1"/>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3" name="Rechthoek 132">
              <a:extLst>
                <a:ext uri="{FF2B5EF4-FFF2-40B4-BE49-F238E27FC236}">
                  <a16:creationId xmlns:a16="http://schemas.microsoft.com/office/drawing/2014/main" id="{823D3FFE-4462-459F-8BC9-876EB23D6C56}"/>
                </a:ext>
              </a:extLst>
            </p:cNvPr>
            <p:cNvSpPr/>
            <p:nvPr userDrawn="1"/>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4" name="Rechthoek 133">
              <a:extLst>
                <a:ext uri="{FF2B5EF4-FFF2-40B4-BE49-F238E27FC236}">
                  <a16:creationId xmlns:a16="http://schemas.microsoft.com/office/drawing/2014/main" id="{CFA305EC-68FF-4C4A-B709-979FB292811A}"/>
                </a:ext>
              </a:extLst>
            </p:cNvPr>
            <p:cNvSpPr/>
            <p:nvPr userDrawn="1"/>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5" name="Rechthoek 134">
              <a:extLst>
                <a:ext uri="{FF2B5EF4-FFF2-40B4-BE49-F238E27FC236}">
                  <a16:creationId xmlns:a16="http://schemas.microsoft.com/office/drawing/2014/main" id="{A0347432-8C21-4FC5-8C35-B1FD2EA749CB}"/>
                </a:ext>
              </a:extLst>
            </p:cNvPr>
            <p:cNvSpPr/>
            <p:nvPr userDrawn="1"/>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6" name="Rechthoek 135">
              <a:extLst>
                <a:ext uri="{FF2B5EF4-FFF2-40B4-BE49-F238E27FC236}">
                  <a16:creationId xmlns:a16="http://schemas.microsoft.com/office/drawing/2014/main" id="{7A7F8353-A1F1-4929-8555-E3CBFF711B9C}"/>
                </a:ext>
              </a:extLst>
            </p:cNvPr>
            <p:cNvSpPr/>
            <p:nvPr userDrawn="1"/>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7" name="Rechthoek 136">
              <a:extLst>
                <a:ext uri="{FF2B5EF4-FFF2-40B4-BE49-F238E27FC236}">
                  <a16:creationId xmlns:a16="http://schemas.microsoft.com/office/drawing/2014/main" id="{FE868229-68BB-41A9-9ED5-28B124EF510A}"/>
                </a:ext>
              </a:extLst>
            </p:cNvPr>
            <p:cNvSpPr/>
            <p:nvPr userDrawn="1"/>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8" name="Rechthoek 137">
              <a:extLst>
                <a:ext uri="{FF2B5EF4-FFF2-40B4-BE49-F238E27FC236}">
                  <a16:creationId xmlns:a16="http://schemas.microsoft.com/office/drawing/2014/main" id="{FA1DEB70-AA07-4F8C-A32A-D1E0EB6B9063}"/>
                </a:ext>
              </a:extLst>
            </p:cNvPr>
            <p:cNvSpPr/>
            <p:nvPr userDrawn="1"/>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9" name="Rechthoek 138">
              <a:extLst>
                <a:ext uri="{FF2B5EF4-FFF2-40B4-BE49-F238E27FC236}">
                  <a16:creationId xmlns:a16="http://schemas.microsoft.com/office/drawing/2014/main" id="{CB899CC4-E72F-4DA6-BE2E-02A092FEA67A}"/>
                </a:ext>
              </a:extLst>
            </p:cNvPr>
            <p:cNvSpPr/>
            <p:nvPr userDrawn="1"/>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0" name="Rechthoek 139">
              <a:extLst>
                <a:ext uri="{FF2B5EF4-FFF2-40B4-BE49-F238E27FC236}">
                  <a16:creationId xmlns:a16="http://schemas.microsoft.com/office/drawing/2014/main" id="{E9F657BB-7594-4CE9-81AE-F174A5FCF7BF}"/>
                </a:ext>
              </a:extLst>
            </p:cNvPr>
            <p:cNvSpPr/>
            <p:nvPr userDrawn="1"/>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1" name="Rechthoek 140">
              <a:extLst>
                <a:ext uri="{FF2B5EF4-FFF2-40B4-BE49-F238E27FC236}">
                  <a16:creationId xmlns:a16="http://schemas.microsoft.com/office/drawing/2014/main" id="{DFC37973-9120-49B2-A7ED-15DCB112E254}"/>
                </a:ext>
              </a:extLst>
            </p:cNvPr>
            <p:cNvSpPr/>
            <p:nvPr userDrawn="1"/>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2" name="Rechthoek 141">
              <a:extLst>
                <a:ext uri="{FF2B5EF4-FFF2-40B4-BE49-F238E27FC236}">
                  <a16:creationId xmlns:a16="http://schemas.microsoft.com/office/drawing/2014/main" id="{C21B2490-2482-42A9-AD65-3EFCE801B505}"/>
                </a:ext>
              </a:extLst>
            </p:cNvPr>
            <p:cNvSpPr/>
            <p:nvPr userDrawn="1"/>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3" name="Rechthoek 142">
              <a:extLst>
                <a:ext uri="{FF2B5EF4-FFF2-40B4-BE49-F238E27FC236}">
                  <a16:creationId xmlns:a16="http://schemas.microsoft.com/office/drawing/2014/main" id="{1AD68A9B-287C-47FA-B23C-EF991C19345D}"/>
                </a:ext>
              </a:extLst>
            </p:cNvPr>
            <p:cNvSpPr/>
            <p:nvPr userDrawn="1"/>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4" name="Rechthoek 143">
              <a:extLst>
                <a:ext uri="{FF2B5EF4-FFF2-40B4-BE49-F238E27FC236}">
                  <a16:creationId xmlns:a16="http://schemas.microsoft.com/office/drawing/2014/main" id="{E13DC975-77A9-49F1-840F-60F7F64AA0AE}"/>
                </a:ext>
              </a:extLst>
            </p:cNvPr>
            <p:cNvSpPr/>
            <p:nvPr userDrawn="1"/>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5" name="Rechthoek 144">
              <a:extLst>
                <a:ext uri="{FF2B5EF4-FFF2-40B4-BE49-F238E27FC236}">
                  <a16:creationId xmlns:a16="http://schemas.microsoft.com/office/drawing/2014/main" id="{1F4C024A-51DC-4F32-8C8D-B2E1662EBABC}"/>
                </a:ext>
              </a:extLst>
            </p:cNvPr>
            <p:cNvSpPr/>
            <p:nvPr userDrawn="1"/>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6" name="Rechthoek 145">
              <a:extLst>
                <a:ext uri="{FF2B5EF4-FFF2-40B4-BE49-F238E27FC236}">
                  <a16:creationId xmlns:a16="http://schemas.microsoft.com/office/drawing/2014/main" id="{7E3E9670-3B8B-4A3E-BBC8-148C50E521E5}"/>
                </a:ext>
              </a:extLst>
            </p:cNvPr>
            <p:cNvSpPr/>
            <p:nvPr userDrawn="1"/>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7" name="Rechthoek 146">
              <a:extLst>
                <a:ext uri="{FF2B5EF4-FFF2-40B4-BE49-F238E27FC236}">
                  <a16:creationId xmlns:a16="http://schemas.microsoft.com/office/drawing/2014/main" id="{0D625E2E-D09E-4433-8635-54FE2B610D71}"/>
                </a:ext>
              </a:extLst>
            </p:cNvPr>
            <p:cNvSpPr/>
            <p:nvPr userDrawn="1"/>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8" name="Rechthoek 147">
              <a:extLst>
                <a:ext uri="{FF2B5EF4-FFF2-40B4-BE49-F238E27FC236}">
                  <a16:creationId xmlns:a16="http://schemas.microsoft.com/office/drawing/2014/main" id="{4D0CF8CE-893C-4FC4-A604-1E1E339B55E0}"/>
                </a:ext>
              </a:extLst>
            </p:cNvPr>
            <p:cNvSpPr/>
            <p:nvPr userDrawn="1"/>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9" name="Rechthoek 148">
              <a:extLst>
                <a:ext uri="{FF2B5EF4-FFF2-40B4-BE49-F238E27FC236}">
                  <a16:creationId xmlns:a16="http://schemas.microsoft.com/office/drawing/2014/main" id="{AA4F597F-E463-4268-91FE-0A240CFB670C}"/>
                </a:ext>
              </a:extLst>
            </p:cNvPr>
            <p:cNvSpPr/>
            <p:nvPr userDrawn="1"/>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0" name="Rechthoek 149">
              <a:extLst>
                <a:ext uri="{FF2B5EF4-FFF2-40B4-BE49-F238E27FC236}">
                  <a16:creationId xmlns:a16="http://schemas.microsoft.com/office/drawing/2014/main" id="{322D01B1-CED0-4098-A701-3BF8B51E38E6}"/>
                </a:ext>
              </a:extLst>
            </p:cNvPr>
            <p:cNvSpPr/>
            <p:nvPr userDrawn="1"/>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1" name="Rechthoek 150">
              <a:extLst>
                <a:ext uri="{FF2B5EF4-FFF2-40B4-BE49-F238E27FC236}">
                  <a16:creationId xmlns:a16="http://schemas.microsoft.com/office/drawing/2014/main" id="{9B29E19F-617C-43B4-81CB-8EEF9BCF4A1D}"/>
                </a:ext>
              </a:extLst>
            </p:cNvPr>
            <p:cNvSpPr/>
            <p:nvPr userDrawn="1"/>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dirty="0"/>
            </a:p>
          </p:txBody>
        </p:sp>
      </p:grpSp>
      <p:grpSp>
        <p:nvGrpSpPr>
          <p:cNvPr id="168" name="Graphic 6" hidden="1">
            <a:extLst>
              <a:ext uri="{FF2B5EF4-FFF2-40B4-BE49-F238E27FC236}">
                <a16:creationId xmlns:a16="http://schemas.microsoft.com/office/drawing/2014/main" id="{8A0AAF7F-DD0F-4CB1-A1B2-505FC4BCCC2B}"/>
              </a:ext>
            </a:extLst>
          </p:cNvPr>
          <p:cNvGrpSpPr/>
          <p:nvPr userDrawn="1"/>
        </p:nvGrpSpPr>
        <p:grpSpPr>
          <a:xfrm>
            <a:off x="-7144" y="-7144"/>
            <a:ext cx="18297525" cy="10296525"/>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grpSp>
      <p:pic>
        <p:nvPicPr>
          <p:cNvPr id="315" name="Afbeelding 314">
            <a:extLst>
              <a:ext uri="{FF2B5EF4-FFF2-40B4-BE49-F238E27FC236}">
                <a16:creationId xmlns:a16="http://schemas.microsoft.com/office/drawing/2014/main" id="{3BF46849-40DA-4360-9135-DC7B3200D2D2}"/>
              </a:ext>
            </a:extLst>
          </p:cNvPr>
          <p:cNvPicPr>
            <a:picLocks noChangeAspect="1"/>
          </p:cNvPicPr>
          <p:nvPr userDrawn="1"/>
        </p:nvPicPr>
        <p:blipFill>
          <a:blip r:embed="rId28">
            <a:extLst>
              <a:ext uri="{28A0092B-C50C-407E-A947-70E740481C1C}">
                <a14:useLocalDpi xmlns:a14="http://schemas.microsoft.com/office/drawing/2010/main" val="0"/>
              </a:ext>
            </a:extLst>
          </a:blip>
          <a:stretch>
            <a:fillRect/>
          </a:stretch>
        </p:blipFill>
        <p:spPr>
          <a:xfrm>
            <a:off x="15988887" y="9145588"/>
            <a:ext cx="1841761" cy="943903"/>
          </a:xfrm>
          <a:prstGeom prst="rect">
            <a:avLst/>
          </a:prstGeom>
        </p:spPr>
      </p:pic>
    </p:spTree>
    <p:extLst>
      <p:ext uri="{BB962C8B-B14F-4D97-AF65-F5344CB8AC3E}">
        <p14:creationId xmlns:p14="http://schemas.microsoft.com/office/powerpoint/2010/main" val="2587856834"/>
      </p:ext>
    </p:extLst>
  </p:cSld>
  <p:clrMap bg1="lt1" tx1="dk1" bg2="lt2" tx2="dk2" accent1="accent1" accent2="accent2" accent3="accent3" accent4="accent4" accent5="accent5" accent6="accent6" hlink="hlink" folHlink="folHlink"/>
  <p:sldLayoutIdLst>
    <p:sldLayoutId id="2147483707" r:id="rId1"/>
    <p:sldLayoutId id="2147483673" r:id="rId2"/>
    <p:sldLayoutId id="2147483686" r:id="rId3"/>
    <p:sldLayoutId id="2147483708" r:id="rId4"/>
    <p:sldLayoutId id="2147483709" r:id="rId5"/>
    <p:sldLayoutId id="2147483684" r:id="rId6"/>
    <p:sldLayoutId id="2147483696" r:id="rId7"/>
    <p:sldLayoutId id="2147483688" r:id="rId8"/>
    <p:sldLayoutId id="2147483706" r:id="rId9"/>
    <p:sldLayoutId id="2147483697" r:id="rId10"/>
    <p:sldLayoutId id="2147483703" r:id="rId11"/>
    <p:sldLayoutId id="2147483687" r:id="rId12"/>
    <p:sldLayoutId id="2147483702" r:id="rId13"/>
    <p:sldLayoutId id="2147483693" r:id="rId14"/>
    <p:sldLayoutId id="2147483705" r:id="rId15"/>
    <p:sldLayoutId id="2147483698" r:id="rId16"/>
    <p:sldLayoutId id="2147483694" r:id="rId17"/>
    <p:sldLayoutId id="2147483699" r:id="rId18"/>
    <p:sldLayoutId id="2147483695" r:id="rId19"/>
    <p:sldLayoutId id="2147483700" r:id="rId20"/>
    <p:sldLayoutId id="2147483691" r:id="rId21"/>
    <p:sldLayoutId id="2147483704" r:id="rId22"/>
    <p:sldLayoutId id="2147483689" r:id="rId23"/>
    <p:sldLayoutId id="2147483692" r:id="rId24"/>
    <p:sldLayoutId id="2147483685" r:id="rId25"/>
    <p:sldLayoutId id="2147483764" r:id="rId26"/>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userDrawn="1">
          <p15:clr>
            <a:srgbClr val="5ACBF0"/>
          </p15:clr>
        </p15:guide>
        <p15:guide id="2" pos="11094" userDrawn="1">
          <p15:clr>
            <a:srgbClr val="5ACBF0"/>
          </p15:clr>
        </p15:guide>
        <p15:guide id="3" pos="5877" userDrawn="1">
          <p15:clr>
            <a:srgbClr val="5ACBF0"/>
          </p15:clr>
        </p15:guide>
        <p15:guide id="4" orient="horz" pos="1475" userDrawn="1">
          <p15:clr>
            <a:srgbClr val="5ACBF0"/>
          </p15:clr>
        </p15:guide>
        <p15:guide id="5" orient="horz" pos="5327" userDrawn="1">
          <p15:clr>
            <a:srgbClr val="5ACBF0"/>
          </p15:clr>
        </p15:guide>
        <p15:guide id="6" orient="horz" pos="5765" userDrawn="1">
          <p15:clr>
            <a:srgbClr val="5ACBF0"/>
          </p15:clr>
        </p15:guide>
        <p15:guide id="7" orient="horz" pos="1037" userDrawn="1">
          <p15:clr>
            <a:srgbClr val="5ACBF0"/>
          </p15:clr>
        </p15:guide>
        <p15:guide id="8" orient="horz" pos="3392"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6" name="balk onderaan">
            <a:extLst>
              <a:ext uri="{FF2B5EF4-FFF2-40B4-BE49-F238E27FC236}">
                <a16:creationId xmlns:a16="http://schemas.microsoft.com/office/drawing/2014/main" id="{FDF2FF41-9D14-4CCF-A57E-BD51DB27A649}"/>
              </a:ext>
            </a:extLst>
          </p:cNvPr>
          <p:cNvSpPr/>
          <p:nvPr userDrawn="1"/>
        </p:nvSpPr>
        <p:spPr>
          <a:xfrm>
            <a:off x="-7144" y="9305925"/>
            <a:ext cx="15988888" cy="548480"/>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GB" noProof="0"/>
              <a:t>Klik om stijl te bewerken</a:t>
            </a:r>
          </a:p>
        </p:txBody>
      </p:sp>
      <p:sp>
        <p:nvSpPr>
          <p:cNvPr id="3" name="Text Placeholder 2"/>
          <p:cNvSpPr>
            <a:spLocks noGrp="1"/>
          </p:cNvSpPr>
          <p:nvPr>
            <p:ph type="body" idx="1"/>
          </p:nvPr>
        </p:nvSpPr>
        <p:spPr>
          <a:xfrm>
            <a:off x="1047749" y="2337516"/>
            <a:ext cx="15773400" cy="6527007"/>
          </a:xfrm>
          <a:prstGeom prst="rect">
            <a:avLst/>
          </a:prstGeom>
        </p:spPr>
        <p:txBody>
          <a:bodyPr vert="horz" lIns="91440" tIns="45720" rIns="91440" bIns="45720" rtlCol="0">
            <a:noAutofit/>
          </a:body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4" name="Date Placeholder 3"/>
          <p:cNvSpPr>
            <a:spLocks noGrp="1"/>
          </p:cNvSpPr>
          <p:nvPr>
            <p:ph type="dt" sz="half" idx="2"/>
          </p:nvPr>
        </p:nvSpPr>
        <p:spPr>
          <a:xfrm>
            <a:off x="1057275" y="9306717"/>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825734C5-1173-462E-B28E-7AD899D667D3}" type="datetime1">
              <a:rPr lang="nl-BE" smtClean="0"/>
              <a:t>6/10/2025</a:t>
            </a:fld>
            <a:endParaRPr lang="nl-BE"/>
          </a:p>
        </p:txBody>
      </p:sp>
      <p:sp>
        <p:nvSpPr>
          <p:cNvPr id="5" name="Footer Placeholder 4"/>
          <p:cNvSpPr>
            <a:spLocks noGrp="1"/>
          </p:cNvSpPr>
          <p:nvPr>
            <p:ph type="ftr" sz="quarter" idx="3"/>
          </p:nvPr>
        </p:nvSpPr>
        <p:spPr>
          <a:xfrm>
            <a:off x="5729289" y="9306717"/>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nl-BE"/>
              <a:t>PRI - Web API</a:t>
            </a:r>
            <a:endParaRPr lang="nl-BE" dirty="0"/>
          </a:p>
        </p:txBody>
      </p:sp>
      <p:sp>
        <p:nvSpPr>
          <p:cNvPr id="6" name="Slide Number Placeholder 5"/>
          <p:cNvSpPr>
            <a:spLocks noGrp="1"/>
          </p:cNvSpPr>
          <p:nvPr>
            <p:ph type="sldNum" sz="quarter" idx="4"/>
          </p:nvPr>
        </p:nvSpPr>
        <p:spPr>
          <a:xfrm>
            <a:off x="11901489" y="9306717"/>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7527A74-2D87-4307-9531-5A57D9647EEB}" type="slidenum">
              <a:rPr lang="nl-BE" smtClean="0"/>
              <a:t>‹#›</a:t>
            </a:fld>
            <a:endParaRPr lang="nl-BE"/>
          </a:p>
        </p:txBody>
      </p:sp>
      <p:grpSp>
        <p:nvGrpSpPr>
          <p:cNvPr id="152" name="Groep 151" hidden="1">
            <a:extLst>
              <a:ext uri="{FF2B5EF4-FFF2-40B4-BE49-F238E27FC236}">
                <a16:creationId xmlns:a16="http://schemas.microsoft.com/office/drawing/2014/main" id="{96D591AC-52D8-450B-929B-963FCE587E09}"/>
              </a:ext>
            </a:extLst>
          </p:cNvPr>
          <p:cNvGrpSpPr/>
          <p:nvPr userDrawn="1"/>
        </p:nvGrpSpPr>
        <p:grpSpPr>
          <a:xfrm>
            <a:off x="9527" y="947736"/>
            <a:ext cx="17611724" cy="8907104"/>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userDrawn="1"/>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 name="Rechthoek 7">
              <a:extLst>
                <a:ext uri="{FF2B5EF4-FFF2-40B4-BE49-F238E27FC236}">
                  <a16:creationId xmlns:a16="http://schemas.microsoft.com/office/drawing/2014/main" id="{0013E965-4C91-4629-BCBA-309E276519D8}"/>
                </a:ext>
              </a:extLst>
            </p:cNvPr>
            <p:cNvSpPr/>
            <p:nvPr userDrawn="1"/>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 name="Rechthoek 8">
              <a:extLst>
                <a:ext uri="{FF2B5EF4-FFF2-40B4-BE49-F238E27FC236}">
                  <a16:creationId xmlns:a16="http://schemas.microsoft.com/office/drawing/2014/main" id="{047CC3E9-FE23-40FA-9105-06386A47988D}"/>
                </a:ext>
              </a:extLst>
            </p:cNvPr>
            <p:cNvSpPr/>
            <p:nvPr userDrawn="1"/>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 name="Rechthoek 9">
              <a:extLst>
                <a:ext uri="{FF2B5EF4-FFF2-40B4-BE49-F238E27FC236}">
                  <a16:creationId xmlns:a16="http://schemas.microsoft.com/office/drawing/2014/main" id="{704AFB39-29E5-466B-8080-603EA16E9769}"/>
                </a:ext>
              </a:extLst>
            </p:cNvPr>
            <p:cNvSpPr/>
            <p:nvPr userDrawn="1"/>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 name="Rechthoek 10">
              <a:extLst>
                <a:ext uri="{FF2B5EF4-FFF2-40B4-BE49-F238E27FC236}">
                  <a16:creationId xmlns:a16="http://schemas.microsoft.com/office/drawing/2014/main" id="{DE95F01D-AC89-4487-8D71-820D19C2A798}"/>
                </a:ext>
              </a:extLst>
            </p:cNvPr>
            <p:cNvSpPr/>
            <p:nvPr userDrawn="1"/>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 name="Rechthoek 11">
              <a:extLst>
                <a:ext uri="{FF2B5EF4-FFF2-40B4-BE49-F238E27FC236}">
                  <a16:creationId xmlns:a16="http://schemas.microsoft.com/office/drawing/2014/main" id="{8EE87473-DF20-454E-956D-868992DD95E3}"/>
                </a:ext>
              </a:extLst>
            </p:cNvPr>
            <p:cNvSpPr/>
            <p:nvPr userDrawn="1"/>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 name="Rechthoek 12">
              <a:extLst>
                <a:ext uri="{FF2B5EF4-FFF2-40B4-BE49-F238E27FC236}">
                  <a16:creationId xmlns:a16="http://schemas.microsoft.com/office/drawing/2014/main" id="{874F403E-C1C5-49A1-AB1E-D952ECD1A3C0}"/>
                </a:ext>
              </a:extLst>
            </p:cNvPr>
            <p:cNvSpPr/>
            <p:nvPr userDrawn="1"/>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 name="Rechthoek 13">
              <a:extLst>
                <a:ext uri="{FF2B5EF4-FFF2-40B4-BE49-F238E27FC236}">
                  <a16:creationId xmlns:a16="http://schemas.microsoft.com/office/drawing/2014/main" id="{C9E884AD-0FEF-4BD2-A998-8599C8373C3C}"/>
                </a:ext>
              </a:extLst>
            </p:cNvPr>
            <p:cNvSpPr/>
            <p:nvPr userDrawn="1"/>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 name="Rechthoek 14">
              <a:extLst>
                <a:ext uri="{FF2B5EF4-FFF2-40B4-BE49-F238E27FC236}">
                  <a16:creationId xmlns:a16="http://schemas.microsoft.com/office/drawing/2014/main" id="{D256C055-1080-43A4-B77B-BE6AF35B62D4}"/>
                </a:ext>
              </a:extLst>
            </p:cNvPr>
            <p:cNvSpPr/>
            <p:nvPr userDrawn="1"/>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6" name="Rechthoek 15">
              <a:extLst>
                <a:ext uri="{FF2B5EF4-FFF2-40B4-BE49-F238E27FC236}">
                  <a16:creationId xmlns:a16="http://schemas.microsoft.com/office/drawing/2014/main" id="{49150C84-EC4E-49DC-A50B-8CB65A5B4E38}"/>
                </a:ext>
              </a:extLst>
            </p:cNvPr>
            <p:cNvSpPr/>
            <p:nvPr userDrawn="1"/>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7" name="Rechthoek 16">
              <a:extLst>
                <a:ext uri="{FF2B5EF4-FFF2-40B4-BE49-F238E27FC236}">
                  <a16:creationId xmlns:a16="http://schemas.microsoft.com/office/drawing/2014/main" id="{768696D7-C9AD-4261-951F-6EEC883DEF55}"/>
                </a:ext>
              </a:extLst>
            </p:cNvPr>
            <p:cNvSpPr/>
            <p:nvPr userDrawn="1"/>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8" name="Rechthoek 17">
              <a:extLst>
                <a:ext uri="{FF2B5EF4-FFF2-40B4-BE49-F238E27FC236}">
                  <a16:creationId xmlns:a16="http://schemas.microsoft.com/office/drawing/2014/main" id="{4F32DDC9-5209-4AF1-94DC-0436FEBA7E19}"/>
                </a:ext>
              </a:extLst>
            </p:cNvPr>
            <p:cNvSpPr/>
            <p:nvPr userDrawn="1"/>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9" name="Rechthoek 18">
              <a:extLst>
                <a:ext uri="{FF2B5EF4-FFF2-40B4-BE49-F238E27FC236}">
                  <a16:creationId xmlns:a16="http://schemas.microsoft.com/office/drawing/2014/main" id="{FE41BF45-0904-4462-9B83-6771D719E1DC}"/>
                </a:ext>
              </a:extLst>
            </p:cNvPr>
            <p:cNvSpPr/>
            <p:nvPr userDrawn="1"/>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0" name="Rechthoek 19">
              <a:extLst>
                <a:ext uri="{FF2B5EF4-FFF2-40B4-BE49-F238E27FC236}">
                  <a16:creationId xmlns:a16="http://schemas.microsoft.com/office/drawing/2014/main" id="{E6E4105E-EDE3-4A6A-9137-9B893F07821C}"/>
                </a:ext>
              </a:extLst>
            </p:cNvPr>
            <p:cNvSpPr/>
            <p:nvPr userDrawn="1"/>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1" name="Rechthoek 20">
              <a:extLst>
                <a:ext uri="{FF2B5EF4-FFF2-40B4-BE49-F238E27FC236}">
                  <a16:creationId xmlns:a16="http://schemas.microsoft.com/office/drawing/2014/main" id="{18BD591C-60CB-40FE-A88E-508FADBCFFE2}"/>
                </a:ext>
              </a:extLst>
            </p:cNvPr>
            <p:cNvSpPr/>
            <p:nvPr userDrawn="1"/>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2" name="Rechthoek 21">
              <a:extLst>
                <a:ext uri="{FF2B5EF4-FFF2-40B4-BE49-F238E27FC236}">
                  <a16:creationId xmlns:a16="http://schemas.microsoft.com/office/drawing/2014/main" id="{65DAAF1A-E757-47AD-BBA1-2678A21A485D}"/>
                </a:ext>
              </a:extLst>
            </p:cNvPr>
            <p:cNvSpPr/>
            <p:nvPr userDrawn="1"/>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3" name="Rechthoek 22">
              <a:extLst>
                <a:ext uri="{FF2B5EF4-FFF2-40B4-BE49-F238E27FC236}">
                  <a16:creationId xmlns:a16="http://schemas.microsoft.com/office/drawing/2014/main" id="{870D86A4-B151-4487-8A41-8610F56D0D9E}"/>
                </a:ext>
              </a:extLst>
            </p:cNvPr>
            <p:cNvSpPr/>
            <p:nvPr userDrawn="1"/>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4" name="Rechthoek 23">
              <a:extLst>
                <a:ext uri="{FF2B5EF4-FFF2-40B4-BE49-F238E27FC236}">
                  <a16:creationId xmlns:a16="http://schemas.microsoft.com/office/drawing/2014/main" id="{C4A5E95D-002F-40B3-A01A-A1CD9A8BD77A}"/>
                </a:ext>
              </a:extLst>
            </p:cNvPr>
            <p:cNvSpPr/>
            <p:nvPr userDrawn="1"/>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5" name="Rechthoek 24">
              <a:extLst>
                <a:ext uri="{FF2B5EF4-FFF2-40B4-BE49-F238E27FC236}">
                  <a16:creationId xmlns:a16="http://schemas.microsoft.com/office/drawing/2014/main" id="{DD99907A-EAED-43E6-A032-99E0A25FD405}"/>
                </a:ext>
              </a:extLst>
            </p:cNvPr>
            <p:cNvSpPr/>
            <p:nvPr userDrawn="1"/>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6" name="Rechthoek 25">
              <a:extLst>
                <a:ext uri="{FF2B5EF4-FFF2-40B4-BE49-F238E27FC236}">
                  <a16:creationId xmlns:a16="http://schemas.microsoft.com/office/drawing/2014/main" id="{AAAA5CBA-E6E7-402A-9803-6AB0B60E3008}"/>
                </a:ext>
              </a:extLst>
            </p:cNvPr>
            <p:cNvSpPr/>
            <p:nvPr userDrawn="1"/>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7" name="Rechthoek 26">
              <a:extLst>
                <a:ext uri="{FF2B5EF4-FFF2-40B4-BE49-F238E27FC236}">
                  <a16:creationId xmlns:a16="http://schemas.microsoft.com/office/drawing/2014/main" id="{70C87857-C1F4-4A6A-86EC-D9ABAD3EECFF}"/>
                </a:ext>
              </a:extLst>
            </p:cNvPr>
            <p:cNvSpPr/>
            <p:nvPr userDrawn="1"/>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8" name="Rechthoek 27">
              <a:extLst>
                <a:ext uri="{FF2B5EF4-FFF2-40B4-BE49-F238E27FC236}">
                  <a16:creationId xmlns:a16="http://schemas.microsoft.com/office/drawing/2014/main" id="{6AE32341-9677-4F5F-BC1E-F5B8066C8E55}"/>
                </a:ext>
              </a:extLst>
            </p:cNvPr>
            <p:cNvSpPr/>
            <p:nvPr userDrawn="1"/>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9" name="Rechthoek 28">
              <a:extLst>
                <a:ext uri="{FF2B5EF4-FFF2-40B4-BE49-F238E27FC236}">
                  <a16:creationId xmlns:a16="http://schemas.microsoft.com/office/drawing/2014/main" id="{790AE487-B602-4996-9005-2FB1EF049A62}"/>
                </a:ext>
              </a:extLst>
            </p:cNvPr>
            <p:cNvSpPr/>
            <p:nvPr userDrawn="1"/>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0" name="Rechthoek 29">
              <a:extLst>
                <a:ext uri="{FF2B5EF4-FFF2-40B4-BE49-F238E27FC236}">
                  <a16:creationId xmlns:a16="http://schemas.microsoft.com/office/drawing/2014/main" id="{A6FCA990-CADB-496F-A578-80BBCEC57B2B}"/>
                </a:ext>
              </a:extLst>
            </p:cNvPr>
            <p:cNvSpPr/>
            <p:nvPr userDrawn="1"/>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1" name="Rechthoek 30">
              <a:extLst>
                <a:ext uri="{FF2B5EF4-FFF2-40B4-BE49-F238E27FC236}">
                  <a16:creationId xmlns:a16="http://schemas.microsoft.com/office/drawing/2014/main" id="{480F65BC-7188-441F-8BC1-7B3F9F29B66F}"/>
                </a:ext>
              </a:extLst>
            </p:cNvPr>
            <p:cNvSpPr/>
            <p:nvPr userDrawn="1"/>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2" name="Rechthoek 31">
              <a:extLst>
                <a:ext uri="{FF2B5EF4-FFF2-40B4-BE49-F238E27FC236}">
                  <a16:creationId xmlns:a16="http://schemas.microsoft.com/office/drawing/2014/main" id="{9BFD8BBE-5047-424E-871B-1B15C1DF2259}"/>
                </a:ext>
              </a:extLst>
            </p:cNvPr>
            <p:cNvSpPr/>
            <p:nvPr userDrawn="1"/>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3" name="Rechthoek 32">
              <a:extLst>
                <a:ext uri="{FF2B5EF4-FFF2-40B4-BE49-F238E27FC236}">
                  <a16:creationId xmlns:a16="http://schemas.microsoft.com/office/drawing/2014/main" id="{F01F39E3-9401-4551-8EC1-959531EAEBB0}"/>
                </a:ext>
              </a:extLst>
            </p:cNvPr>
            <p:cNvSpPr/>
            <p:nvPr userDrawn="1"/>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4" name="Rechthoek 33">
              <a:extLst>
                <a:ext uri="{FF2B5EF4-FFF2-40B4-BE49-F238E27FC236}">
                  <a16:creationId xmlns:a16="http://schemas.microsoft.com/office/drawing/2014/main" id="{4638604A-5A5B-4EB0-84D7-3A112C38892D}"/>
                </a:ext>
              </a:extLst>
            </p:cNvPr>
            <p:cNvSpPr/>
            <p:nvPr userDrawn="1"/>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5" name="Rechthoek 34">
              <a:extLst>
                <a:ext uri="{FF2B5EF4-FFF2-40B4-BE49-F238E27FC236}">
                  <a16:creationId xmlns:a16="http://schemas.microsoft.com/office/drawing/2014/main" id="{90136574-DDF6-4FC5-BB12-2DBB04FF5282}"/>
                </a:ext>
              </a:extLst>
            </p:cNvPr>
            <p:cNvSpPr/>
            <p:nvPr userDrawn="1"/>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6" name="Rechthoek 35">
              <a:extLst>
                <a:ext uri="{FF2B5EF4-FFF2-40B4-BE49-F238E27FC236}">
                  <a16:creationId xmlns:a16="http://schemas.microsoft.com/office/drawing/2014/main" id="{C67C375E-8DB6-4F8F-AF37-1735B105F4E9}"/>
                </a:ext>
              </a:extLst>
            </p:cNvPr>
            <p:cNvSpPr/>
            <p:nvPr userDrawn="1"/>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7" name="Rechthoek 36">
              <a:extLst>
                <a:ext uri="{FF2B5EF4-FFF2-40B4-BE49-F238E27FC236}">
                  <a16:creationId xmlns:a16="http://schemas.microsoft.com/office/drawing/2014/main" id="{1F96FF38-CB0F-4E39-9E6C-BC93D6A770E7}"/>
                </a:ext>
              </a:extLst>
            </p:cNvPr>
            <p:cNvSpPr/>
            <p:nvPr userDrawn="1"/>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8" name="Rechthoek 37">
              <a:extLst>
                <a:ext uri="{FF2B5EF4-FFF2-40B4-BE49-F238E27FC236}">
                  <a16:creationId xmlns:a16="http://schemas.microsoft.com/office/drawing/2014/main" id="{DDA93778-B0C3-4B91-A932-441F99F61D4F}"/>
                </a:ext>
              </a:extLst>
            </p:cNvPr>
            <p:cNvSpPr/>
            <p:nvPr userDrawn="1"/>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9" name="Rechthoek 38">
              <a:extLst>
                <a:ext uri="{FF2B5EF4-FFF2-40B4-BE49-F238E27FC236}">
                  <a16:creationId xmlns:a16="http://schemas.microsoft.com/office/drawing/2014/main" id="{B634EDDC-A20B-4948-835C-49AEA4EE3351}"/>
                </a:ext>
              </a:extLst>
            </p:cNvPr>
            <p:cNvSpPr/>
            <p:nvPr userDrawn="1"/>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0" name="Rechthoek 39">
              <a:extLst>
                <a:ext uri="{FF2B5EF4-FFF2-40B4-BE49-F238E27FC236}">
                  <a16:creationId xmlns:a16="http://schemas.microsoft.com/office/drawing/2014/main" id="{53471B16-7ED3-4C2F-957C-190CE4E1F4F6}"/>
                </a:ext>
              </a:extLst>
            </p:cNvPr>
            <p:cNvSpPr/>
            <p:nvPr userDrawn="1"/>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1" name="Rechthoek 40">
              <a:extLst>
                <a:ext uri="{FF2B5EF4-FFF2-40B4-BE49-F238E27FC236}">
                  <a16:creationId xmlns:a16="http://schemas.microsoft.com/office/drawing/2014/main" id="{31636679-E456-4F98-BA01-79E337BD37A1}"/>
                </a:ext>
              </a:extLst>
            </p:cNvPr>
            <p:cNvSpPr/>
            <p:nvPr userDrawn="1"/>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2" name="Rechthoek 41">
              <a:extLst>
                <a:ext uri="{FF2B5EF4-FFF2-40B4-BE49-F238E27FC236}">
                  <a16:creationId xmlns:a16="http://schemas.microsoft.com/office/drawing/2014/main" id="{3E33FF96-84EB-414F-ABCD-14B9B2717855}"/>
                </a:ext>
              </a:extLst>
            </p:cNvPr>
            <p:cNvSpPr/>
            <p:nvPr userDrawn="1"/>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3" name="Rechthoek 42">
              <a:extLst>
                <a:ext uri="{FF2B5EF4-FFF2-40B4-BE49-F238E27FC236}">
                  <a16:creationId xmlns:a16="http://schemas.microsoft.com/office/drawing/2014/main" id="{B191276C-BEAD-496C-9003-D656D32B3B9C}"/>
                </a:ext>
              </a:extLst>
            </p:cNvPr>
            <p:cNvSpPr/>
            <p:nvPr userDrawn="1"/>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4" name="Rechthoek 43">
              <a:extLst>
                <a:ext uri="{FF2B5EF4-FFF2-40B4-BE49-F238E27FC236}">
                  <a16:creationId xmlns:a16="http://schemas.microsoft.com/office/drawing/2014/main" id="{5B8EF463-5AD6-4FCF-899E-72D7EE4833EE}"/>
                </a:ext>
              </a:extLst>
            </p:cNvPr>
            <p:cNvSpPr/>
            <p:nvPr userDrawn="1"/>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5" name="Rechthoek 44">
              <a:extLst>
                <a:ext uri="{FF2B5EF4-FFF2-40B4-BE49-F238E27FC236}">
                  <a16:creationId xmlns:a16="http://schemas.microsoft.com/office/drawing/2014/main" id="{3D4E124A-0400-4917-AC56-18310ADEEB89}"/>
                </a:ext>
              </a:extLst>
            </p:cNvPr>
            <p:cNvSpPr/>
            <p:nvPr userDrawn="1"/>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6" name="Rechthoek 45">
              <a:extLst>
                <a:ext uri="{FF2B5EF4-FFF2-40B4-BE49-F238E27FC236}">
                  <a16:creationId xmlns:a16="http://schemas.microsoft.com/office/drawing/2014/main" id="{D181E518-CEB9-4311-9137-8DB98177815F}"/>
                </a:ext>
              </a:extLst>
            </p:cNvPr>
            <p:cNvSpPr/>
            <p:nvPr userDrawn="1"/>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7" name="Rechthoek 46">
              <a:extLst>
                <a:ext uri="{FF2B5EF4-FFF2-40B4-BE49-F238E27FC236}">
                  <a16:creationId xmlns:a16="http://schemas.microsoft.com/office/drawing/2014/main" id="{39163085-7926-4628-AD5A-152BB33B0DA8}"/>
                </a:ext>
              </a:extLst>
            </p:cNvPr>
            <p:cNvSpPr/>
            <p:nvPr userDrawn="1"/>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8" name="Rechthoek 47">
              <a:extLst>
                <a:ext uri="{FF2B5EF4-FFF2-40B4-BE49-F238E27FC236}">
                  <a16:creationId xmlns:a16="http://schemas.microsoft.com/office/drawing/2014/main" id="{83734956-20CD-44A5-8156-18D16B078947}"/>
                </a:ext>
              </a:extLst>
            </p:cNvPr>
            <p:cNvSpPr/>
            <p:nvPr userDrawn="1"/>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9" name="Rechthoek 48">
              <a:extLst>
                <a:ext uri="{FF2B5EF4-FFF2-40B4-BE49-F238E27FC236}">
                  <a16:creationId xmlns:a16="http://schemas.microsoft.com/office/drawing/2014/main" id="{C2BD56DB-A479-4659-B8A8-FA8BD2A15593}"/>
                </a:ext>
              </a:extLst>
            </p:cNvPr>
            <p:cNvSpPr/>
            <p:nvPr userDrawn="1"/>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0" name="Rechthoek 49">
              <a:extLst>
                <a:ext uri="{FF2B5EF4-FFF2-40B4-BE49-F238E27FC236}">
                  <a16:creationId xmlns:a16="http://schemas.microsoft.com/office/drawing/2014/main" id="{3570E184-A710-447B-B9FF-99262392D498}"/>
                </a:ext>
              </a:extLst>
            </p:cNvPr>
            <p:cNvSpPr/>
            <p:nvPr userDrawn="1"/>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1" name="Rechthoek 50">
              <a:extLst>
                <a:ext uri="{FF2B5EF4-FFF2-40B4-BE49-F238E27FC236}">
                  <a16:creationId xmlns:a16="http://schemas.microsoft.com/office/drawing/2014/main" id="{D8EA7E2F-4E27-416D-861C-0095FB49F4E9}"/>
                </a:ext>
              </a:extLst>
            </p:cNvPr>
            <p:cNvSpPr/>
            <p:nvPr userDrawn="1"/>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2" name="Rechthoek 51">
              <a:extLst>
                <a:ext uri="{FF2B5EF4-FFF2-40B4-BE49-F238E27FC236}">
                  <a16:creationId xmlns:a16="http://schemas.microsoft.com/office/drawing/2014/main" id="{8636855F-D700-443F-81B1-672D7072F301}"/>
                </a:ext>
              </a:extLst>
            </p:cNvPr>
            <p:cNvSpPr/>
            <p:nvPr userDrawn="1"/>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3" name="Rechthoek 52">
              <a:extLst>
                <a:ext uri="{FF2B5EF4-FFF2-40B4-BE49-F238E27FC236}">
                  <a16:creationId xmlns:a16="http://schemas.microsoft.com/office/drawing/2014/main" id="{3430E2ED-BDD5-4076-99CB-8E8C712E3C51}"/>
                </a:ext>
              </a:extLst>
            </p:cNvPr>
            <p:cNvSpPr/>
            <p:nvPr userDrawn="1"/>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4" name="Rechthoek 53">
              <a:extLst>
                <a:ext uri="{FF2B5EF4-FFF2-40B4-BE49-F238E27FC236}">
                  <a16:creationId xmlns:a16="http://schemas.microsoft.com/office/drawing/2014/main" id="{ADDC9361-C617-4A5A-AEB6-FE7BDBD7B991}"/>
                </a:ext>
              </a:extLst>
            </p:cNvPr>
            <p:cNvSpPr/>
            <p:nvPr userDrawn="1"/>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5" name="Rechthoek 54">
              <a:extLst>
                <a:ext uri="{FF2B5EF4-FFF2-40B4-BE49-F238E27FC236}">
                  <a16:creationId xmlns:a16="http://schemas.microsoft.com/office/drawing/2014/main" id="{AC9D498F-4155-4D2F-A335-5B49628AF8FE}"/>
                </a:ext>
              </a:extLst>
            </p:cNvPr>
            <p:cNvSpPr/>
            <p:nvPr userDrawn="1"/>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6" name="Rechthoek 55">
              <a:extLst>
                <a:ext uri="{FF2B5EF4-FFF2-40B4-BE49-F238E27FC236}">
                  <a16:creationId xmlns:a16="http://schemas.microsoft.com/office/drawing/2014/main" id="{337532BF-6611-4233-81B0-16C5A86A45A8}"/>
                </a:ext>
              </a:extLst>
            </p:cNvPr>
            <p:cNvSpPr/>
            <p:nvPr userDrawn="1"/>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7" name="Rechthoek 56">
              <a:extLst>
                <a:ext uri="{FF2B5EF4-FFF2-40B4-BE49-F238E27FC236}">
                  <a16:creationId xmlns:a16="http://schemas.microsoft.com/office/drawing/2014/main" id="{3D587D00-FBD4-4B34-8068-E8BA96801328}"/>
                </a:ext>
              </a:extLst>
            </p:cNvPr>
            <p:cNvSpPr/>
            <p:nvPr userDrawn="1"/>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8" name="Rechthoek 57">
              <a:extLst>
                <a:ext uri="{FF2B5EF4-FFF2-40B4-BE49-F238E27FC236}">
                  <a16:creationId xmlns:a16="http://schemas.microsoft.com/office/drawing/2014/main" id="{11859AA9-5C67-4644-866E-DE73D0965300}"/>
                </a:ext>
              </a:extLst>
            </p:cNvPr>
            <p:cNvSpPr/>
            <p:nvPr userDrawn="1"/>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9" name="Rechthoek 58">
              <a:extLst>
                <a:ext uri="{FF2B5EF4-FFF2-40B4-BE49-F238E27FC236}">
                  <a16:creationId xmlns:a16="http://schemas.microsoft.com/office/drawing/2014/main" id="{FB2791C2-6CA0-4D2D-9ADD-178F7FAD88E8}"/>
                </a:ext>
              </a:extLst>
            </p:cNvPr>
            <p:cNvSpPr/>
            <p:nvPr userDrawn="1"/>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0" name="Rechthoek 59">
              <a:extLst>
                <a:ext uri="{FF2B5EF4-FFF2-40B4-BE49-F238E27FC236}">
                  <a16:creationId xmlns:a16="http://schemas.microsoft.com/office/drawing/2014/main" id="{904D5CC7-402A-4753-95BF-839E3B97E4EF}"/>
                </a:ext>
              </a:extLst>
            </p:cNvPr>
            <p:cNvSpPr/>
            <p:nvPr userDrawn="1"/>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1" name="Rechthoek 60">
              <a:extLst>
                <a:ext uri="{FF2B5EF4-FFF2-40B4-BE49-F238E27FC236}">
                  <a16:creationId xmlns:a16="http://schemas.microsoft.com/office/drawing/2014/main" id="{92C59641-77C0-4A74-B949-DCD6A7821951}"/>
                </a:ext>
              </a:extLst>
            </p:cNvPr>
            <p:cNvSpPr/>
            <p:nvPr userDrawn="1"/>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2" name="Rechthoek 61">
              <a:extLst>
                <a:ext uri="{FF2B5EF4-FFF2-40B4-BE49-F238E27FC236}">
                  <a16:creationId xmlns:a16="http://schemas.microsoft.com/office/drawing/2014/main" id="{59093287-1D7A-4502-838F-94D0F13784EB}"/>
                </a:ext>
              </a:extLst>
            </p:cNvPr>
            <p:cNvSpPr/>
            <p:nvPr userDrawn="1"/>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3" name="Rechthoek 62">
              <a:extLst>
                <a:ext uri="{FF2B5EF4-FFF2-40B4-BE49-F238E27FC236}">
                  <a16:creationId xmlns:a16="http://schemas.microsoft.com/office/drawing/2014/main" id="{512CACC4-6131-47E2-8C83-EC6F762CF25C}"/>
                </a:ext>
              </a:extLst>
            </p:cNvPr>
            <p:cNvSpPr/>
            <p:nvPr userDrawn="1"/>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4" name="Rechthoek 63">
              <a:extLst>
                <a:ext uri="{FF2B5EF4-FFF2-40B4-BE49-F238E27FC236}">
                  <a16:creationId xmlns:a16="http://schemas.microsoft.com/office/drawing/2014/main" id="{C258E187-3B1A-4611-9A01-4D42869C647B}"/>
                </a:ext>
              </a:extLst>
            </p:cNvPr>
            <p:cNvSpPr/>
            <p:nvPr userDrawn="1"/>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5" name="Rechthoek 64">
              <a:extLst>
                <a:ext uri="{FF2B5EF4-FFF2-40B4-BE49-F238E27FC236}">
                  <a16:creationId xmlns:a16="http://schemas.microsoft.com/office/drawing/2014/main" id="{B1D4C479-0E67-4180-903E-BE2119BFB3B4}"/>
                </a:ext>
              </a:extLst>
            </p:cNvPr>
            <p:cNvSpPr/>
            <p:nvPr userDrawn="1"/>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6" name="Rechthoek 65">
              <a:extLst>
                <a:ext uri="{FF2B5EF4-FFF2-40B4-BE49-F238E27FC236}">
                  <a16:creationId xmlns:a16="http://schemas.microsoft.com/office/drawing/2014/main" id="{9C8936E6-1ED5-4CE2-8879-07133E737D03}"/>
                </a:ext>
              </a:extLst>
            </p:cNvPr>
            <p:cNvSpPr/>
            <p:nvPr userDrawn="1"/>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7" name="Rechthoek 66">
              <a:extLst>
                <a:ext uri="{FF2B5EF4-FFF2-40B4-BE49-F238E27FC236}">
                  <a16:creationId xmlns:a16="http://schemas.microsoft.com/office/drawing/2014/main" id="{C9EEFD06-F5C0-4B9C-AC43-82E32C88DEAB}"/>
                </a:ext>
              </a:extLst>
            </p:cNvPr>
            <p:cNvSpPr/>
            <p:nvPr userDrawn="1"/>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8" name="Rechthoek 67">
              <a:extLst>
                <a:ext uri="{FF2B5EF4-FFF2-40B4-BE49-F238E27FC236}">
                  <a16:creationId xmlns:a16="http://schemas.microsoft.com/office/drawing/2014/main" id="{AFAB9AA9-7C6F-4F35-81E3-5E8DD8CE16FA}"/>
                </a:ext>
              </a:extLst>
            </p:cNvPr>
            <p:cNvSpPr/>
            <p:nvPr userDrawn="1"/>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9" name="Rechthoek 68">
              <a:extLst>
                <a:ext uri="{FF2B5EF4-FFF2-40B4-BE49-F238E27FC236}">
                  <a16:creationId xmlns:a16="http://schemas.microsoft.com/office/drawing/2014/main" id="{21E6D803-8ACD-497F-879D-509BAF7E77B4}"/>
                </a:ext>
              </a:extLst>
            </p:cNvPr>
            <p:cNvSpPr/>
            <p:nvPr userDrawn="1"/>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0" name="Rechthoek 69">
              <a:extLst>
                <a:ext uri="{FF2B5EF4-FFF2-40B4-BE49-F238E27FC236}">
                  <a16:creationId xmlns:a16="http://schemas.microsoft.com/office/drawing/2014/main" id="{3437667D-E52D-4864-B330-E11CEB796E68}"/>
                </a:ext>
              </a:extLst>
            </p:cNvPr>
            <p:cNvSpPr/>
            <p:nvPr userDrawn="1"/>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1" name="Rechthoek 70">
              <a:extLst>
                <a:ext uri="{FF2B5EF4-FFF2-40B4-BE49-F238E27FC236}">
                  <a16:creationId xmlns:a16="http://schemas.microsoft.com/office/drawing/2014/main" id="{AC8C857A-9782-4E0E-85FA-989D80A33D5B}"/>
                </a:ext>
              </a:extLst>
            </p:cNvPr>
            <p:cNvSpPr/>
            <p:nvPr userDrawn="1"/>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2" name="Rechthoek 71">
              <a:extLst>
                <a:ext uri="{FF2B5EF4-FFF2-40B4-BE49-F238E27FC236}">
                  <a16:creationId xmlns:a16="http://schemas.microsoft.com/office/drawing/2014/main" id="{13706F80-0AB1-47BD-BFBF-2135CE302E5E}"/>
                </a:ext>
              </a:extLst>
            </p:cNvPr>
            <p:cNvSpPr/>
            <p:nvPr userDrawn="1"/>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3" name="Rechthoek 72">
              <a:extLst>
                <a:ext uri="{FF2B5EF4-FFF2-40B4-BE49-F238E27FC236}">
                  <a16:creationId xmlns:a16="http://schemas.microsoft.com/office/drawing/2014/main" id="{DDB7FB69-42A6-4F4A-BBBB-EF910BD9517E}"/>
                </a:ext>
              </a:extLst>
            </p:cNvPr>
            <p:cNvSpPr/>
            <p:nvPr userDrawn="1"/>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4" name="Rechthoek 73">
              <a:extLst>
                <a:ext uri="{FF2B5EF4-FFF2-40B4-BE49-F238E27FC236}">
                  <a16:creationId xmlns:a16="http://schemas.microsoft.com/office/drawing/2014/main" id="{F70197D9-8207-423E-8355-C4718C41CBCF}"/>
                </a:ext>
              </a:extLst>
            </p:cNvPr>
            <p:cNvSpPr/>
            <p:nvPr userDrawn="1"/>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5" name="Rechthoek 74">
              <a:extLst>
                <a:ext uri="{FF2B5EF4-FFF2-40B4-BE49-F238E27FC236}">
                  <a16:creationId xmlns:a16="http://schemas.microsoft.com/office/drawing/2014/main" id="{1E0D3499-D858-46B1-B897-09933731A297}"/>
                </a:ext>
              </a:extLst>
            </p:cNvPr>
            <p:cNvSpPr/>
            <p:nvPr userDrawn="1"/>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6" name="Rechthoek 75">
              <a:extLst>
                <a:ext uri="{FF2B5EF4-FFF2-40B4-BE49-F238E27FC236}">
                  <a16:creationId xmlns:a16="http://schemas.microsoft.com/office/drawing/2014/main" id="{1361DF95-749D-4277-AA88-C357F0ABD665}"/>
                </a:ext>
              </a:extLst>
            </p:cNvPr>
            <p:cNvSpPr/>
            <p:nvPr userDrawn="1"/>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7" name="Rechthoek 76">
              <a:extLst>
                <a:ext uri="{FF2B5EF4-FFF2-40B4-BE49-F238E27FC236}">
                  <a16:creationId xmlns:a16="http://schemas.microsoft.com/office/drawing/2014/main" id="{B7B04DA8-812A-4895-95D5-4ACBBB770F2D}"/>
                </a:ext>
              </a:extLst>
            </p:cNvPr>
            <p:cNvSpPr/>
            <p:nvPr userDrawn="1"/>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8" name="Rechthoek 77">
              <a:extLst>
                <a:ext uri="{FF2B5EF4-FFF2-40B4-BE49-F238E27FC236}">
                  <a16:creationId xmlns:a16="http://schemas.microsoft.com/office/drawing/2014/main" id="{3BD13550-11F9-4DCB-B805-0C4E441C2ED0}"/>
                </a:ext>
              </a:extLst>
            </p:cNvPr>
            <p:cNvSpPr/>
            <p:nvPr userDrawn="1"/>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9" name="Rechthoek 78">
              <a:extLst>
                <a:ext uri="{FF2B5EF4-FFF2-40B4-BE49-F238E27FC236}">
                  <a16:creationId xmlns:a16="http://schemas.microsoft.com/office/drawing/2014/main" id="{D37F375B-825E-4443-9400-AB25E9BC9613}"/>
                </a:ext>
              </a:extLst>
            </p:cNvPr>
            <p:cNvSpPr/>
            <p:nvPr userDrawn="1"/>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0" name="Rechthoek 79">
              <a:extLst>
                <a:ext uri="{FF2B5EF4-FFF2-40B4-BE49-F238E27FC236}">
                  <a16:creationId xmlns:a16="http://schemas.microsoft.com/office/drawing/2014/main" id="{2F3CFAAB-65E3-406B-A195-F4BAA23DA276}"/>
                </a:ext>
              </a:extLst>
            </p:cNvPr>
            <p:cNvSpPr/>
            <p:nvPr userDrawn="1"/>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1" name="Rechthoek 80">
              <a:extLst>
                <a:ext uri="{FF2B5EF4-FFF2-40B4-BE49-F238E27FC236}">
                  <a16:creationId xmlns:a16="http://schemas.microsoft.com/office/drawing/2014/main" id="{0B7939F1-1A7B-4403-BD7B-B2890E6046E4}"/>
                </a:ext>
              </a:extLst>
            </p:cNvPr>
            <p:cNvSpPr/>
            <p:nvPr userDrawn="1"/>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2" name="Rechthoek 81">
              <a:extLst>
                <a:ext uri="{FF2B5EF4-FFF2-40B4-BE49-F238E27FC236}">
                  <a16:creationId xmlns:a16="http://schemas.microsoft.com/office/drawing/2014/main" id="{952856AF-170D-405F-B53F-42CFC4433DF9}"/>
                </a:ext>
              </a:extLst>
            </p:cNvPr>
            <p:cNvSpPr/>
            <p:nvPr userDrawn="1"/>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3" name="Rechthoek 82">
              <a:extLst>
                <a:ext uri="{FF2B5EF4-FFF2-40B4-BE49-F238E27FC236}">
                  <a16:creationId xmlns:a16="http://schemas.microsoft.com/office/drawing/2014/main" id="{8239B102-56CC-4A5F-BC32-4E48A711F149}"/>
                </a:ext>
              </a:extLst>
            </p:cNvPr>
            <p:cNvSpPr/>
            <p:nvPr userDrawn="1"/>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4" name="Rechthoek 83">
              <a:extLst>
                <a:ext uri="{FF2B5EF4-FFF2-40B4-BE49-F238E27FC236}">
                  <a16:creationId xmlns:a16="http://schemas.microsoft.com/office/drawing/2014/main" id="{61A45AEB-62C5-47DA-AB38-AADE12BC1314}"/>
                </a:ext>
              </a:extLst>
            </p:cNvPr>
            <p:cNvSpPr/>
            <p:nvPr userDrawn="1"/>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5" name="Rechthoek 84">
              <a:extLst>
                <a:ext uri="{FF2B5EF4-FFF2-40B4-BE49-F238E27FC236}">
                  <a16:creationId xmlns:a16="http://schemas.microsoft.com/office/drawing/2014/main" id="{A2270570-8C09-4EF4-952D-631F93D2F677}"/>
                </a:ext>
              </a:extLst>
            </p:cNvPr>
            <p:cNvSpPr/>
            <p:nvPr userDrawn="1"/>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6" name="Rechthoek 85">
              <a:extLst>
                <a:ext uri="{FF2B5EF4-FFF2-40B4-BE49-F238E27FC236}">
                  <a16:creationId xmlns:a16="http://schemas.microsoft.com/office/drawing/2014/main" id="{715C7321-53C7-4463-92A0-6EDBBEC24C08}"/>
                </a:ext>
              </a:extLst>
            </p:cNvPr>
            <p:cNvSpPr/>
            <p:nvPr userDrawn="1"/>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7" name="Rechthoek 86">
              <a:extLst>
                <a:ext uri="{FF2B5EF4-FFF2-40B4-BE49-F238E27FC236}">
                  <a16:creationId xmlns:a16="http://schemas.microsoft.com/office/drawing/2014/main" id="{BA084D0E-5ACF-4CAC-97C6-AEA9C5248263}"/>
                </a:ext>
              </a:extLst>
            </p:cNvPr>
            <p:cNvSpPr/>
            <p:nvPr userDrawn="1"/>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8" name="Rechthoek 87">
              <a:extLst>
                <a:ext uri="{FF2B5EF4-FFF2-40B4-BE49-F238E27FC236}">
                  <a16:creationId xmlns:a16="http://schemas.microsoft.com/office/drawing/2014/main" id="{19CC7CB0-0670-419C-A844-A28316F7CB4C}"/>
                </a:ext>
              </a:extLst>
            </p:cNvPr>
            <p:cNvSpPr/>
            <p:nvPr userDrawn="1"/>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9" name="Rechthoek 88">
              <a:extLst>
                <a:ext uri="{FF2B5EF4-FFF2-40B4-BE49-F238E27FC236}">
                  <a16:creationId xmlns:a16="http://schemas.microsoft.com/office/drawing/2014/main" id="{2153D52C-015D-414F-93A9-D4F1277B5E8D}"/>
                </a:ext>
              </a:extLst>
            </p:cNvPr>
            <p:cNvSpPr/>
            <p:nvPr userDrawn="1"/>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0" name="Rechthoek 89">
              <a:extLst>
                <a:ext uri="{FF2B5EF4-FFF2-40B4-BE49-F238E27FC236}">
                  <a16:creationId xmlns:a16="http://schemas.microsoft.com/office/drawing/2014/main" id="{3D42C007-B73B-4E21-ADDD-E70085762785}"/>
                </a:ext>
              </a:extLst>
            </p:cNvPr>
            <p:cNvSpPr/>
            <p:nvPr userDrawn="1"/>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1" name="Rechthoek 90">
              <a:extLst>
                <a:ext uri="{FF2B5EF4-FFF2-40B4-BE49-F238E27FC236}">
                  <a16:creationId xmlns:a16="http://schemas.microsoft.com/office/drawing/2014/main" id="{61531C16-91D5-4692-B4F7-B0C494DC636C}"/>
                </a:ext>
              </a:extLst>
            </p:cNvPr>
            <p:cNvSpPr/>
            <p:nvPr userDrawn="1"/>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2" name="Rechthoek 91">
              <a:extLst>
                <a:ext uri="{FF2B5EF4-FFF2-40B4-BE49-F238E27FC236}">
                  <a16:creationId xmlns:a16="http://schemas.microsoft.com/office/drawing/2014/main" id="{BE2A0FC4-BFB6-4C02-A005-42DE8103402C}"/>
                </a:ext>
              </a:extLst>
            </p:cNvPr>
            <p:cNvSpPr/>
            <p:nvPr userDrawn="1"/>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3" name="Rechthoek 92">
              <a:extLst>
                <a:ext uri="{FF2B5EF4-FFF2-40B4-BE49-F238E27FC236}">
                  <a16:creationId xmlns:a16="http://schemas.microsoft.com/office/drawing/2014/main" id="{5D1C530D-C8C3-459C-B166-283CAC72D972}"/>
                </a:ext>
              </a:extLst>
            </p:cNvPr>
            <p:cNvSpPr/>
            <p:nvPr userDrawn="1"/>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4" name="Rechthoek 93">
              <a:extLst>
                <a:ext uri="{FF2B5EF4-FFF2-40B4-BE49-F238E27FC236}">
                  <a16:creationId xmlns:a16="http://schemas.microsoft.com/office/drawing/2014/main" id="{44DB0356-E9F3-4648-A1C3-286D0DD3BC0D}"/>
                </a:ext>
              </a:extLst>
            </p:cNvPr>
            <p:cNvSpPr/>
            <p:nvPr userDrawn="1"/>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5" name="Rechthoek 94">
              <a:extLst>
                <a:ext uri="{FF2B5EF4-FFF2-40B4-BE49-F238E27FC236}">
                  <a16:creationId xmlns:a16="http://schemas.microsoft.com/office/drawing/2014/main" id="{A08248CC-0DD7-43D3-89D0-04B21B0E9D0C}"/>
                </a:ext>
              </a:extLst>
            </p:cNvPr>
            <p:cNvSpPr/>
            <p:nvPr userDrawn="1"/>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6" name="Rechthoek 95">
              <a:extLst>
                <a:ext uri="{FF2B5EF4-FFF2-40B4-BE49-F238E27FC236}">
                  <a16:creationId xmlns:a16="http://schemas.microsoft.com/office/drawing/2014/main" id="{F59B649C-327B-44EE-8FD8-DF5780C440C7}"/>
                </a:ext>
              </a:extLst>
            </p:cNvPr>
            <p:cNvSpPr/>
            <p:nvPr userDrawn="1"/>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7" name="Rechthoek 96">
              <a:extLst>
                <a:ext uri="{FF2B5EF4-FFF2-40B4-BE49-F238E27FC236}">
                  <a16:creationId xmlns:a16="http://schemas.microsoft.com/office/drawing/2014/main" id="{1F2749D9-7056-4A1E-B14A-865A1C4898A2}"/>
                </a:ext>
              </a:extLst>
            </p:cNvPr>
            <p:cNvSpPr/>
            <p:nvPr userDrawn="1"/>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8" name="Rechthoek 97">
              <a:extLst>
                <a:ext uri="{FF2B5EF4-FFF2-40B4-BE49-F238E27FC236}">
                  <a16:creationId xmlns:a16="http://schemas.microsoft.com/office/drawing/2014/main" id="{F6EBF245-88D1-459E-B383-814E41CEB42F}"/>
                </a:ext>
              </a:extLst>
            </p:cNvPr>
            <p:cNvSpPr/>
            <p:nvPr userDrawn="1"/>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9" name="Rechthoek 98">
              <a:extLst>
                <a:ext uri="{FF2B5EF4-FFF2-40B4-BE49-F238E27FC236}">
                  <a16:creationId xmlns:a16="http://schemas.microsoft.com/office/drawing/2014/main" id="{32242EEC-3065-40A9-84B6-634FB03612F2}"/>
                </a:ext>
              </a:extLst>
            </p:cNvPr>
            <p:cNvSpPr/>
            <p:nvPr userDrawn="1"/>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0" name="Rechthoek 99">
              <a:extLst>
                <a:ext uri="{FF2B5EF4-FFF2-40B4-BE49-F238E27FC236}">
                  <a16:creationId xmlns:a16="http://schemas.microsoft.com/office/drawing/2014/main" id="{6BDA72F4-8256-4DD6-A1E7-5F114F8D3F57}"/>
                </a:ext>
              </a:extLst>
            </p:cNvPr>
            <p:cNvSpPr/>
            <p:nvPr userDrawn="1"/>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1" name="Rechthoek 100">
              <a:extLst>
                <a:ext uri="{FF2B5EF4-FFF2-40B4-BE49-F238E27FC236}">
                  <a16:creationId xmlns:a16="http://schemas.microsoft.com/office/drawing/2014/main" id="{3611BD11-37AE-4C0E-8E96-7A342DF72BE8}"/>
                </a:ext>
              </a:extLst>
            </p:cNvPr>
            <p:cNvSpPr/>
            <p:nvPr userDrawn="1"/>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2" name="Rechthoek 101">
              <a:extLst>
                <a:ext uri="{FF2B5EF4-FFF2-40B4-BE49-F238E27FC236}">
                  <a16:creationId xmlns:a16="http://schemas.microsoft.com/office/drawing/2014/main" id="{7DADB5EF-A6F3-4933-A92B-2F254845B34F}"/>
                </a:ext>
              </a:extLst>
            </p:cNvPr>
            <p:cNvSpPr/>
            <p:nvPr userDrawn="1"/>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3" name="Rechthoek 102">
              <a:extLst>
                <a:ext uri="{FF2B5EF4-FFF2-40B4-BE49-F238E27FC236}">
                  <a16:creationId xmlns:a16="http://schemas.microsoft.com/office/drawing/2014/main" id="{4B69F43D-5BD8-4227-805D-D131D0CC9782}"/>
                </a:ext>
              </a:extLst>
            </p:cNvPr>
            <p:cNvSpPr/>
            <p:nvPr userDrawn="1"/>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4" name="Rechthoek 103">
              <a:extLst>
                <a:ext uri="{FF2B5EF4-FFF2-40B4-BE49-F238E27FC236}">
                  <a16:creationId xmlns:a16="http://schemas.microsoft.com/office/drawing/2014/main" id="{8A117382-99B3-4F5A-95DF-DD71C489F308}"/>
                </a:ext>
              </a:extLst>
            </p:cNvPr>
            <p:cNvSpPr/>
            <p:nvPr userDrawn="1"/>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5" name="Rechthoek 104">
              <a:extLst>
                <a:ext uri="{FF2B5EF4-FFF2-40B4-BE49-F238E27FC236}">
                  <a16:creationId xmlns:a16="http://schemas.microsoft.com/office/drawing/2014/main" id="{37BEE625-7635-4764-8242-72FE7574219D}"/>
                </a:ext>
              </a:extLst>
            </p:cNvPr>
            <p:cNvSpPr/>
            <p:nvPr userDrawn="1"/>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6" name="Rechthoek 105">
              <a:extLst>
                <a:ext uri="{FF2B5EF4-FFF2-40B4-BE49-F238E27FC236}">
                  <a16:creationId xmlns:a16="http://schemas.microsoft.com/office/drawing/2014/main" id="{B94E52F2-EC1D-4B93-9583-8092EB54AAB9}"/>
                </a:ext>
              </a:extLst>
            </p:cNvPr>
            <p:cNvSpPr/>
            <p:nvPr userDrawn="1"/>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7" name="Rechthoek 106">
              <a:extLst>
                <a:ext uri="{FF2B5EF4-FFF2-40B4-BE49-F238E27FC236}">
                  <a16:creationId xmlns:a16="http://schemas.microsoft.com/office/drawing/2014/main" id="{C220B813-DD92-4C7D-A1BC-697C23CABFA1}"/>
                </a:ext>
              </a:extLst>
            </p:cNvPr>
            <p:cNvSpPr/>
            <p:nvPr userDrawn="1"/>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8" name="Rechthoek 107">
              <a:extLst>
                <a:ext uri="{FF2B5EF4-FFF2-40B4-BE49-F238E27FC236}">
                  <a16:creationId xmlns:a16="http://schemas.microsoft.com/office/drawing/2014/main" id="{02E84D6E-F48F-4557-99C6-9713133382F4}"/>
                </a:ext>
              </a:extLst>
            </p:cNvPr>
            <p:cNvSpPr/>
            <p:nvPr userDrawn="1"/>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9" name="Rechthoek 108">
              <a:extLst>
                <a:ext uri="{FF2B5EF4-FFF2-40B4-BE49-F238E27FC236}">
                  <a16:creationId xmlns:a16="http://schemas.microsoft.com/office/drawing/2014/main" id="{E0212F54-9A69-4A61-8B35-78C4D89F641B}"/>
                </a:ext>
              </a:extLst>
            </p:cNvPr>
            <p:cNvSpPr/>
            <p:nvPr userDrawn="1"/>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0" name="Rechthoek 109">
              <a:extLst>
                <a:ext uri="{FF2B5EF4-FFF2-40B4-BE49-F238E27FC236}">
                  <a16:creationId xmlns:a16="http://schemas.microsoft.com/office/drawing/2014/main" id="{82867721-4D81-431A-BA76-A06D56D3D57A}"/>
                </a:ext>
              </a:extLst>
            </p:cNvPr>
            <p:cNvSpPr/>
            <p:nvPr userDrawn="1"/>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1" name="Rechthoek 110">
              <a:extLst>
                <a:ext uri="{FF2B5EF4-FFF2-40B4-BE49-F238E27FC236}">
                  <a16:creationId xmlns:a16="http://schemas.microsoft.com/office/drawing/2014/main" id="{BC7CB733-8B25-4EA0-BC8B-16D6C0A8F3D9}"/>
                </a:ext>
              </a:extLst>
            </p:cNvPr>
            <p:cNvSpPr/>
            <p:nvPr userDrawn="1"/>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2" name="Rechthoek 111">
              <a:extLst>
                <a:ext uri="{FF2B5EF4-FFF2-40B4-BE49-F238E27FC236}">
                  <a16:creationId xmlns:a16="http://schemas.microsoft.com/office/drawing/2014/main" id="{C272F51B-7DF3-4BB4-81EF-F30BEBF919F8}"/>
                </a:ext>
              </a:extLst>
            </p:cNvPr>
            <p:cNvSpPr/>
            <p:nvPr userDrawn="1"/>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3" name="Rechthoek 112">
              <a:extLst>
                <a:ext uri="{FF2B5EF4-FFF2-40B4-BE49-F238E27FC236}">
                  <a16:creationId xmlns:a16="http://schemas.microsoft.com/office/drawing/2014/main" id="{E7275EC4-E93D-4579-9252-95875A3D384C}"/>
                </a:ext>
              </a:extLst>
            </p:cNvPr>
            <p:cNvSpPr/>
            <p:nvPr userDrawn="1"/>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4" name="Rechthoek 113">
              <a:extLst>
                <a:ext uri="{FF2B5EF4-FFF2-40B4-BE49-F238E27FC236}">
                  <a16:creationId xmlns:a16="http://schemas.microsoft.com/office/drawing/2014/main" id="{0ADC9315-AE94-46D1-A960-BDE67D19F3AD}"/>
                </a:ext>
              </a:extLst>
            </p:cNvPr>
            <p:cNvSpPr/>
            <p:nvPr userDrawn="1"/>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5" name="Rechthoek 114">
              <a:extLst>
                <a:ext uri="{FF2B5EF4-FFF2-40B4-BE49-F238E27FC236}">
                  <a16:creationId xmlns:a16="http://schemas.microsoft.com/office/drawing/2014/main" id="{55221152-1C95-4DAA-ACB5-C7B52C8FD766}"/>
                </a:ext>
              </a:extLst>
            </p:cNvPr>
            <p:cNvSpPr/>
            <p:nvPr userDrawn="1"/>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6" name="Rechthoek 115">
              <a:extLst>
                <a:ext uri="{FF2B5EF4-FFF2-40B4-BE49-F238E27FC236}">
                  <a16:creationId xmlns:a16="http://schemas.microsoft.com/office/drawing/2014/main" id="{BFEAC399-A721-4E24-97FA-7D27F08ADC7E}"/>
                </a:ext>
              </a:extLst>
            </p:cNvPr>
            <p:cNvSpPr/>
            <p:nvPr userDrawn="1"/>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7" name="Rechthoek 116">
              <a:extLst>
                <a:ext uri="{FF2B5EF4-FFF2-40B4-BE49-F238E27FC236}">
                  <a16:creationId xmlns:a16="http://schemas.microsoft.com/office/drawing/2014/main" id="{6B5520BE-CE29-4813-9DAD-C9B41DACAFCA}"/>
                </a:ext>
              </a:extLst>
            </p:cNvPr>
            <p:cNvSpPr/>
            <p:nvPr userDrawn="1"/>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8" name="Rechthoek 117">
              <a:extLst>
                <a:ext uri="{FF2B5EF4-FFF2-40B4-BE49-F238E27FC236}">
                  <a16:creationId xmlns:a16="http://schemas.microsoft.com/office/drawing/2014/main" id="{BC614ACB-A292-4AB7-A05D-035255A09EAC}"/>
                </a:ext>
              </a:extLst>
            </p:cNvPr>
            <p:cNvSpPr/>
            <p:nvPr userDrawn="1"/>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9" name="Rechthoek 118">
              <a:extLst>
                <a:ext uri="{FF2B5EF4-FFF2-40B4-BE49-F238E27FC236}">
                  <a16:creationId xmlns:a16="http://schemas.microsoft.com/office/drawing/2014/main" id="{8197675B-3E1D-4ADC-8028-675B7EEC0715}"/>
                </a:ext>
              </a:extLst>
            </p:cNvPr>
            <p:cNvSpPr/>
            <p:nvPr userDrawn="1"/>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0" name="Rechthoek 119">
              <a:extLst>
                <a:ext uri="{FF2B5EF4-FFF2-40B4-BE49-F238E27FC236}">
                  <a16:creationId xmlns:a16="http://schemas.microsoft.com/office/drawing/2014/main" id="{161FDAA3-430E-49EC-A4CC-A6683E05F77B}"/>
                </a:ext>
              </a:extLst>
            </p:cNvPr>
            <p:cNvSpPr/>
            <p:nvPr userDrawn="1"/>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1" name="Rechthoek 120">
              <a:extLst>
                <a:ext uri="{FF2B5EF4-FFF2-40B4-BE49-F238E27FC236}">
                  <a16:creationId xmlns:a16="http://schemas.microsoft.com/office/drawing/2014/main" id="{37DE3A08-788F-45BE-907A-AC3348EDB0B9}"/>
                </a:ext>
              </a:extLst>
            </p:cNvPr>
            <p:cNvSpPr/>
            <p:nvPr userDrawn="1"/>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2" name="Rechthoek 121">
              <a:extLst>
                <a:ext uri="{FF2B5EF4-FFF2-40B4-BE49-F238E27FC236}">
                  <a16:creationId xmlns:a16="http://schemas.microsoft.com/office/drawing/2014/main" id="{90379143-8DF0-4EE1-8C3A-C240D936C862}"/>
                </a:ext>
              </a:extLst>
            </p:cNvPr>
            <p:cNvSpPr/>
            <p:nvPr userDrawn="1"/>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3" name="Rechthoek 122">
              <a:extLst>
                <a:ext uri="{FF2B5EF4-FFF2-40B4-BE49-F238E27FC236}">
                  <a16:creationId xmlns:a16="http://schemas.microsoft.com/office/drawing/2014/main" id="{E22EF1D9-5DE2-46B7-8523-CF79C32B2B0E}"/>
                </a:ext>
              </a:extLst>
            </p:cNvPr>
            <p:cNvSpPr/>
            <p:nvPr userDrawn="1"/>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4" name="Rechthoek 123">
              <a:extLst>
                <a:ext uri="{FF2B5EF4-FFF2-40B4-BE49-F238E27FC236}">
                  <a16:creationId xmlns:a16="http://schemas.microsoft.com/office/drawing/2014/main" id="{60762A57-F746-45D5-AB2E-7C3E0A5B738D}"/>
                </a:ext>
              </a:extLst>
            </p:cNvPr>
            <p:cNvSpPr/>
            <p:nvPr userDrawn="1"/>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5" name="Rechthoek 124">
              <a:extLst>
                <a:ext uri="{FF2B5EF4-FFF2-40B4-BE49-F238E27FC236}">
                  <a16:creationId xmlns:a16="http://schemas.microsoft.com/office/drawing/2014/main" id="{06642479-D5AA-4E24-BBAA-A46D252F4370}"/>
                </a:ext>
              </a:extLst>
            </p:cNvPr>
            <p:cNvSpPr/>
            <p:nvPr userDrawn="1"/>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6" name="Rechthoek 125">
              <a:extLst>
                <a:ext uri="{FF2B5EF4-FFF2-40B4-BE49-F238E27FC236}">
                  <a16:creationId xmlns:a16="http://schemas.microsoft.com/office/drawing/2014/main" id="{7294A249-E01B-4E00-A515-54145D369480}"/>
                </a:ext>
              </a:extLst>
            </p:cNvPr>
            <p:cNvSpPr/>
            <p:nvPr userDrawn="1"/>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7" name="Rechthoek 126">
              <a:extLst>
                <a:ext uri="{FF2B5EF4-FFF2-40B4-BE49-F238E27FC236}">
                  <a16:creationId xmlns:a16="http://schemas.microsoft.com/office/drawing/2014/main" id="{BA2047AF-40C4-4B43-9121-F09C177A4A20}"/>
                </a:ext>
              </a:extLst>
            </p:cNvPr>
            <p:cNvSpPr/>
            <p:nvPr userDrawn="1"/>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8" name="Rechthoek 127">
              <a:extLst>
                <a:ext uri="{FF2B5EF4-FFF2-40B4-BE49-F238E27FC236}">
                  <a16:creationId xmlns:a16="http://schemas.microsoft.com/office/drawing/2014/main" id="{76B98FFC-AD3C-49B2-93CA-C1725C19A20F}"/>
                </a:ext>
              </a:extLst>
            </p:cNvPr>
            <p:cNvSpPr/>
            <p:nvPr userDrawn="1"/>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9" name="Rechthoek 128">
              <a:extLst>
                <a:ext uri="{FF2B5EF4-FFF2-40B4-BE49-F238E27FC236}">
                  <a16:creationId xmlns:a16="http://schemas.microsoft.com/office/drawing/2014/main" id="{E1879D9E-3E63-4CC2-9AC7-425812A3F2C4}"/>
                </a:ext>
              </a:extLst>
            </p:cNvPr>
            <p:cNvSpPr/>
            <p:nvPr userDrawn="1"/>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0" name="Rechthoek 129">
              <a:extLst>
                <a:ext uri="{FF2B5EF4-FFF2-40B4-BE49-F238E27FC236}">
                  <a16:creationId xmlns:a16="http://schemas.microsoft.com/office/drawing/2014/main" id="{8342A221-D10B-423B-8906-5EBC48090A2E}"/>
                </a:ext>
              </a:extLst>
            </p:cNvPr>
            <p:cNvSpPr/>
            <p:nvPr userDrawn="1"/>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1" name="Rechthoek 130">
              <a:extLst>
                <a:ext uri="{FF2B5EF4-FFF2-40B4-BE49-F238E27FC236}">
                  <a16:creationId xmlns:a16="http://schemas.microsoft.com/office/drawing/2014/main" id="{35A57EB3-D6B5-4152-B14F-EF27E1349632}"/>
                </a:ext>
              </a:extLst>
            </p:cNvPr>
            <p:cNvSpPr/>
            <p:nvPr userDrawn="1"/>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2" name="Rechthoek 131">
              <a:extLst>
                <a:ext uri="{FF2B5EF4-FFF2-40B4-BE49-F238E27FC236}">
                  <a16:creationId xmlns:a16="http://schemas.microsoft.com/office/drawing/2014/main" id="{31F4458E-A63D-4437-8E19-A66C8BC5DFD9}"/>
                </a:ext>
              </a:extLst>
            </p:cNvPr>
            <p:cNvSpPr/>
            <p:nvPr userDrawn="1"/>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3" name="Rechthoek 132">
              <a:extLst>
                <a:ext uri="{FF2B5EF4-FFF2-40B4-BE49-F238E27FC236}">
                  <a16:creationId xmlns:a16="http://schemas.microsoft.com/office/drawing/2014/main" id="{823D3FFE-4462-459F-8BC9-876EB23D6C56}"/>
                </a:ext>
              </a:extLst>
            </p:cNvPr>
            <p:cNvSpPr/>
            <p:nvPr userDrawn="1"/>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4" name="Rechthoek 133">
              <a:extLst>
                <a:ext uri="{FF2B5EF4-FFF2-40B4-BE49-F238E27FC236}">
                  <a16:creationId xmlns:a16="http://schemas.microsoft.com/office/drawing/2014/main" id="{CFA305EC-68FF-4C4A-B709-979FB292811A}"/>
                </a:ext>
              </a:extLst>
            </p:cNvPr>
            <p:cNvSpPr/>
            <p:nvPr userDrawn="1"/>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5" name="Rechthoek 134">
              <a:extLst>
                <a:ext uri="{FF2B5EF4-FFF2-40B4-BE49-F238E27FC236}">
                  <a16:creationId xmlns:a16="http://schemas.microsoft.com/office/drawing/2014/main" id="{A0347432-8C21-4FC5-8C35-B1FD2EA749CB}"/>
                </a:ext>
              </a:extLst>
            </p:cNvPr>
            <p:cNvSpPr/>
            <p:nvPr userDrawn="1"/>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6" name="Rechthoek 135">
              <a:extLst>
                <a:ext uri="{FF2B5EF4-FFF2-40B4-BE49-F238E27FC236}">
                  <a16:creationId xmlns:a16="http://schemas.microsoft.com/office/drawing/2014/main" id="{7A7F8353-A1F1-4929-8555-E3CBFF711B9C}"/>
                </a:ext>
              </a:extLst>
            </p:cNvPr>
            <p:cNvSpPr/>
            <p:nvPr userDrawn="1"/>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7" name="Rechthoek 136">
              <a:extLst>
                <a:ext uri="{FF2B5EF4-FFF2-40B4-BE49-F238E27FC236}">
                  <a16:creationId xmlns:a16="http://schemas.microsoft.com/office/drawing/2014/main" id="{FE868229-68BB-41A9-9ED5-28B124EF510A}"/>
                </a:ext>
              </a:extLst>
            </p:cNvPr>
            <p:cNvSpPr/>
            <p:nvPr userDrawn="1"/>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8" name="Rechthoek 137">
              <a:extLst>
                <a:ext uri="{FF2B5EF4-FFF2-40B4-BE49-F238E27FC236}">
                  <a16:creationId xmlns:a16="http://schemas.microsoft.com/office/drawing/2014/main" id="{FA1DEB70-AA07-4F8C-A32A-D1E0EB6B9063}"/>
                </a:ext>
              </a:extLst>
            </p:cNvPr>
            <p:cNvSpPr/>
            <p:nvPr userDrawn="1"/>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9" name="Rechthoek 138">
              <a:extLst>
                <a:ext uri="{FF2B5EF4-FFF2-40B4-BE49-F238E27FC236}">
                  <a16:creationId xmlns:a16="http://schemas.microsoft.com/office/drawing/2014/main" id="{CB899CC4-E72F-4DA6-BE2E-02A092FEA67A}"/>
                </a:ext>
              </a:extLst>
            </p:cNvPr>
            <p:cNvSpPr/>
            <p:nvPr userDrawn="1"/>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0" name="Rechthoek 139">
              <a:extLst>
                <a:ext uri="{FF2B5EF4-FFF2-40B4-BE49-F238E27FC236}">
                  <a16:creationId xmlns:a16="http://schemas.microsoft.com/office/drawing/2014/main" id="{E9F657BB-7594-4CE9-81AE-F174A5FCF7BF}"/>
                </a:ext>
              </a:extLst>
            </p:cNvPr>
            <p:cNvSpPr/>
            <p:nvPr userDrawn="1"/>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1" name="Rechthoek 140">
              <a:extLst>
                <a:ext uri="{FF2B5EF4-FFF2-40B4-BE49-F238E27FC236}">
                  <a16:creationId xmlns:a16="http://schemas.microsoft.com/office/drawing/2014/main" id="{DFC37973-9120-49B2-A7ED-15DCB112E254}"/>
                </a:ext>
              </a:extLst>
            </p:cNvPr>
            <p:cNvSpPr/>
            <p:nvPr userDrawn="1"/>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2" name="Rechthoek 141">
              <a:extLst>
                <a:ext uri="{FF2B5EF4-FFF2-40B4-BE49-F238E27FC236}">
                  <a16:creationId xmlns:a16="http://schemas.microsoft.com/office/drawing/2014/main" id="{C21B2490-2482-42A9-AD65-3EFCE801B505}"/>
                </a:ext>
              </a:extLst>
            </p:cNvPr>
            <p:cNvSpPr/>
            <p:nvPr userDrawn="1"/>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3" name="Rechthoek 142">
              <a:extLst>
                <a:ext uri="{FF2B5EF4-FFF2-40B4-BE49-F238E27FC236}">
                  <a16:creationId xmlns:a16="http://schemas.microsoft.com/office/drawing/2014/main" id="{1AD68A9B-287C-47FA-B23C-EF991C19345D}"/>
                </a:ext>
              </a:extLst>
            </p:cNvPr>
            <p:cNvSpPr/>
            <p:nvPr userDrawn="1"/>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4" name="Rechthoek 143">
              <a:extLst>
                <a:ext uri="{FF2B5EF4-FFF2-40B4-BE49-F238E27FC236}">
                  <a16:creationId xmlns:a16="http://schemas.microsoft.com/office/drawing/2014/main" id="{E13DC975-77A9-49F1-840F-60F7F64AA0AE}"/>
                </a:ext>
              </a:extLst>
            </p:cNvPr>
            <p:cNvSpPr/>
            <p:nvPr userDrawn="1"/>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5" name="Rechthoek 144">
              <a:extLst>
                <a:ext uri="{FF2B5EF4-FFF2-40B4-BE49-F238E27FC236}">
                  <a16:creationId xmlns:a16="http://schemas.microsoft.com/office/drawing/2014/main" id="{1F4C024A-51DC-4F32-8C8D-B2E1662EBABC}"/>
                </a:ext>
              </a:extLst>
            </p:cNvPr>
            <p:cNvSpPr/>
            <p:nvPr userDrawn="1"/>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6" name="Rechthoek 145">
              <a:extLst>
                <a:ext uri="{FF2B5EF4-FFF2-40B4-BE49-F238E27FC236}">
                  <a16:creationId xmlns:a16="http://schemas.microsoft.com/office/drawing/2014/main" id="{7E3E9670-3B8B-4A3E-BBC8-148C50E521E5}"/>
                </a:ext>
              </a:extLst>
            </p:cNvPr>
            <p:cNvSpPr/>
            <p:nvPr userDrawn="1"/>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7" name="Rechthoek 146">
              <a:extLst>
                <a:ext uri="{FF2B5EF4-FFF2-40B4-BE49-F238E27FC236}">
                  <a16:creationId xmlns:a16="http://schemas.microsoft.com/office/drawing/2014/main" id="{0D625E2E-D09E-4433-8635-54FE2B610D71}"/>
                </a:ext>
              </a:extLst>
            </p:cNvPr>
            <p:cNvSpPr/>
            <p:nvPr userDrawn="1"/>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8" name="Rechthoek 147">
              <a:extLst>
                <a:ext uri="{FF2B5EF4-FFF2-40B4-BE49-F238E27FC236}">
                  <a16:creationId xmlns:a16="http://schemas.microsoft.com/office/drawing/2014/main" id="{4D0CF8CE-893C-4FC4-A604-1E1E339B55E0}"/>
                </a:ext>
              </a:extLst>
            </p:cNvPr>
            <p:cNvSpPr/>
            <p:nvPr userDrawn="1"/>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9" name="Rechthoek 148">
              <a:extLst>
                <a:ext uri="{FF2B5EF4-FFF2-40B4-BE49-F238E27FC236}">
                  <a16:creationId xmlns:a16="http://schemas.microsoft.com/office/drawing/2014/main" id="{AA4F597F-E463-4268-91FE-0A240CFB670C}"/>
                </a:ext>
              </a:extLst>
            </p:cNvPr>
            <p:cNvSpPr/>
            <p:nvPr userDrawn="1"/>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0" name="Rechthoek 149">
              <a:extLst>
                <a:ext uri="{FF2B5EF4-FFF2-40B4-BE49-F238E27FC236}">
                  <a16:creationId xmlns:a16="http://schemas.microsoft.com/office/drawing/2014/main" id="{322D01B1-CED0-4098-A701-3BF8B51E38E6}"/>
                </a:ext>
              </a:extLst>
            </p:cNvPr>
            <p:cNvSpPr/>
            <p:nvPr userDrawn="1"/>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1" name="Rechthoek 150">
              <a:extLst>
                <a:ext uri="{FF2B5EF4-FFF2-40B4-BE49-F238E27FC236}">
                  <a16:creationId xmlns:a16="http://schemas.microsoft.com/office/drawing/2014/main" id="{9B29E19F-617C-43B4-81CB-8EEF9BCF4A1D}"/>
                </a:ext>
              </a:extLst>
            </p:cNvPr>
            <p:cNvSpPr/>
            <p:nvPr userDrawn="1"/>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dirty="0"/>
            </a:p>
          </p:txBody>
        </p:sp>
      </p:grpSp>
      <p:grpSp>
        <p:nvGrpSpPr>
          <p:cNvPr id="168" name="Graphic 6" hidden="1">
            <a:extLst>
              <a:ext uri="{FF2B5EF4-FFF2-40B4-BE49-F238E27FC236}">
                <a16:creationId xmlns:a16="http://schemas.microsoft.com/office/drawing/2014/main" id="{8A0AAF7F-DD0F-4CB1-A1B2-505FC4BCCC2B}"/>
              </a:ext>
            </a:extLst>
          </p:cNvPr>
          <p:cNvGrpSpPr/>
          <p:nvPr userDrawn="1"/>
        </p:nvGrpSpPr>
        <p:grpSpPr>
          <a:xfrm>
            <a:off x="-7144" y="-7144"/>
            <a:ext cx="18297525" cy="10296525"/>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grpSp>
      <p:pic>
        <p:nvPicPr>
          <p:cNvPr id="315" name="Graphic 314">
            <a:extLst>
              <a:ext uri="{FF2B5EF4-FFF2-40B4-BE49-F238E27FC236}">
                <a16:creationId xmlns:a16="http://schemas.microsoft.com/office/drawing/2014/main" id="{F02C931F-5CA2-4951-9406-1794839C7F32}"/>
              </a:ext>
            </a:extLst>
          </p:cNvPr>
          <p:cNvPicPr>
            <a:picLocks noChangeAspect="1"/>
          </p:cNvPicPr>
          <p:nvPr userDrawn="1"/>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5991268" y="9146698"/>
            <a:ext cx="1841920" cy="943902"/>
          </a:xfrm>
          <a:prstGeom prst="rect">
            <a:avLst/>
          </a:prstGeom>
        </p:spPr>
      </p:pic>
    </p:spTree>
    <p:extLst>
      <p:ext uri="{BB962C8B-B14F-4D97-AF65-F5344CB8AC3E}">
        <p14:creationId xmlns:p14="http://schemas.microsoft.com/office/powerpoint/2010/main" val="4172784495"/>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62" r:id="rId26"/>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p15:clr>
            <a:srgbClr val="5ACBF0"/>
          </p15:clr>
        </p15:guide>
        <p15:guide id="2" pos="11094">
          <p15:clr>
            <a:srgbClr val="5ACBF0"/>
          </p15:clr>
        </p15:guide>
        <p15:guide id="3" pos="5877">
          <p15:clr>
            <a:srgbClr val="5ACBF0"/>
          </p15:clr>
        </p15:guide>
        <p15:guide id="4" orient="horz" pos="1475">
          <p15:clr>
            <a:srgbClr val="5ACBF0"/>
          </p15:clr>
        </p15:guide>
        <p15:guide id="5" orient="horz" pos="5327">
          <p15:clr>
            <a:srgbClr val="5ACBF0"/>
          </p15:clr>
        </p15:guide>
        <p15:guide id="6" orient="horz" pos="5765">
          <p15:clr>
            <a:srgbClr val="5ACBF0"/>
          </p15:clr>
        </p15:guide>
        <p15:guide id="7" orient="horz" pos="1037">
          <p15:clr>
            <a:srgbClr val="5ACBF0"/>
          </p15:clr>
        </p15:guide>
        <p15:guide id="8" orient="horz" pos="3392">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8" name="balk onderaan">
            <a:extLst>
              <a:ext uri="{FF2B5EF4-FFF2-40B4-BE49-F238E27FC236}">
                <a16:creationId xmlns:a16="http://schemas.microsoft.com/office/drawing/2014/main" id="{1C347D43-E018-4735-A7B3-BBD71DCA569C}"/>
              </a:ext>
            </a:extLst>
          </p:cNvPr>
          <p:cNvSpPr/>
          <p:nvPr userDrawn="1"/>
        </p:nvSpPr>
        <p:spPr>
          <a:xfrm>
            <a:off x="-5644" y="9306131"/>
            <a:ext cx="13481537" cy="552245"/>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 name="connsiteX0" fmla="*/ 0 w 15988888"/>
              <a:gd name="connsiteY0" fmla="*/ 547482 h 548274"/>
              <a:gd name="connsiteX1" fmla="*/ 2507456 w 15988888"/>
              <a:gd name="connsiteY1" fmla="*/ 2176 h 548274"/>
              <a:gd name="connsiteX2" fmla="*/ 15802408 w 15988888"/>
              <a:gd name="connsiteY2" fmla="*/ 586 h 548274"/>
              <a:gd name="connsiteX3" fmla="*/ 15988888 w 15988888"/>
              <a:gd name="connsiteY3" fmla="*/ 0 h 548274"/>
              <a:gd name="connsiteX4" fmla="*/ 15802408 w 15988888"/>
              <a:gd name="connsiteY4" fmla="*/ 548274 h 548274"/>
              <a:gd name="connsiteX5" fmla="*/ 0 w 15988888"/>
              <a:gd name="connsiteY5" fmla="*/ 547482 h 548274"/>
              <a:gd name="connsiteX0" fmla="*/ 7196 w 13481484"/>
              <a:gd name="connsiteY0" fmla="*/ 549864 h 549864"/>
              <a:gd name="connsiteX1" fmla="*/ 52 w 13481484"/>
              <a:gd name="connsiteY1" fmla="*/ 2176 h 549864"/>
              <a:gd name="connsiteX2" fmla="*/ 13295004 w 13481484"/>
              <a:gd name="connsiteY2" fmla="*/ 586 h 549864"/>
              <a:gd name="connsiteX3" fmla="*/ 13481484 w 13481484"/>
              <a:gd name="connsiteY3" fmla="*/ 0 h 549864"/>
              <a:gd name="connsiteX4" fmla="*/ 13295004 w 13481484"/>
              <a:gd name="connsiteY4" fmla="*/ 548274 h 549864"/>
              <a:gd name="connsiteX5" fmla="*/ 7196 w 13481484"/>
              <a:gd name="connsiteY5" fmla="*/ 549864 h 549864"/>
              <a:gd name="connsiteX0" fmla="*/ 7196 w 13481484"/>
              <a:gd name="connsiteY0" fmla="*/ 549864 h 549864"/>
              <a:gd name="connsiteX1" fmla="*/ 52 w 13481484"/>
              <a:gd name="connsiteY1" fmla="*/ 2176 h 549864"/>
              <a:gd name="connsiteX2" fmla="*/ 13295004 w 13481484"/>
              <a:gd name="connsiteY2" fmla="*/ 586 h 549864"/>
              <a:gd name="connsiteX3" fmla="*/ 13481484 w 13481484"/>
              <a:gd name="connsiteY3" fmla="*/ 0 h 549864"/>
              <a:gd name="connsiteX4" fmla="*/ 13295004 w 13481484"/>
              <a:gd name="connsiteY4" fmla="*/ 548274 h 549864"/>
              <a:gd name="connsiteX5" fmla="*/ 4394234 w 13481484"/>
              <a:gd name="connsiteY5" fmla="*/ 549863 h 549864"/>
              <a:gd name="connsiteX6" fmla="*/ 7196 w 13481484"/>
              <a:gd name="connsiteY6" fmla="*/ 549864 h 549864"/>
              <a:gd name="connsiteX0" fmla="*/ 2486 w 13481537"/>
              <a:gd name="connsiteY0" fmla="*/ 552245 h 552245"/>
              <a:gd name="connsiteX1" fmla="*/ 105 w 13481537"/>
              <a:gd name="connsiteY1" fmla="*/ 2176 h 552245"/>
              <a:gd name="connsiteX2" fmla="*/ 13295057 w 13481537"/>
              <a:gd name="connsiteY2" fmla="*/ 586 h 552245"/>
              <a:gd name="connsiteX3" fmla="*/ 13481537 w 13481537"/>
              <a:gd name="connsiteY3" fmla="*/ 0 h 552245"/>
              <a:gd name="connsiteX4" fmla="*/ 13295057 w 13481537"/>
              <a:gd name="connsiteY4" fmla="*/ 548274 h 552245"/>
              <a:gd name="connsiteX5" fmla="*/ 4394287 w 13481537"/>
              <a:gd name="connsiteY5" fmla="*/ 549863 h 552245"/>
              <a:gd name="connsiteX6" fmla="*/ 2486 w 13481537"/>
              <a:gd name="connsiteY6" fmla="*/ 552245 h 55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81537" h="552245">
                <a:moveTo>
                  <a:pt x="2486" y="552245"/>
                </a:moveTo>
                <a:cubicBezTo>
                  <a:pt x="3280" y="369682"/>
                  <a:pt x="-689" y="184739"/>
                  <a:pt x="105" y="2176"/>
                </a:cubicBezTo>
                <a:lnTo>
                  <a:pt x="13295057" y="586"/>
                </a:lnTo>
                <a:lnTo>
                  <a:pt x="13481537" y="0"/>
                </a:lnTo>
                <a:lnTo>
                  <a:pt x="13295057" y="548274"/>
                </a:lnTo>
                <a:lnTo>
                  <a:pt x="4394287" y="549863"/>
                </a:lnTo>
                <a:lnTo>
                  <a:pt x="2486" y="552245"/>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highlight>
                <a:srgbClr val="FFFF00"/>
              </a:highlight>
            </a:endParaRPr>
          </a:p>
        </p:txBody>
      </p:sp>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nl-BE" noProof="0"/>
              <a:t>Klik om stijl te bewerken</a:t>
            </a:r>
          </a:p>
        </p:txBody>
      </p:sp>
      <p:sp>
        <p:nvSpPr>
          <p:cNvPr id="3" name="Text Placeholder 2"/>
          <p:cNvSpPr>
            <a:spLocks noGrp="1"/>
          </p:cNvSpPr>
          <p:nvPr>
            <p:ph type="body" idx="1"/>
          </p:nvPr>
        </p:nvSpPr>
        <p:spPr>
          <a:xfrm>
            <a:off x="1047749" y="2337516"/>
            <a:ext cx="15773400" cy="6527007"/>
          </a:xfrm>
          <a:prstGeom prst="rect">
            <a:avLst/>
          </a:prstGeom>
        </p:spPr>
        <p:txBody>
          <a:bodyPr vert="horz" lIns="91440" tIns="45720" rIns="91440" bIns="45720" rtlCol="0">
            <a:noAutofit/>
          </a:body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4" name="Date Placeholder 3"/>
          <p:cNvSpPr>
            <a:spLocks noGrp="1"/>
          </p:cNvSpPr>
          <p:nvPr>
            <p:ph type="dt" sz="half" idx="2"/>
          </p:nvPr>
        </p:nvSpPr>
        <p:spPr>
          <a:xfrm>
            <a:off x="1057275" y="9306717"/>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F8F0255F-54DF-45B9-858D-28793FC6D953}" type="datetime1">
              <a:rPr lang="nl-BE" smtClean="0"/>
              <a:t>6/10/2025</a:t>
            </a:fld>
            <a:endParaRPr lang="nl-BE" dirty="0"/>
          </a:p>
        </p:txBody>
      </p:sp>
      <p:sp>
        <p:nvSpPr>
          <p:cNvPr id="5" name="Footer Placeholder 4"/>
          <p:cNvSpPr>
            <a:spLocks noGrp="1"/>
          </p:cNvSpPr>
          <p:nvPr>
            <p:ph type="ftr" sz="quarter" idx="3"/>
          </p:nvPr>
        </p:nvSpPr>
        <p:spPr>
          <a:xfrm>
            <a:off x="5729289" y="9306717"/>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nl-BE"/>
              <a:t>PRI - Web API</a:t>
            </a:r>
            <a:endParaRPr lang="nl-BE" dirty="0"/>
          </a:p>
        </p:txBody>
      </p:sp>
      <p:sp>
        <p:nvSpPr>
          <p:cNvPr id="6" name="Slide Number Placeholder 5"/>
          <p:cNvSpPr>
            <a:spLocks noGrp="1"/>
          </p:cNvSpPr>
          <p:nvPr>
            <p:ph type="sldNum" sz="quarter" idx="4"/>
          </p:nvPr>
        </p:nvSpPr>
        <p:spPr>
          <a:xfrm>
            <a:off x="11901489" y="9306717"/>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7527A74-2D87-4307-9531-5A57D9647EEB}" type="slidenum">
              <a:rPr lang="nl-BE" smtClean="0"/>
              <a:t>‹#›</a:t>
            </a:fld>
            <a:endParaRPr lang="nl-BE" dirty="0"/>
          </a:p>
        </p:txBody>
      </p:sp>
      <p:grpSp>
        <p:nvGrpSpPr>
          <p:cNvPr id="152" name="Groep 151" hidden="1">
            <a:extLst>
              <a:ext uri="{FF2B5EF4-FFF2-40B4-BE49-F238E27FC236}">
                <a16:creationId xmlns:a16="http://schemas.microsoft.com/office/drawing/2014/main" id="{96D591AC-52D8-450B-929B-963FCE587E09}"/>
              </a:ext>
            </a:extLst>
          </p:cNvPr>
          <p:cNvGrpSpPr/>
          <p:nvPr userDrawn="1"/>
        </p:nvGrpSpPr>
        <p:grpSpPr>
          <a:xfrm>
            <a:off x="9527" y="947736"/>
            <a:ext cx="17611724" cy="8907104"/>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userDrawn="1"/>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 name="Rechthoek 7">
              <a:extLst>
                <a:ext uri="{FF2B5EF4-FFF2-40B4-BE49-F238E27FC236}">
                  <a16:creationId xmlns:a16="http://schemas.microsoft.com/office/drawing/2014/main" id="{0013E965-4C91-4629-BCBA-309E276519D8}"/>
                </a:ext>
              </a:extLst>
            </p:cNvPr>
            <p:cNvSpPr/>
            <p:nvPr userDrawn="1"/>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 name="Rechthoek 8">
              <a:extLst>
                <a:ext uri="{FF2B5EF4-FFF2-40B4-BE49-F238E27FC236}">
                  <a16:creationId xmlns:a16="http://schemas.microsoft.com/office/drawing/2014/main" id="{047CC3E9-FE23-40FA-9105-06386A47988D}"/>
                </a:ext>
              </a:extLst>
            </p:cNvPr>
            <p:cNvSpPr/>
            <p:nvPr userDrawn="1"/>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 name="Rechthoek 9">
              <a:extLst>
                <a:ext uri="{FF2B5EF4-FFF2-40B4-BE49-F238E27FC236}">
                  <a16:creationId xmlns:a16="http://schemas.microsoft.com/office/drawing/2014/main" id="{704AFB39-29E5-466B-8080-603EA16E9769}"/>
                </a:ext>
              </a:extLst>
            </p:cNvPr>
            <p:cNvSpPr/>
            <p:nvPr userDrawn="1"/>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 name="Rechthoek 10">
              <a:extLst>
                <a:ext uri="{FF2B5EF4-FFF2-40B4-BE49-F238E27FC236}">
                  <a16:creationId xmlns:a16="http://schemas.microsoft.com/office/drawing/2014/main" id="{DE95F01D-AC89-4487-8D71-820D19C2A798}"/>
                </a:ext>
              </a:extLst>
            </p:cNvPr>
            <p:cNvSpPr/>
            <p:nvPr userDrawn="1"/>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 name="Rechthoek 11">
              <a:extLst>
                <a:ext uri="{FF2B5EF4-FFF2-40B4-BE49-F238E27FC236}">
                  <a16:creationId xmlns:a16="http://schemas.microsoft.com/office/drawing/2014/main" id="{8EE87473-DF20-454E-956D-868992DD95E3}"/>
                </a:ext>
              </a:extLst>
            </p:cNvPr>
            <p:cNvSpPr/>
            <p:nvPr userDrawn="1"/>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 name="Rechthoek 12">
              <a:extLst>
                <a:ext uri="{FF2B5EF4-FFF2-40B4-BE49-F238E27FC236}">
                  <a16:creationId xmlns:a16="http://schemas.microsoft.com/office/drawing/2014/main" id="{874F403E-C1C5-49A1-AB1E-D952ECD1A3C0}"/>
                </a:ext>
              </a:extLst>
            </p:cNvPr>
            <p:cNvSpPr/>
            <p:nvPr userDrawn="1"/>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 name="Rechthoek 13">
              <a:extLst>
                <a:ext uri="{FF2B5EF4-FFF2-40B4-BE49-F238E27FC236}">
                  <a16:creationId xmlns:a16="http://schemas.microsoft.com/office/drawing/2014/main" id="{C9E884AD-0FEF-4BD2-A998-8599C8373C3C}"/>
                </a:ext>
              </a:extLst>
            </p:cNvPr>
            <p:cNvSpPr/>
            <p:nvPr userDrawn="1"/>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 name="Rechthoek 14">
              <a:extLst>
                <a:ext uri="{FF2B5EF4-FFF2-40B4-BE49-F238E27FC236}">
                  <a16:creationId xmlns:a16="http://schemas.microsoft.com/office/drawing/2014/main" id="{D256C055-1080-43A4-B77B-BE6AF35B62D4}"/>
                </a:ext>
              </a:extLst>
            </p:cNvPr>
            <p:cNvSpPr/>
            <p:nvPr userDrawn="1"/>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6" name="Rechthoek 15">
              <a:extLst>
                <a:ext uri="{FF2B5EF4-FFF2-40B4-BE49-F238E27FC236}">
                  <a16:creationId xmlns:a16="http://schemas.microsoft.com/office/drawing/2014/main" id="{49150C84-EC4E-49DC-A50B-8CB65A5B4E38}"/>
                </a:ext>
              </a:extLst>
            </p:cNvPr>
            <p:cNvSpPr/>
            <p:nvPr userDrawn="1"/>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7" name="Rechthoek 16">
              <a:extLst>
                <a:ext uri="{FF2B5EF4-FFF2-40B4-BE49-F238E27FC236}">
                  <a16:creationId xmlns:a16="http://schemas.microsoft.com/office/drawing/2014/main" id="{768696D7-C9AD-4261-951F-6EEC883DEF55}"/>
                </a:ext>
              </a:extLst>
            </p:cNvPr>
            <p:cNvSpPr/>
            <p:nvPr userDrawn="1"/>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8" name="Rechthoek 17">
              <a:extLst>
                <a:ext uri="{FF2B5EF4-FFF2-40B4-BE49-F238E27FC236}">
                  <a16:creationId xmlns:a16="http://schemas.microsoft.com/office/drawing/2014/main" id="{4F32DDC9-5209-4AF1-94DC-0436FEBA7E19}"/>
                </a:ext>
              </a:extLst>
            </p:cNvPr>
            <p:cNvSpPr/>
            <p:nvPr userDrawn="1"/>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9" name="Rechthoek 18">
              <a:extLst>
                <a:ext uri="{FF2B5EF4-FFF2-40B4-BE49-F238E27FC236}">
                  <a16:creationId xmlns:a16="http://schemas.microsoft.com/office/drawing/2014/main" id="{FE41BF45-0904-4462-9B83-6771D719E1DC}"/>
                </a:ext>
              </a:extLst>
            </p:cNvPr>
            <p:cNvSpPr/>
            <p:nvPr userDrawn="1"/>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0" name="Rechthoek 19">
              <a:extLst>
                <a:ext uri="{FF2B5EF4-FFF2-40B4-BE49-F238E27FC236}">
                  <a16:creationId xmlns:a16="http://schemas.microsoft.com/office/drawing/2014/main" id="{E6E4105E-EDE3-4A6A-9137-9B893F07821C}"/>
                </a:ext>
              </a:extLst>
            </p:cNvPr>
            <p:cNvSpPr/>
            <p:nvPr userDrawn="1"/>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1" name="Rechthoek 20">
              <a:extLst>
                <a:ext uri="{FF2B5EF4-FFF2-40B4-BE49-F238E27FC236}">
                  <a16:creationId xmlns:a16="http://schemas.microsoft.com/office/drawing/2014/main" id="{18BD591C-60CB-40FE-A88E-508FADBCFFE2}"/>
                </a:ext>
              </a:extLst>
            </p:cNvPr>
            <p:cNvSpPr/>
            <p:nvPr userDrawn="1"/>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2" name="Rechthoek 21">
              <a:extLst>
                <a:ext uri="{FF2B5EF4-FFF2-40B4-BE49-F238E27FC236}">
                  <a16:creationId xmlns:a16="http://schemas.microsoft.com/office/drawing/2014/main" id="{65DAAF1A-E757-47AD-BBA1-2678A21A485D}"/>
                </a:ext>
              </a:extLst>
            </p:cNvPr>
            <p:cNvSpPr/>
            <p:nvPr userDrawn="1"/>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3" name="Rechthoek 22">
              <a:extLst>
                <a:ext uri="{FF2B5EF4-FFF2-40B4-BE49-F238E27FC236}">
                  <a16:creationId xmlns:a16="http://schemas.microsoft.com/office/drawing/2014/main" id="{870D86A4-B151-4487-8A41-8610F56D0D9E}"/>
                </a:ext>
              </a:extLst>
            </p:cNvPr>
            <p:cNvSpPr/>
            <p:nvPr userDrawn="1"/>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4" name="Rechthoek 23">
              <a:extLst>
                <a:ext uri="{FF2B5EF4-FFF2-40B4-BE49-F238E27FC236}">
                  <a16:creationId xmlns:a16="http://schemas.microsoft.com/office/drawing/2014/main" id="{C4A5E95D-002F-40B3-A01A-A1CD9A8BD77A}"/>
                </a:ext>
              </a:extLst>
            </p:cNvPr>
            <p:cNvSpPr/>
            <p:nvPr userDrawn="1"/>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5" name="Rechthoek 24">
              <a:extLst>
                <a:ext uri="{FF2B5EF4-FFF2-40B4-BE49-F238E27FC236}">
                  <a16:creationId xmlns:a16="http://schemas.microsoft.com/office/drawing/2014/main" id="{DD99907A-EAED-43E6-A032-99E0A25FD405}"/>
                </a:ext>
              </a:extLst>
            </p:cNvPr>
            <p:cNvSpPr/>
            <p:nvPr userDrawn="1"/>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6" name="Rechthoek 25">
              <a:extLst>
                <a:ext uri="{FF2B5EF4-FFF2-40B4-BE49-F238E27FC236}">
                  <a16:creationId xmlns:a16="http://schemas.microsoft.com/office/drawing/2014/main" id="{AAAA5CBA-E6E7-402A-9803-6AB0B60E3008}"/>
                </a:ext>
              </a:extLst>
            </p:cNvPr>
            <p:cNvSpPr/>
            <p:nvPr userDrawn="1"/>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7" name="Rechthoek 26">
              <a:extLst>
                <a:ext uri="{FF2B5EF4-FFF2-40B4-BE49-F238E27FC236}">
                  <a16:creationId xmlns:a16="http://schemas.microsoft.com/office/drawing/2014/main" id="{70C87857-C1F4-4A6A-86EC-D9ABAD3EECFF}"/>
                </a:ext>
              </a:extLst>
            </p:cNvPr>
            <p:cNvSpPr/>
            <p:nvPr userDrawn="1"/>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8" name="Rechthoek 27">
              <a:extLst>
                <a:ext uri="{FF2B5EF4-FFF2-40B4-BE49-F238E27FC236}">
                  <a16:creationId xmlns:a16="http://schemas.microsoft.com/office/drawing/2014/main" id="{6AE32341-9677-4F5F-BC1E-F5B8066C8E55}"/>
                </a:ext>
              </a:extLst>
            </p:cNvPr>
            <p:cNvSpPr/>
            <p:nvPr userDrawn="1"/>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29" name="Rechthoek 28">
              <a:extLst>
                <a:ext uri="{FF2B5EF4-FFF2-40B4-BE49-F238E27FC236}">
                  <a16:creationId xmlns:a16="http://schemas.microsoft.com/office/drawing/2014/main" id="{790AE487-B602-4996-9005-2FB1EF049A62}"/>
                </a:ext>
              </a:extLst>
            </p:cNvPr>
            <p:cNvSpPr/>
            <p:nvPr userDrawn="1"/>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0" name="Rechthoek 29">
              <a:extLst>
                <a:ext uri="{FF2B5EF4-FFF2-40B4-BE49-F238E27FC236}">
                  <a16:creationId xmlns:a16="http://schemas.microsoft.com/office/drawing/2014/main" id="{A6FCA990-CADB-496F-A578-80BBCEC57B2B}"/>
                </a:ext>
              </a:extLst>
            </p:cNvPr>
            <p:cNvSpPr/>
            <p:nvPr userDrawn="1"/>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1" name="Rechthoek 30">
              <a:extLst>
                <a:ext uri="{FF2B5EF4-FFF2-40B4-BE49-F238E27FC236}">
                  <a16:creationId xmlns:a16="http://schemas.microsoft.com/office/drawing/2014/main" id="{480F65BC-7188-441F-8BC1-7B3F9F29B66F}"/>
                </a:ext>
              </a:extLst>
            </p:cNvPr>
            <p:cNvSpPr/>
            <p:nvPr userDrawn="1"/>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2" name="Rechthoek 31">
              <a:extLst>
                <a:ext uri="{FF2B5EF4-FFF2-40B4-BE49-F238E27FC236}">
                  <a16:creationId xmlns:a16="http://schemas.microsoft.com/office/drawing/2014/main" id="{9BFD8BBE-5047-424E-871B-1B15C1DF2259}"/>
                </a:ext>
              </a:extLst>
            </p:cNvPr>
            <p:cNvSpPr/>
            <p:nvPr userDrawn="1"/>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3" name="Rechthoek 32">
              <a:extLst>
                <a:ext uri="{FF2B5EF4-FFF2-40B4-BE49-F238E27FC236}">
                  <a16:creationId xmlns:a16="http://schemas.microsoft.com/office/drawing/2014/main" id="{F01F39E3-9401-4551-8EC1-959531EAEBB0}"/>
                </a:ext>
              </a:extLst>
            </p:cNvPr>
            <p:cNvSpPr/>
            <p:nvPr userDrawn="1"/>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4" name="Rechthoek 33">
              <a:extLst>
                <a:ext uri="{FF2B5EF4-FFF2-40B4-BE49-F238E27FC236}">
                  <a16:creationId xmlns:a16="http://schemas.microsoft.com/office/drawing/2014/main" id="{4638604A-5A5B-4EB0-84D7-3A112C38892D}"/>
                </a:ext>
              </a:extLst>
            </p:cNvPr>
            <p:cNvSpPr/>
            <p:nvPr userDrawn="1"/>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5" name="Rechthoek 34">
              <a:extLst>
                <a:ext uri="{FF2B5EF4-FFF2-40B4-BE49-F238E27FC236}">
                  <a16:creationId xmlns:a16="http://schemas.microsoft.com/office/drawing/2014/main" id="{90136574-DDF6-4FC5-BB12-2DBB04FF5282}"/>
                </a:ext>
              </a:extLst>
            </p:cNvPr>
            <p:cNvSpPr/>
            <p:nvPr userDrawn="1"/>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6" name="Rechthoek 35">
              <a:extLst>
                <a:ext uri="{FF2B5EF4-FFF2-40B4-BE49-F238E27FC236}">
                  <a16:creationId xmlns:a16="http://schemas.microsoft.com/office/drawing/2014/main" id="{C67C375E-8DB6-4F8F-AF37-1735B105F4E9}"/>
                </a:ext>
              </a:extLst>
            </p:cNvPr>
            <p:cNvSpPr/>
            <p:nvPr userDrawn="1"/>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7" name="Rechthoek 36">
              <a:extLst>
                <a:ext uri="{FF2B5EF4-FFF2-40B4-BE49-F238E27FC236}">
                  <a16:creationId xmlns:a16="http://schemas.microsoft.com/office/drawing/2014/main" id="{1F96FF38-CB0F-4E39-9E6C-BC93D6A770E7}"/>
                </a:ext>
              </a:extLst>
            </p:cNvPr>
            <p:cNvSpPr/>
            <p:nvPr userDrawn="1"/>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8" name="Rechthoek 37">
              <a:extLst>
                <a:ext uri="{FF2B5EF4-FFF2-40B4-BE49-F238E27FC236}">
                  <a16:creationId xmlns:a16="http://schemas.microsoft.com/office/drawing/2014/main" id="{DDA93778-B0C3-4B91-A932-441F99F61D4F}"/>
                </a:ext>
              </a:extLst>
            </p:cNvPr>
            <p:cNvSpPr/>
            <p:nvPr userDrawn="1"/>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39" name="Rechthoek 38">
              <a:extLst>
                <a:ext uri="{FF2B5EF4-FFF2-40B4-BE49-F238E27FC236}">
                  <a16:creationId xmlns:a16="http://schemas.microsoft.com/office/drawing/2014/main" id="{B634EDDC-A20B-4948-835C-49AEA4EE3351}"/>
                </a:ext>
              </a:extLst>
            </p:cNvPr>
            <p:cNvSpPr/>
            <p:nvPr userDrawn="1"/>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0" name="Rechthoek 39">
              <a:extLst>
                <a:ext uri="{FF2B5EF4-FFF2-40B4-BE49-F238E27FC236}">
                  <a16:creationId xmlns:a16="http://schemas.microsoft.com/office/drawing/2014/main" id="{53471B16-7ED3-4C2F-957C-190CE4E1F4F6}"/>
                </a:ext>
              </a:extLst>
            </p:cNvPr>
            <p:cNvSpPr/>
            <p:nvPr userDrawn="1"/>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1" name="Rechthoek 40">
              <a:extLst>
                <a:ext uri="{FF2B5EF4-FFF2-40B4-BE49-F238E27FC236}">
                  <a16:creationId xmlns:a16="http://schemas.microsoft.com/office/drawing/2014/main" id="{31636679-E456-4F98-BA01-79E337BD37A1}"/>
                </a:ext>
              </a:extLst>
            </p:cNvPr>
            <p:cNvSpPr/>
            <p:nvPr userDrawn="1"/>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2" name="Rechthoek 41">
              <a:extLst>
                <a:ext uri="{FF2B5EF4-FFF2-40B4-BE49-F238E27FC236}">
                  <a16:creationId xmlns:a16="http://schemas.microsoft.com/office/drawing/2014/main" id="{3E33FF96-84EB-414F-ABCD-14B9B2717855}"/>
                </a:ext>
              </a:extLst>
            </p:cNvPr>
            <p:cNvSpPr/>
            <p:nvPr userDrawn="1"/>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3" name="Rechthoek 42">
              <a:extLst>
                <a:ext uri="{FF2B5EF4-FFF2-40B4-BE49-F238E27FC236}">
                  <a16:creationId xmlns:a16="http://schemas.microsoft.com/office/drawing/2014/main" id="{B191276C-BEAD-496C-9003-D656D32B3B9C}"/>
                </a:ext>
              </a:extLst>
            </p:cNvPr>
            <p:cNvSpPr/>
            <p:nvPr userDrawn="1"/>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4" name="Rechthoek 43">
              <a:extLst>
                <a:ext uri="{FF2B5EF4-FFF2-40B4-BE49-F238E27FC236}">
                  <a16:creationId xmlns:a16="http://schemas.microsoft.com/office/drawing/2014/main" id="{5B8EF463-5AD6-4FCF-899E-72D7EE4833EE}"/>
                </a:ext>
              </a:extLst>
            </p:cNvPr>
            <p:cNvSpPr/>
            <p:nvPr userDrawn="1"/>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5" name="Rechthoek 44">
              <a:extLst>
                <a:ext uri="{FF2B5EF4-FFF2-40B4-BE49-F238E27FC236}">
                  <a16:creationId xmlns:a16="http://schemas.microsoft.com/office/drawing/2014/main" id="{3D4E124A-0400-4917-AC56-18310ADEEB89}"/>
                </a:ext>
              </a:extLst>
            </p:cNvPr>
            <p:cNvSpPr/>
            <p:nvPr userDrawn="1"/>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6" name="Rechthoek 45">
              <a:extLst>
                <a:ext uri="{FF2B5EF4-FFF2-40B4-BE49-F238E27FC236}">
                  <a16:creationId xmlns:a16="http://schemas.microsoft.com/office/drawing/2014/main" id="{D181E518-CEB9-4311-9137-8DB98177815F}"/>
                </a:ext>
              </a:extLst>
            </p:cNvPr>
            <p:cNvSpPr/>
            <p:nvPr userDrawn="1"/>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7" name="Rechthoek 46">
              <a:extLst>
                <a:ext uri="{FF2B5EF4-FFF2-40B4-BE49-F238E27FC236}">
                  <a16:creationId xmlns:a16="http://schemas.microsoft.com/office/drawing/2014/main" id="{39163085-7926-4628-AD5A-152BB33B0DA8}"/>
                </a:ext>
              </a:extLst>
            </p:cNvPr>
            <p:cNvSpPr/>
            <p:nvPr userDrawn="1"/>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8" name="Rechthoek 47">
              <a:extLst>
                <a:ext uri="{FF2B5EF4-FFF2-40B4-BE49-F238E27FC236}">
                  <a16:creationId xmlns:a16="http://schemas.microsoft.com/office/drawing/2014/main" id="{83734956-20CD-44A5-8156-18D16B078947}"/>
                </a:ext>
              </a:extLst>
            </p:cNvPr>
            <p:cNvSpPr/>
            <p:nvPr userDrawn="1"/>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49" name="Rechthoek 48">
              <a:extLst>
                <a:ext uri="{FF2B5EF4-FFF2-40B4-BE49-F238E27FC236}">
                  <a16:creationId xmlns:a16="http://schemas.microsoft.com/office/drawing/2014/main" id="{C2BD56DB-A479-4659-B8A8-FA8BD2A15593}"/>
                </a:ext>
              </a:extLst>
            </p:cNvPr>
            <p:cNvSpPr/>
            <p:nvPr userDrawn="1"/>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0" name="Rechthoek 49">
              <a:extLst>
                <a:ext uri="{FF2B5EF4-FFF2-40B4-BE49-F238E27FC236}">
                  <a16:creationId xmlns:a16="http://schemas.microsoft.com/office/drawing/2014/main" id="{3570E184-A710-447B-B9FF-99262392D498}"/>
                </a:ext>
              </a:extLst>
            </p:cNvPr>
            <p:cNvSpPr/>
            <p:nvPr userDrawn="1"/>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1" name="Rechthoek 50">
              <a:extLst>
                <a:ext uri="{FF2B5EF4-FFF2-40B4-BE49-F238E27FC236}">
                  <a16:creationId xmlns:a16="http://schemas.microsoft.com/office/drawing/2014/main" id="{D8EA7E2F-4E27-416D-861C-0095FB49F4E9}"/>
                </a:ext>
              </a:extLst>
            </p:cNvPr>
            <p:cNvSpPr/>
            <p:nvPr userDrawn="1"/>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2" name="Rechthoek 51">
              <a:extLst>
                <a:ext uri="{FF2B5EF4-FFF2-40B4-BE49-F238E27FC236}">
                  <a16:creationId xmlns:a16="http://schemas.microsoft.com/office/drawing/2014/main" id="{8636855F-D700-443F-81B1-672D7072F301}"/>
                </a:ext>
              </a:extLst>
            </p:cNvPr>
            <p:cNvSpPr/>
            <p:nvPr userDrawn="1"/>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3" name="Rechthoek 52">
              <a:extLst>
                <a:ext uri="{FF2B5EF4-FFF2-40B4-BE49-F238E27FC236}">
                  <a16:creationId xmlns:a16="http://schemas.microsoft.com/office/drawing/2014/main" id="{3430E2ED-BDD5-4076-99CB-8E8C712E3C51}"/>
                </a:ext>
              </a:extLst>
            </p:cNvPr>
            <p:cNvSpPr/>
            <p:nvPr userDrawn="1"/>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4" name="Rechthoek 53">
              <a:extLst>
                <a:ext uri="{FF2B5EF4-FFF2-40B4-BE49-F238E27FC236}">
                  <a16:creationId xmlns:a16="http://schemas.microsoft.com/office/drawing/2014/main" id="{ADDC9361-C617-4A5A-AEB6-FE7BDBD7B991}"/>
                </a:ext>
              </a:extLst>
            </p:cNvPr>
            <p:cNvSpPr/>
            <p:nvPr userDrawn="1"/>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5" name="Rechthoek 54">
              <a:extLst>
                <a:ext uri="{FF2B5EF4-FFF2-40B4-BE49-F238E27FC236}">
                  <a16:creationId xmlns:a16="http://schemas.microsoft.com/office/drawing/2014/main" id="{AC9D498F-4155-4D2F-A335-5B49628AF8FE}"/>
                </a:ext>
              </a:extLst>
            </p:cNvPr>
            <p:cNvSpPr/>
            <p:nvPr userDrawn="1"/>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6" name="Rechthoek 55">
              <a:extLst>
                <a:ext uri="{FF2B5EF4-FFF2-40B4-BE49-F238E27FC236}">
                  <a16:creationId xmlns:a16="http://schemas.microsoft.com/office/drawing/2014/main" id="{337532BF-6611-4233-81B0-16C5A86A45A8}"/>
                </a:ext>
              </a:extLst>
            </p:cNvPr>
            <p:cNvSpPr/>
            <p:nvPr userDrawn="1"/>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7" name="Rechthoek 56">
              <a:extLst>
                <a:ext uri="{FF2B5EF4-FFF2-40B4-BE49-F238E27FC236}">
                  <a16:creationId xmlns:a16="http://schemas.microsoft.com/office/drawing/2014/main" id="{3D587D00-FBD4-4B34-8068-E8BA96801328}"/>
                </a:ext>
              </a:extLst>
            </p:cNvPr>
            <p:cNvSpPr/>
            <p:nvPr userDrawn="1"/>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8" name="Rechthoek 57">
              <a:extLst>
                <a:ext uri="{FF2B5EF4-FFF2-40B4-BE49-F238E27FC236}">
                  <a16:creationId xmlns:a16="http://schemas.microsoft.com/office/drawing/2014/main" id="{11859AA9-5C67-4644-866E-DE73D0965300}"/>
                </a:ext>
              </a:extLst>
            </p:cNvPr>
            <p:cNvSpPr/>
            <p:nvPr userDrawn="1"/>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59" name="Rechthoek 58">
              <a:extLst>
                <a:ext uri="{FF2B5EF4-FFF2-40B4-BE49-F238E27FC236}">
                  <a16:creationId xmlns:a16="http://schemas.microsoft.com/office/drawing/2014/main" id="{FB2791C2-6CA0-4D2D-9ADD-178F7FAD88E8}"/>
                </a:ext>
              </a:extLst>
            </p:cNvPr>
            <p:cNvSpPr/>
            <p:nvPr userDrawn="1"/>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0" name="Rechthoek 59">
              <a:extLst>
                <a:ext uri="{FF2B5EF4-FFF2-40B4-BE49-F238E27FC236}">
                  <a16:creationId xmlns:a16="http://schemas.microsoft.com/office/drawing/2014/main" id="{904D5CC7-402A-4753-95BF-839E3B97E4EF}"/>
                </a:ext>
              </a:extLst>
            </p:cNvPr>
            <p:cNvSpPr/>
            <p:nvPr userDrawn="1"/>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1" name="Rechthoek 60">
              <a:extLst>
                <a:ext uri="{FF2B5EF4-FFF2-40B4-BE49-F238E27FC236}">
                  <a16:creationId xmlns:a16="http://schemas.microsoft.com/office/drawing/2014/main" id="{92C59641-77C0-4A74-B949-DCD6A7821951}"/>
                </a:ext>
              </a:extLst>
            </p:cNvPr>
            <p:cNvSpPr/>
            <p:nvPr userDrawn="1"/>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2" name="Rechthoek 61">
              <a:extLst>
                <a:ext uri="{FF2B5EF4-FFF2-40B4-BE49-F238E27FC236}">
                  <a16:creationId xmlns:a16="http://schemas.microsoft.com/office/drawing/2014/main" id="{59093287-1D7A-4502-838F-94D0F13784EB}"/>
                </a:ext>
              </a:extLst>
            </p:cNvPr>
            <p:cNvSpPr/>
            <p:nvPr userDrawn="1"/>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3" name="Rechthoek 62">
              <a:extLst>
                <a:ext uri="{FF2B5EF4-FFF2-40B4-BE49-F238E27FC236}">
                  <a16:creationId xmlns:a16="http://schemas.microsoft.com/office/drawing/2014/main" id="{512CACC4-6131-47E2-8C83-EC6F762CF25C}"/>
                </a:ext>
              </a:extLst>
            </p:cNvPr>
            <p:cNvSpPr/>
            <p:nvPr userDrawn="1"/>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4" name="Rechthoek 63">
              <a:extLst>
                <a:ext uri="{FF2B5EF4-FFF2-40B4-BE49-F238E27FC236}">
                  <a16:creationId xmlns:a16="http://schemas.microsoft.com/office/drawing/2014/main" id="{C258E187-3B1A-4611-9A01-4D42869C647B}"/>
                </a:ext>
              </a:extLst>
            </p:cNvPr>
            <p:cNvSpPr/>
            <p:nvPr userDrawn="1"/>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5" name="Rechthoek 64">
              <a:extLst>
                <a:ext uri="{FF2B5EF4-FFF2-40B4-BE49-F238E27FC236}">
                  <a16:creationId xmlns:a16="http://schemas.microsoft.com/office/drawing/2014/main" id="{B1D4C479-0E67-4180-903E-BE2119BFB3B4}"/>
                </a:ext>
              </a:extLst>
            </p:cNvPr>
            <p:cNvSpPr/>
            <p:nvPr userDrawn="1"/>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6" name="Rechthoek 65">
              <a:extLst>
                <a:ext uri="{FF2B5EF4-FFF2-40B4-BE49-F238E27FC236}">
                  <a16:creationId xmlns:a16="http://schemas.microsoft.com/office/drawing/2014/main" id="{9C8936E6-1ED5-4CE2-8879-07133E737D03}"/>
                </a:ext>
              </a:extLst>
            </p:cNvPr>
            <p:cNvSpPr/>
            <p:nvPr userDrawn="1"/>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7" name="Rechthoek 66">
              <a:extLst>
                <a:ext uri="{FF2B5EF4-FFF2-40B4-BE49-F238E27FC236}">
                  <a16:creationId xmlns:a16="http://schemas.microsoft.com/office/drawing/2014/main" id="{C9EEFD06-F5C0-4B9C-AC43-82E32C88DEAB}"/>
                </a:ext>
              </a:extLst>
            </p:cNvPr>
            <p:cNvSpPr/>
            <p:nvPr userDrawn="1"/>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8" name="Rechthoek 67">
              <a:extLst>
                <a:ext uri="{FF2B5EF4-FFF2-40B4-BE49-F238E27FC236}">
                  <a16:creationId xmlns:a16="http://schemas.microsoft.com/office/drawing/2014/main" id="{AFAB9AA9-7C6F-4F35-81E3-5E8DD8CE16FA}"/>
                </a:ext>
              </a:extLst>
            </p:cNvPr>
            <p:cNvSpPr/>
            <p:nvPr userDrawn="1"/>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69" name="Rechthoek 68">
              <a:extLst>
                <a:ext uri="{FF2B5EF4-FFF2-40B4-BE49-F238E27FC236}">
                  <a16:creationId xmlns:a16="http://schemas.microsoft.com/office/drawing/2014/main" id="{21E6D803-8ACD-497F-879D-509BAF7E77B4}"/>
                </a:ext>
              </a:extLst>
            </p:cNvPr>
            <p:cNvSpPr/>
            <p:nvPr userDrawn="1"/>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0" name="Rechthoek 69">
              <a:extLst>
                <a:ext uri="{FF2B5EF4-FFF2-40B4-BE49-F238E27FC236}">
                  <a16:creationId xmlns:a16="http://schemas.microsoft.com/office/drawing/2014/main" id="{3437667D-E52D-4864-B330-E11CEB796E68}"/>
                </a:ext>
              </a:extLst>
            </p:cNvPr>
            <p:cNvSpPr/>
            <p:nvPr userDrawn="1"/>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1" name="Rechthoek 70">
              <a:extLst>
                <a:ext uri="{FF2B5EF4-FFF2-40B4-BE49-F238E27FC236}">
                  <a16:creationId xmlns:a16="http://schemas.microsoft.com/office/drawing/2014/main" id="{AC8C857A-9782-4E0E-85FA-989D80A33D5B}"/>
                </a:ext>
              </a:extLst>
            </p:cNvPr>
            <p:cNvSpPr/>
            <p:nvPr userDrawn="1"/>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2" name="Rechthoek 71">
              <a:extLst>
                <a:ext uri="{FF2B5EF4-FFF2-40B4-BE49-F238E27FC236}">
                  <a16:creationId xmlns:a16="http://schemas.microsoft.com/office/drawing/2014/main" id="{13706F80-0AB1-47BD-BFBF-2135CE302E5E}"/>
                </a:ext>
              </a:extLst>
            </p:cNvPr>
            <p:cNvSpPr/>
            <p:nvPr userDrawn="1"/>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3" name="Rechthoek 72">
              <a:extLst>
                <a:ext uri="{FF2B5EF4-FFF2-40B4-BE49-F238E27FC236}">
                  <a16:creationId xmlns:a16="http://schemas.microsoft.com/office/drawing/2014/main" id="{DDB7FB69-42A6-4F4A-BBBB-EF910BD9517E}"/>
                </a:ext>
              </a:extLst>
            </p:cNvPr>
            <p:cNvSpPr/>
            <p:nvPr userDrawn="1"/>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4" name="Rechthoek 73">
              <a:extLst>
                <a:ext uri="{FF2B5EF4-FFF2-40B4-BE49-F238E27FC236}">
                  <a16:creationId xmlns:a16="http://schemas.microsoft.com/office/drawing/2014/main" id="{F70197D9-8207-423E-8355-C4718C41CBCF}"/>
                </a:ext>
              </a:extLst>
            </p:cNvPr>
            <p:cNvSpPr/>
            <p:nvPr userDrawn="1"/>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5" name="Rechthoek 74">
              <a:extLst>
                <a:ext uri="{FF2B5EF4-FFF2-40B4-BE49-F238E27FC236}">
                  <a16:creationId xmlns:a16="http://schemas.microsoft.com/office/drawing/2014/main" id="{1E0D3499-D858-46B1-B897-09933731A297}"/>
                </a:ext>
              </a:extLst>
            </p:cNvPr>
            <p:cNvSpPr/>
            <p:nvPr userDrawn="1"/>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6" name="Rechthoek 75">
              <a:extLst>
                <a:ext uri="{FF2B5EF4-FFF2-40B4-BE49-F238E27FC236}">
                  <a16:creationId xmlns:a16="http://schemas.microsoft.com/office/drawing/2014/main" id="{1361DF95-749D-4277-AA88-C357F0ABD665}"/>
                </a:ext>
              </a:extLst>
            </p:cNvPr>
            <p:cNvSpPr/>
            <p:nvPr userDrawn="1"/>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7" name="Rechthoek 76">
              <a:extLst>
                <a:ext uri="{FF2B5EF4-FFF2-40B4-BE49-F238E27FC236}">
                  <a16:creationId xmlns:a16="http://schemas.microsoft.com/office/drawing/2014/main" id="{B7B04DA8-812A-4895-95D5-4ACBBB770F2D}"/>
                </a:ext>
              </a:extLst>
            </p:cNvPr>
            <p:cNvSpPr/>
            <p:nvPr userDrawn="1"/>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8" name="Rechthoek 77">
              <a:extLst>
                <a:ext uri="{FF2B5EF4-FFF2-40B4-BE49-F238E27FC236}">
                  <a16:creationId xmlns:a16="http://schemas.microsoft.com/office/drawing/2014/main" id="{3BD13550-11F9-4DCB-B805-0C4E441C2ED0}"/>
                </a:ext>
              </a:extLst>
            </p:cNvPr>
            <p:cNvSpPr/>
            <p:nvPr userDrawn="1"/>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79" name="Rechthoek 78">
              <a:extLst>
                <a:ext uri="{FF2B5EF4-FFF2-40B4-BE49-F238E27FC236}">
                  <a16:creationId xmlns:a16="http://schemas.microsoft.com/office/drawing/2014/main" id="{D37F375B-825E-4443-9400-AB25E9BC9613}"/>
                </a:ext>
              </a:extLst>
            </p:cNvPr>
            <p:cNvSpPr/>
            <p:nvPr userDrawn="1"/>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0" name="Rechthoek 79">
              <a:extLst>
                <a:ext uri="{FF2B5EF4-FFF2-40B4-BE49-F238E27FC236}">
                  <a16:creationId xmlns:a16="http://schemas.microsoft.com/office/drawing/2014/main" id="{2F3CFAAB-65E3-406B-A195-F4BAA23DA276}"/>
                </a:ext>
              </a:extLst>
            </p:cNvPr>
            <p:cNvSpPr/>
            <p:nvPr userDrawn="1"/>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1" name="Rechthoek 80">
              <a:extLst>
                <a:ext uri="{FF2B5EF4-FFF2-40B4-BE49-F238E27FC236}">
                  <a16:creationId xmlns:a16="http://schemas.microsoft.com/office/drawing/2014/main" id="{0B7939F1-1A7B-4403-BD7B-B2890E6046E4}"/>
                </a:ext>
              </a:extLst>
            </p:cNvPr>
            <p:cNvSpPr/>
            <p:nvPr userDrawn="1"/>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2" name="Rechthoek 81">
              <a:extLst>
                <a:ext uri="{FF2B5EF4-FFF2-40B4-BE49-F238E27FC236}">
                  <a16:creationId xmlns:a16="http://schemas.microsoft.com/office/drawing/2014/main" id="{952856AF-170D-405F-B53F-42CFC4433DF9}"/>
                </a:ext>
              </a:extLst>
            </p:cNvPr>
            <p:cNvSpPr/>
            <p:nvPr userDrawn="1"/>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3" name="Rechthoek 82">
              <a:extLst>
                <a:ext uri="{FF2B5EF4-FFF2-40B4-BE49-F238E27FC236}">
                  <a16:creationId xmlns:a16="http://schemas.microsoft.com/office/drawing/2014/main" id="{8239B102-56CC-4A5F-BC32-4E48A711F149}"/>
                </a:ext>
              </a:extLst>
            </p:cNvPr>
            <p:cNvSpPr/>
            <p:nvPr userDrawn="1"/>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4" name="Rechthoek 83">
              <a:extLst>
                <a:ext uri="{FF2B5EF4-FFF2-40B4-BE49-F238E27FC236}">
                  <a16:creationId xmlns:a16="http://schemas.microsoft.com/office/drawing/2014/main" id="{61A45AEB-62C5-47DA-AB38-AADE12BC1314}"/>
                </a:ext>
              </a:extLst>
            </p:cNvPr>
            <p:cNvSpPr/>
            <p:nvPr userDrawn="1"/>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5" name="Rechthoek 84">
              <a:extLst>
                <a:ext uri="{FF2B5EF4-FFF2-40B4-BE49-F238E27FC236}">
                  <a16:creationId xmlns:a16="http://schemas.microsoft.com/office/drawing/2014/main" id="{A2270570-8C09-4EF4-952D-631F93D2F677}"/>
                </a:ext>
              </a:extLst>
            </p:cNvPr>
            <p:cNvSpPr/>
            <p:nvPr userDrawn="1"/>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6" name="Rechthoek 85">
              <a:extLst>
                <a:ext uri="{FF2B5EF4-FFF2-40B4-BE49-F238E27FC236}">
                  <a16:creationId xmlns:a16="http://schemas.microsoft.com/office/drawing/2014/main" id="{715C7321-53C7-4463-92A0-6EDBBEC24C08}"/>
                </a:ext>
              </a:extLst>
            </p:cNvPr>
            <p:cNvSpPr/>
            <p:nvPr userDrawn="1"/>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7" name="Rechthoek 86">
              <a:extLst>
                <a:ext uri="{FF2B5EF4-FFF2-40B4-BE49-F238E27FC236}">
                  <a16:creationId xmlns:a16="http://schemas.microsoft.com/office/drawing/2014/main" id="{BA084D0E-5ACF-4CAC-97C6-AEA9C5248263}"/>
                </a:ext>
              </a:extLst>
            </p:cNvPr>
            <p:cNvSpPr/>
            <p:nvPr userDrawn="1"/>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8" name="Rechthoek 87">
              <a:extLst>
                <a:ext uri="{FF2B5EF4-FFF2-40B4-BE49-F238E27FC236}">
                  <a16:creationId xmlns:a16="http://schemas.microsoft.com/office/drawing/2014/main" id="{19CC7CB0-0670-419C-A844-A28316F7CB4C}"/>
                </a:ext>
              </a:extLst>
            </p:cNvPr>
            <p:cNvSpPr/>
            <p:nvPr userDrawn="1"/>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89" name="Rechthoek 88">
              <a:extLst>
                <a:ext uri="{FF2B5EF4-FFF2-40B4-BE49-F238E27FC236}">
                  <a16:creationId xmlns:a16="http://schemas.microsoft.com/office/drawing/2014/main" id="{2153D52C-015D-414F-93A9-D4F1277B5E8D}"/>
                </a:ext>
              </a:extLst>
            </p:cNvPr>
            <p:cNvSpPr/>
            <p:nvPr userDrawn="1"/>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0" name="Rechthoek 89">
              <a:extLst>
                <a:ext uri="{FF2B5EF4-FFF2-40B4-BE49-F238E27FC236}">
                  <a16:creationId xmlns:a16="http://schemas.microsoft.com/office/drawing/2014/main" id="{3D42C007-B73B-4E21-ADDD-E70085762785}"/>
                </a:ext>
              </a:extLst>
            </p:cNvPr>
            <p:cNvSpPr/>
            <p:nvPr userDrawn="1"/>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1" name="Rechthoek 90">
              <a:extLst>
                <a:ext uri="{FF2B5EF4-FFF2-40B4-BE49-F238E27FC236}">
                  <a16:creationId xmlns:a16="http://schemas.microsoft.com/office/drawing/2014/main" id="{61531C16-91D5-4692-B4F7-B0C494DC636C}"/>
                </a:ext>
              </a:extLst>
            </p:cNvPr>
            <p:cNvSpPr/>
            <p:nvPr userDrawn="1"/>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2" name="Rechthoek 91">
              <a:extLst>
                <a:ext uri="{FF2B5EF4-FFF2-40B4-BE49-F238E27FC236}">
                  <a16:creationId xmlns:a16="http://schemas.microsoft.com/office/drawing/2014/main" id="{BE2A0FC4-BFB6-4C02-A005-42DE8103402C}"/>
                </a:ext>
              </a:extLst>
            </p:cNvPr>
            <p:cNvSpPr/>
            <p:nvPr userDrawn="1"/>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3" name="Rechthoek 92">
              <a:extLst>
                <a:ext uri="{FF2B5EF4-FFF2-40B4-BE49-F238E27FC236}">
                  <a16:creationId xmlns:a16="http://schemas.microsoft.com/office/drawing/2014/main" id="{5D1C530D-C8C3-459C-B166-283CAC72D972}"/>
                </a:ext>
              </a:extLst>
            </p:cNvPr>
            <p:cNvSpPr/>
            <p:nvPr userDrawn="1"/>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4" name="Rechthoek 93">
              <a:extLst>
                <a:ext uri="{FF2B5EF4-FFF2-40B4-BE49-F238E27FC236}">
                  <a16:creationId xmlns:a16="http://schemas.microsoft.com/office/drawing/2014/main" id="{44DB0356-E9F3-4648-A1C3-286D0DD3BC0D}"/>
                </a:ext>
              </a:extLst>
            </p:cNvPr>
            <p:cNvSpPr/>
            <p:nvPr userDrawn="1"/>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5" name="Rechthoek 94">
              <a:extLst>
                <a:ext uri="{FF2B5EF4-FFF2-40B4-BE49-F238E27FC236}">
                  <a16:creationId xmlns:a16="http://schemas.microsoft.com/office/drawing/2014/main" id="{A08248CC-0DD7-43D3-89D0-04B21B0E9D0C}"/>
                </a:ext>
              </a:extLst>
            </p:cNvPr>
            <p:cNvSpPr/>
            <p:nvPr userDrawn="1"/>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6" name="Rechthoek 95">
              <a:extLst>
                <a:ext uri="{FF2B5EF4-FFF2-40B4-BE49-F238E27FC236}">
                  <a16:creationId xmlns:a16="http://schemas.microsoft.com/office/drawing/2014/main" id="{F59B649C-327B-44EE-8FD8-DF5780C440C7}"/>
                </a:ext>
              </a:extLst>
            </p:cNvPr>
            <p:cNvSpPr/>
            <p:nvPr userDrawn="1"/>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7" name="Rechthoek 96">
              <a:extLst>
                <a:ext uri="{FF2B5EF4-FFF2-40B4-BE49-F238E27FC236}">
                  <a16:creationId xmlns:a16="http://schemas.microsoft.com/office/drawing/2014/main" id="{1F2749D9-7056-4A1E-B14A-865A1C4898A2}"/>
                </a:ext>
              </a:extLst>
            </p:cNvPr>
            <p:cNvSpPr/>
            <p:nvPr userDrawn="1"/>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8" name="Rechthoek 97">
              <a:extLst>
                <a:ext uri="{FF2B5EF4-FFF2-40B4-BE49-F238E27FC236}">
                  <a16:creationId xmlns:a16="http://schemas.microsoft.com/office/drawing/2014/main" id="{F6EBF245-88D1-459E-B383-814E41CEB42F}"/>
                </a:ext>
              </a:extLst>
            </p:cNvPr>
            <p:cNvSpPr/>
            <p:nvPr userDrawn="1"/>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99" name="Rechthoek 98">
              <a:extLst>
                <a:ext uri="{FF2B5EF4-FFF2-40B4-BE49-F238E27FC236}">
                  <a16:creationId xmlns:a16="http://schemas.microsoft.com/office/drawing/2014/main" id="{32242EEC-3065-40A9-84B6-634FB03612F2}"/>
                </a:ext>
              </a:extLst>
            </p:cNvPr>
            <p:cNvSpPr/>
            <p:nvPr userDrawn="1"/>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0" name="Rechthoek 99">
              <a:extLst>
                <a:ext uri="{FF2B5EF4-FFF2-40B4-BE49-F238E27FC236}">
                  <a16:creationId xmlns:a16="http://schemas.microsoft.com/office/drawing/2014/main" id="{6BDA72F4-8256-4DD6-A1E7-5F114F8D3F57}"/>
                </a:ext>
              </a:extLst>
            </p:cNvPr>
            <p:cNvSpPr/>
            <p:nvPr userDrawn="1"/>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1" name="Rechthoek 100">
              <a:extLst>
                <a:ext uri="{FF2B5EF4-FFF2-40B4-BE49-F238E27FC236}">
                  <a16:creationId xmlns:a16="http://schemas.microsoft.com/office/drawing/2014/main" id="{3611BD11-37AE-4C0E-8E96-7A342DF72BE8}"/>
                </a:ext>
              </a:extLst>
            </p:cNvPr>
            <p:cNvSpPr/>
            <p:nvPr userDrawn="1"/>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2" name="Rechthoek 101">
              <a:extLst>
                <a:ext uri="{FF2B5EF4-FFF2-40B4-BE49-F238E27FC236}">
                  <a16:creationId xmlns:a16="http://schemas.microsoft.com/office/drawing/2014/main" id="{7DADB5EF-A6F3-4933-A92B-2F254845B34F}"/>
                </a:ext>
              </a:extLst>
            </p:cNvPr>
            <p:cNvSpPr/>
            <p:nvPr userDrawn="1"/>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3" name="Rechthoek 102">
              <a:extLst>
                <a:ext uri="{FF2B5EF4-FFF2-40B4-BE49-F238E27FC236}">
                  <a16:creationId xmlns:a16="http://schemas.microsoft.com/office/drawing/2014/main" id="{4B69F43D-5BD8-4227-805D-D131D0CC9782}"/>
                </a:ext>
              </a:extLst>
            </p:cNvPr>
            <p:cNvSpPr/>
            <p:nvPr userDrawn="1"/>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4" name="Rechthoek 103">
              <a:extLst>
                <a:ext uri="{FF2B5EF4-FFF2-40B4-BE49-F238E27FC236}">
                  <a16:creationId xmlns:a16="http://schemas.microsoft.com/office/drawing/2014/main" id="{8A117382-99B3-4F5A-95DF-DD71C489F308}"/>
                </a:ext>
              </a:extLst>
            </p:cNvPr>
            <p:cNvSpPr/>
            <p:nvPr userDrawn="1"/>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5" name="Rechthoek 104">
              <a:extLst>
                <a:ext uri="{FF2B5EF4-FFF2-40B4-BE49-F238E27FC236}">
                  <a16:creationId xmlns:a16="http://schemas.microsoft.com/office/drawing/2014/main" id="{37BEE625-7635-4764-8242-72FE7574219D}"/>
                </a:ext>
              </a:extLst>
            </p:cNvPr>
            <p:cNvSpPr/>
            <p:nvPr userDrawn="1"/>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6" name="Rechthoek 105">
              <a:extLst>
                <a:ext uri="{FF2B5EF4-FFF2-40B4-BE49-F238E27FC236}">
                  <a16:creationId xmlns:a16="http://schemas.microsoft.com/office/drawing/2014/main" id="{B94E52F2-EC1D-4B93-9583-8092EB54AAB9}"/>
                </a:ext>
              </a:extLst>
            </p:cNvPr>
            <p:cNvSpPr/>
            <p:nvPr userDrawn="1"/>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7" name="Rechthoek 106">
              <a:extLst>
                <a:ext uri="{FF2B5EF4-FFF2-40B4-BE49-F238E27FC236}">
                  <a16:creationId xmlns:a16="http://schemas.microsoft.com/office/drawing/2014/main" id="{C220B813-DD92-4C7D-A1BC-697C23CABFA1}"/>
                </a:ext>
              </a:extLst>
            </p:cNvPr>
            <p:cNvSpPr/>
            <p:nvPr userDrawn="1"/>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8" name="Rechthoek 107">
              <a:extLst>
                <a:ext uri="{FF2B5EF4-FFF2-40B4-BE49-F238E27FC236}">
                  <a16:creationId xmlns:a16="http://schemas.microsoft.com/office/drawing/2014/main" id="{02E84D6E-F48F-4557-99C6-9713133382F4}"/>
                </a:ext>
              </a:extLst>
            </p:cNvPr>
            <p:cNvSpPr/>
            <p:nvPr userDrawn="1"/>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09" name="Rechthoek 108">
              <a:extLst>
                <a:ext uri="{FF2B5EF4-FFF2-40B4-BE49-F238E27FC236}">
                  <a16:creationId xmlns:a16="http://schemas.microsoft.com/office/drawing/2014/main" id="{E0212F54-9A69-4A61-8B35-78C4D89F641B}"/>
                </a:ext>
              </a:extLst>
            </p:cNvPr>
            <p:cNvSpPr/>
            <p:nvPr userDrawn="1"/>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0" name="Rechthoek 109">
              <a:extLst>
                <a:ext uri="{FF2B5EF4-FFF2-40B4-BE49-F238E27FC236}">
                  <a16:creationId xmlns:a16="http://schemas.microsoft.com/office/drawing/2014/main" id="{82867721-4D81-431A-BA76-A06D56D3D57A}"/>
                </a:ext>
              </a:extLst>
            </p:cNvPr>
            <p:cNvSpPr/>
            <p:nvPr userDrawn="1"/>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1" name="Rechthoek 110">
              <a:extLst>
                <a:ext uri="{FF2B5EF4-FFF2-40B4-BE49-F238E27FC236}">
                  <a16:creationId xmlns:a16="http://schemas.microsoft.com/office/drawing/2014/main" id="{BC7CB733-8B25-4EA0-BC8B-16D6C0A8F3D9}"/>
                </a:ext>
              </a:extLst>
            </p:cNvPr>
            <p:cNvSpPr/>
            <p:nvPr userDrawn="1"/>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2" name="Rechthoek 111">
              <a:extLst>
                <a:ext uri="{FF2B5EF4-FFF2-40B4-BE49-F238E27FC236}">
                  <a16:creationId xmlns:a16="http://schemas.microsoft.com/office/drawing/2014/main" id="{C272F51B-7DF3-4BB4-81EF-F30BEBF919F8}"/>
                </a:ext>
              </a:extLst>
            </p:cNvPr>
            <p:cNvSpPr/>
            <p:nvPr userDrawn="1"/>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3" name="Rechthoek 112">
              <a:extLst>
                <a:ext uri="{FF2B5EF4-FFF2-40B4-BE49-F238E27FC236}">
                  <a16:creationId xmlns:a16="http://schemas.microsoft.com/office/drawing/2014/main" id="{E7275EC4-E93D-4579-9252-95875A3D384C}"/>
                </a:ext>
              </a:extLst>
            </p:cNvPr>
            <p:cNvSpPr/>
            <p:nvPr userDrawn="1"/>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4" name="Rechthoek 113">
              <a:extLst>
                <a:ext uri="{FF2B5EF4-FFF2-40B4-BE49-F238E27FC236}">
                  <a16:creationId xmlns:a16="http://schemas.microsoft.com/office/drawing/2014/main" id="{0ADC9315-AE94-46D1-A960-BDE67D19F3AD}"/>
                </a:ext>
              </a:extLst>
            </p:cNvPr>
            <p:cNvSpPr/>
            <p:nvPr userDrawn="1"/>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5" name="Rechthoek 114">
              <a:extLst>
                <a:ext uri="{FF2B5EF4-FFF2-40B4-BE49-F238E27FC236}">
                  <a16:creationId xmlns:a16="http://schemas.microsoft.com/office/drawing/2014/main" id="{55221152-1C95-4DAA-ACB5-C7B52C8FD766}"/>
                </a:ext>
              </a:extLst>
            </p:cNvPr>
            <p:cNvSpPr/>
            <p:nvPr userDrawn="1"/>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6" name="Rechthoek 115">
              <a:extLst>
                <a:ext uri="{FF2B5EF4-FFF2-40B4-BE49-F238E27FC236}">
                  <a16:creationId xmlns:a16="http://schemas.microsoft.com/office/drawing/2014/main" id="{BFEAC399-A721-4E24-97FA-7D27F08ADC7E}"/>
                </a:ext>
              </a:extLst>
            </p:cNvPr>
            <p:cNvSpPr/>
            <p:nvPr userDrawn="1"/>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7" name="Rechthoek 116">
              <a:extLst>
                <a:ext uri="{FF2B5EF4-FFF2-40B4-BE49-F238E27FC236}">
                  <a16:creationId xmlns:a16="http://schemas.microsoft.com/office/drawing/2014/main" id="{6B5520BE-CE29-4813-9DAD-C9B41DACAFCA}"/>
                </a:ext>
              </a:extLst>
            </p:cNvPr>
            <p:cNvSpPr/>
            <p:nvPr userDrawn="1"/>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8" name="Rechthoek 117">
              <a:extLst>
                <a:ext uri="{FF2B5EF4-FFF2-40B4-BE49-F238E27FC236}">
                  <a16:creationId xmlns:a16="http://schemas.microsoft.com/office/drawing/2014/main" id="{BC614ACB-A292-4AB7-A05D-035255A09EAC}"/>
                </a:ext>
              </a:extLst>
            </p:cNvPr>
            <p:cNvSpPr/>
            <p:nvPr userDrawn="1"/>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19" name="Rechthoek 118">
              <a:extLst>
                <a:ext uri="{FF2B5EF4-FFF2-40B4-BE49-F238E27FC236}">
                  <a16:creationId xmlns:a16="http://schemas.microsoft.com/office/drawing/2014/main" id="{8197675B-3E1D-4ADC-8028-675B7EEC0715}"/>
                </a:ext>
              </a:extLst>
            </p:cNvPr>
            <p:cNvSpPr/>
            <p:nvPr userDrawn="1"/>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0" name="Rechthoek 119">
              <a:extLst>
                <a:ext uri="{FF2B5EF4-FFF2-40B4-BE49-F238E27FC236}">
                  <a16:creationId xmlns:a16="http://schemas.microsoft.com/office/drawing/2014/main" id="{161FDAA3-430E-49EC-A4CC-A6683E05F77B}"/>
                </a:ext>
              </a:extLst>
            </p:cNvPr>
            <p:cNvSpPr/>
            <p:nvPr userDrawn="1"/>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1" name="Rechthoek 120">
              <a:extLst>
                <a:ext uri="{FF2B5EF4-FFF2-40B4-BE49-F238E27FC236}">
                  <a16:creationId xmlns:a16="http://schemas.microsoft.com/office/drawing/2014/main" id="{37DE3A08-788F-45BE-907A-AC3348EDB0B9}"/>
                </a:ext>
              </a:extLst>
            </p:cNvPr>
            <p:cNvSpPr/>
            <p:nvPr userDrawn="1"/>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2" name="Rechthoek 121">
              <a:extLst>
                <a:ext uri="{FF2B5EF4-FFF2-40B4-BE49-F238E27FC236}">
                  <a16:creationId xmlns:a16="http://schemas.microsoft.com/office/drawing/2014/main" id="{90379143-8DF0-4EE1-8C3A-C240D936C862}"/>
                </a:ext>
              </a:extLst>
            </p:cNvPr>
            <p:cNvSpPr/>
            <p:nvPr userDrawn="1"/>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3" name="Rechthoek 122">
              <a:extLst>
                <a:ext uri="{FF2B5EF4-FFF2-40B4-BE49-F238E27FC236}">
                  <a16:creationId xmlns:a16="http://schemas.microsoft.com/office/drawing/2014/main" id="{E22EF1D9-5DE2-46B7-8523-CF79C32B2B0E}"/>
                </a:ext>
              </a:extLst>
            </p:cNvPr>
            <p:cNvSpPr/>
            <p:nvPr userDrawn="1"/>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4" name="Rechthoek 123">
              <a:extLst>
                <a:ext uri="{FF2B5EF4-FFF2-40B4-BE49-F238E27FC236}">
                  <a16:creationId xmlns:a16="http://schemas.microsoft.com/office/drawing/2014/main" id="{60762A57-F746-45D5-AB2E-7C3E0A5B738D}"/>
                </a:ext>
              </a:extLst>
            </p:cNvPr>
            <p:cNvSpPr/>
            <p:nvPr userDrawn="1"/>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5" name="Rechthoek 124">
              <a:extLst>
                <a:ext uri="{FF2B5EF4-FFF2-40B4-BE49-F238E27FC236}">
                  <a16:creationId xmlns:a16="http://schemas.microsoft.com/office/drawing/2014/main" id="{06642479-D5AA-4E24-BBAA-A46D252F4370}"/>
                </a:ext>
              </a:extLst>
            </p:cNvPr>
            <p:cNvSpPr/>
            <p:nvPr userDrawn="1"/>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6" name="Rechthoek 125">
              <a:extLst>
                <a:ext uri="{FF2B5EF4-FFF2-40B4-BE49-F238E27FC236}">
                  <a16:creationId xmlns:a16="http://schemas.microsoft.com/office/drawing/2014/main" id="{7294A249-E01B-4E00-A515-54145D369480}"/>
                </a:ext>
              </a:extLst>
            </p:cNvPr>
            <p:cNvSpPr/>
            <p:nvPr userDrawn="1"/>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7" name="Rechthoek 126">
              <a:extLst>
                <a:ext uri="{FF2B5EF4-FFF2-40B4-BE49-F238E27FC236}">
                  <a16:creationId xmlns:a16="http://schemas.microsoft.com/office/drawing/2014/main" id="{BA2047AF-40C4-4B43-9121-F09C177A4A20}"/>
                </a:ext>
              </a:extLst>
            </p:cNvPr>
            <p:cNvSpPr/>
            <p:nvPr userDrawn="1"/>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8" name="Rechthoek 127">
              <a:extLst>
                <a:ext uri="{FF2B5EF4-FFF2-40B4-BE49-F238E27FC236}">
                  <a16:creationId xmlns:a16="http://schemas.microsoft.com/office/drawing/2014/main" id="{76B98FFC-AD3C-49B2-93CA-C1725C19A20F}"/>
                </a:ext>
              </a:extLst>
            </p:cNvPr>
            <p:cNvSpPr/>
            <p:nvPr userDrawn="1"/>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29" name="Rechthoek 128">
              <a:extLst>
                <a:ext uri="{FF2B5EF4-FFF2-40B4-BE49-F238E27FC236}">
                  <a16:creationId xmlns:a16="http://schemas.microsoft.com/office/drawing/2014/main" id="{E1879D9E-3E63-4CC2-9AC7-425812A3F2C4}"/>
                </a:ext>
              </a:extLst>
            </p:cNvPr>
            <p:cNvSpPr/>
            <p:nvPr userDrawn="1"/>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0" name="Rechthoek 129">
              <a:extLst>
                <a:ext uri="{FF2B5EF4-FFF2-40B4-BE49-F238E27FC236}">
                  <a16:creationId xmlns:a16="http://schemas.microsoft.com/office/drawing/2014/main" id="{8342A221-D10B-423B-8906-5EBC48090A2E}"/>
                </a:ext>
              </a:extLst>
            </p:cNvPr>
            <p:cNvSpPr/>
            <p:nvPr userDrawn="1"/>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1" name="Rechthoek 130">
              <a:extLst>
                <a:ext uri="{FF2B5EF4-FFF2-40B4-BE49-F238E27FC236}">
                  <a16:creationId xmlns:a16="http://schemas.microsoft.com/office/drawing/2014/main" id="{35A57EB3-D6B5-4152-B14F-EF27E1349632}"/>
                </a:ext>
              </a:extLst>
            </p:cNvPr>
            <p:cNvSpPr/>
            <p:nvPr userDrawn="1"/>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2" name="Rechthoek 131">
              <a:extLst>
                <a:ext uri="{FF2B5EF4-FFF2-40B4-BE49-F238E27FC236}">
                  <a16:creationId xmlns:a16="http://schemas.microsoft.com/office/drawing/2014/main" id="{31F4458E-A63D-4437-8E19-A66C8BC5DFD9}"/>
                </a:ext>
              </a:extLst>
            </p:cNvPr>
            <p:cNvSpPr/>
            <p:nvPr userDrawn="1"/>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3" name="Rechthoek 132">
              <a:extLst>
                <a:ext uri="{FF2B5EF4-FFF2-40B4-BE49-F238E27FC236}">
                  <a16:creationId xmlns:a16="http://schemas.microsoft.com/office/drawing/2014/main" id="{823D3FFE-4462-459F-8BC9-876EB23D6C56}"/>
                </a:ext>
              </a:extLst>
            </p:cNvPr>
            <p:cNvSpPr/>
            <p:nvPr userDrawn="1"/>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4" name="Rechthoek 133">
              <a:extLst>
                <a:ext uri="{FF2B5EF4-FFF2-40B4-BE49-F238E27FC236}">
                  <a16:creationId xmlns:a16="http://schemas.microsoft.com/office/drawing/2014/main" id="{CFA305EC-68FF-4C4A-B709-979FB292811A}"/>
                </a:ext>
              </a:extLst>
            </p:cNvPr>
            <p:cNvSpPr/>
            <p:nvPr userDrawn="1"/>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5" name="Rechthoek 134">
              <a:extLst>
                <a:ext uri="{FF2B5EF4-FFF2-40B4-BE49-F238E27FC236}">
                  <a16:creationId xmlns:a16="http://schemas.microsoft.com/office/drawing/2014/main" id="{A0347432-8C21-4FC5-8C35-B1FD2EA749CB}"/>
                </a:ext>
              </a:extLst>
            </p:cNvPr>
            <p:cNvSpPr/>
            <p:nvPr userDrawn="1"/>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6" name="Rechthoek 135">
              <a:extLst>
                <a:ext uri="{FF2B5EF4-FFF2-40B4-BE49-F238E27FC236}">
                  <a16:creationId xmlns:a16="http://schemas.microsoft.com/office/drawing/2014/main" id="{7A7F8353-A1F1-4929-8555-E3CBFF711B9C}"/>
                </a:ext>
              </a:extLst>
            </p:cNvPr>
            <p:cNvSpPr/>
            <p:nvPr userDrawn="1"/>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7" name="Rechthoek 136">
              <a:extLst>
                <a:ext uri="{FF2B5EF4-FFF2-40B4-BE49-F238E27FC236}">
                  <a16:creationId xmlns:a16="http://schemas.microsoft.com/office/drawing/2014/main" id="{FE868229-68BB-41A9-9ED5-28B124EF510A}"/>
                </a:ext>
              </a:extLst>
            </p:cNvPr>
            <p:cNvSpPr/>
            <p:nvPr userDrawn="1"/>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8" name="Rechthoek 137">
              <a:extLst>
                <a:ext uri="{FF2B5EF4-FFF2-40B4-BE49-F238E27FC236}">
                  <a16:creationId xmlns:a16="http://schemas.microsoft.com/office/drawing/2014/main" id="{FA1DEB70-AA07-4F8C-A32A-D1E0EB6B9063}"/>
                </a:ext>
              </a:extLst>
            </p:cNvPr>
            <p:cNvSpPr/>
            <p:nvPr userDrawn="1"/>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39" name="Rechthoek 138">
              <a:extLst>
                <a:ext uri="{FF2B5EF4-FFF2-40B4-BE49-F238E27FC236}">
                  <a16:creationId xmlns:a16="http://schemas.microsoft.com/office/drawing/2014/main" id="{CB899CC4-E72F-4DA6-BE2E-02A092FEA67A}"/>
                </a:ext>
              </a:extLst>
            </p:cNvPr>
            <p:cNvSpPr/>
            <p:nvPr userDrawn="1"/>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0" name="Rechthoek 139">
              <a:extLst>
                <a:ext uri="{FF2B5EF4-FFF2-40B4-BE49-F238E27FC236}">
                  <a16:creationId xmlns:a16="http://schemas.microsoft.com/office/drawing/2014/main" id="{E9F657BB-7594-4CE9-81AE-F174A5FCF7BF}"/>
                </a:ext>
              </a:extLst>
            </p:cNvPr>
            <p:cNvSpPr/>
            <p:nvPr userDrawn="1"/>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1" name="Rechthoek 140">
              <a:extLst>
                <a:ext uri="{FF2B5EF4-FFF2-40B4-BE49-F238E27FC236}">
                  <a16:creationId xmlns:a16="http://schemas.microsoft.com/office/drawing/2014/main" id="{DFC37973-9120-49B2-A7ED-15DCB112E254}"/>
                </a:ext>
              </a:extLst>
            </p:cNvPr>
            <p:cNvSpPr/>
            <p:nvPr userDrawn="1"/>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2" name="Rechthoek 141">
              <a:extLst>
                <a:ext uri="{FF2B5EF4-FFF2-40B4-BE49-F238E27FC236}">
                  <a16:creationId xmlns:a16="http://schemas.microsoft.com/office/drawing/2014/main" id="{C21B2490-2482-42A9-AD65-3EFCE801B505}"/>
                </a:ext>
              </a:extLst>
            </p:cNvPr>
            <p:cNvSpPr/>
            <p:nvPr userDrawn="1"/>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3" name="Rechthoek 142">
              <a:extLst>
                <a:ext uri="{FF2B5EF4-FFF2-40B4-BE49-F238E27FC236}">
                  <a16:creationId xmlns:a16="http://schemas.microsoft.com/office/drawing/2014/main" id="{1AD68A9B-287C-47FA-B23C-EF991C19345D}"/>
                </a:ext>
              </a:extLst>
            </p:cNvPr>
            <p:cNvSpPr/>
            <p:nvPr userDrawn="1"/>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4" name="Rechthoek 143">
              <a:extLst>
                <a:ext uri="{FF2B5EF4-FFF2-40B4-BE49-F238E27FC236}">
                  <a16:creationId xmlns:a16="http://schemas.microsoft.com/office/drawing/2014/main" id="{E13DC975-77A9-49F1-840F-60F7F64AA0AE}"/>
                </a:ext>
              </a:extLst>
            </p:cNvPr>
            <p:cNvSpPr/>
            <p:nvPr userDrawn="1"/>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5" name="Rechthoek 144">
              <a:extLst>
                <a:ext uri="{FF2B5EF4-FFF2-40B4-BE49-F238E27FC236}">
                  <a16:creationId xmlns:a16="http://schemas.microsoft.com/office/drawing/2014/main" id="{1F4C024A-51DC-4F32-8C8D-B2E1662EBABC}"/>
                </a:ext>
              </a:extLst>
            </p:cNvPr>
            <p:cNvSpPr/>
            <p:nvPr userDrawn="1"/>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6" name="Rechthoek 145">
              <a:extLst>
                <a:ext uri="{FF2B5EF4-FFF2-40B4-BE49-F238E27FC236}">
                  <a16:creationId xmlns:a16="http://schemas.microsoft.com/office/drawing/2014/main" id="{7E3E9670-3B8B-4A3E-BBC8-148C50E521E5}"/>
                </a:ext>
              </a:extLst>
            </p:cNvPr>
            <p:cNvSpPr/>
            <p:nvPr userDrawn="1"/>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7" name="Rechthoek 146">
              <a:extLst>
                <a:ext uri="{FF2B5EF4-FFF2-40B4-BE49-F238E27FC236}">
                  <a16:creationId xmlns:a16="http://schemas.microsoft.com/office/drawing/2014/main" id="{0D625E2E-D09E-4433-8635-54FE2B610D71}"/>
                </a:ext>
              </a:extLst>
            </p:cNvPr>
            <p:cNvSpPr/>
            <p:nvPr userDrawn="1"/>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8" name="Rechthoek 147">
              <a:extLst>
                <a:ext uri="{FF2B5EF4-FFF2-40B4-BE49-F238E27FC236}">
                  <a16:creationId xmlns:a16="http://schemas.microsoft.com/office/drawing/2014/main" id="{4D0CF8CE-893C-4FC4-A604-1E1E339B55E0}"/>
                </a:ext>
              </a:extLst>
            </p:cNvPr>
            <p:cNvSpPr/>
            <p:nvPr userDrawn="1"/>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49" name="Rechthoek 148">
              <a:extLst>
                <a:ext uri="{FF2B5EF4-FFF2-40B4-BE49-F238E27FC236}">
                  <a16:creationId xmlns:a16="http://schemas.microsoft.com/office/drawing/2014/main" id="{AA4F597F-E463-4268-91FE-0A240CFB670C}"/>
                </a:ext>
              </a:extLst>
            </p:cNvPr>
            <p:cNvSpPr/>
            <p:nvPr userDrawn="1"/>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0" name="Rechthoek 149">
              <a:extLst>
                <a:ext uri="{FF2B5EF4-FFF2-40B4-BE49-F238E27FC236}">
                  <a16:creationId xmlns:a16="http://schemas.microsoft.com/office/drawing/2014/main" id="{322D01B1-CED0-4098-A701-3BF8B51E38E6}"/>
                </a:ext>
              </a:extLst>
            </p:cNvPr>
            <p:cNvSpPr/>
            <p:nvPr userDrawn="1"/>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a:p>
          </p:txBody>
        </p:sp>
        <p:sp>
          <p:nvSpPr>
            <p:cNvPr id="151" name="Rechthoek 150">
              <a:extLst>
                <a:ext uri="{FF2B5EF4-FFF2-40B4-BE49-F238E27FC236}">
                  <a16:creationId xmlns:a16="http://schemas.microsoft.com/office/drawing/2014/main" id="{9B29E19F-617C-43B4-81CB-8EEF9BCF4A1D}"/>
                </a:ext>
              </a:extLst>
            </p:cNvPr>
            <p:cNvSpPr/>
            <p:nvPr userDrawn="1"/>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3240" dirty="0"/>
            </a:p>
          </p:txBody>
        </p:sp>
      </p:grpSp>
      <p:grpSp>
        <p:nvGrpSpPr>
          <p:cNvPr id="168" name="Graphic 6" hidden="1">
            <a:extLst>
              <a:ext uri="{FF2B5EF4-FFF2-40B4-BE49-F238E27FC236}">
                <a16:creationId xmlns:a16="http://schemas.microsoft.com/office/drawing/2014/main" id="{8A0AAF7F-DD0F-4CB1-A1B2-505FC4BCCC2B}"/>
              </a:ext>
            </a:extLst>
          </p:cNvPr>
          <p:cNvGrpSpPr/>
          <p:nvPr userDrawn="1"/>
        </p:nvGrpSpPr>
        <p:grpSpPr>
          <a:xfrm>
            <a:off x="-7144" y="-7144"/>
            <a:ext cx="18297525" cy="10296525"/>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dirty="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a:highlight>
                  <a:srgbClr val="FFFF00"/>
                </a:highlight>
              </a:endParaRPr>
            </a:p>
          </p:txBody>
        </p:sp>
      </p:grpSp>
      <p:pic>
        <p:nvPicPr>
          <p:cNvPr id="315" name="Graphic 314">
            <a:extLst>
              <a:ext uri="{FF2B5EF4-FFF2-40B4-BE49-F238E27FC236}">
                <a16:creationId xmlns:a16="http://schemas.microsoft.com/office/drawing/2014/main" id="{F02C931F-5CA2-4951-9406-1794839C7F32}"/>
              </a:ext>
            </a:extLst>
          </p:cNvPr>
          <p:cNvPicPr>
            <a:picLocks noChangeAspect="1"/>
          </p:cNvPicPr>
          <p:nvPr userDrawn="1"/>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5991268" y="9146698"/>
            <a:ext cx="1841920" cy="943902"/>
          </a:xfrm>
          <a:prstGeom prst="rect">
            <a:avLst/>
          </a:prstGeom>
        </p:spPr>
      </p:pic>
      <p:sp>
        <p:nvSpPr>
          <p:cNvPr id="155" name="Rechthoek 154">
            <a:extLst>
              <a:ext uri="{FF2B5EF4-FFF2-40B4-BE49-F238E27FC236}">
                <a16:creationId xmlns:a16="http://schemas.microsoft.com/office/drawing/2014/main" id="{3006AA6B-15EB-4DBD-8F12-1BA7B403185D}"/>
              </a:ext>
            </a:extLst>
          </p:cNvPr>
          <p:cNvSpPr/>
          <p:nvPr userDrawn="1"/>
        </p:nvSpPr>
        <p:spPr>
          <a:xfrm>
            <a:off x="13857675" y="9308422"/>
            <a:ext cx="1714500" cy="54768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err="1"/>
              <a:t>Plaats</a:t>
            </a:r>
            <a:r>
              <a:rPr lang="en-US" sz="1100" dirty="0"/>
              <a:t> logo </a:t>
            </a:r>
            <a:r>
              <a:rPr lang="en-US" sz="1100" dirty="0" err="1"/>
              <a:t>hier</a:t>
            </a:r>
            <a:r>
              <a:rPr lang="en-US" sz="1100" dirty="0"/>
              <a:t> in het </a:t>
            </a:r>
            <a:r>
              <a:rPr lang="en-US" sz="1100" dirty="0" err="1"/>
              <a:t>diamodel</a:t>
            </a:r>
            <a:endParaRPr lang="nl-BE" sz="1100" dirty="0"/>
          </a:p>
        </p:txBody>
      </p:sp>
    </p:spTree>
    <p:extLst>
      <p:ext uri="{BB962C8B-B14F-4D97-AF65-F5344CB8AC3E}">
        <p14:creationId xmlns:p14="http://schemas.microsoft.com/office/powerpoint/2010/main" val="3064038114"/>
      </p:ext>
    </p:extLst>
  </p:cSld>
  <p:clrMap bg1="lt1" tx1="dk1" bg2="lt2" tx2="dk2" accent1="accent1" accent2="accent2" accent3="accent3" accent4="accent4" accent5="accent5" accent6="accent6" hlink="hlink" folHlink="folHlink"/>
  <p:sldLayoutIdLst>
    <p:sldLayoutId id="2147483737" r:id="rId1"/>
    <p:sldLayoutId id="2147483739" r:id="rId2"/>
    <p:sldLayoutId id="2147483738"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3" r:id="rId26"/>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p15:clr>
            <a:srgbClr val="5ACBF0"/>
          </p15:clr>
        </p15:guide>
        <p15:guide id="2" pos="11094">
          <p15:clr>
            <a:srgbClr val="5ACBF0"/>
          </p15:clr>
        </p15:guide>
        <p15:guide id="3" pos="5877">
          <p15:clr>
            <a:srgbClr val="5ACBF0"/>
          </p15:clr>
        </p15:guide>
        <p15:guide id="4" orient="horz" pos="1475">
          <p15:clr>
            <a:srgbClr val="5ACBF0"/>
          </p15:clr>
        </p15:guide>
        <p15:guide id="5" orient="horz" pos="5327">
          <p15:clr>
            <a:srgbClr val="5ACBF0"/>
          </p15:clr>
        </p15:guide>
        <p15:guide id="6" orient="horz" pos="5765">
          <p15:clr>
            <a:srgbClr val="5ACBF0"/>
          </p15:clr>
        </p15:guide>
        <p15:guide id="7" orient="horz" pos="1037">
          <p15:clr>
            <a:srgbClr val="5ACBF0"/>
          </p15:clr>
        </p15:guide>
        <p15:guide id="8" orient="horz" pos="3392">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20.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8.xml"/><Relationship Id="rId5" Type="http://schemas.openxmlformats.org/officeDocument/2006/relationships/image" Target="../media/image24.jpe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23.xml"/><Relationship Id="rId6" Type="http://schemas.openxmlformats.org/officeDocument/2006/relationships/image" Target="../media/image30.png"/><Relationship Id="rId5" Type="http://schemas.openxmlformats.org/officeDocument/2006/relationships/image" Target="../media/image29.jpeg"/><Relationship Id="rId4" Type="http://schemas.openxmlformats.org/officeDocument/2006/relationships/image" Target="../media/image28.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api.mijnshop.be/" TargetMode="External"/><Relationship Id="rId2" Type="http://schemas.openxmlformats.org/officeDocument/2006/relationships/hyperlink" Target="https://www.mijnshop.be/api/" TargetMode="External"/><Relationship Id="rId1" Type="http://schemas.openxmlformats.org/officeDocument/2006/relationships/slideLayout" Target="../slideLayouts/slideLayout8.xml"/><Relationship Id="rId4" Type="http://schemas.openxmlformats.org/officeDocument/2006/relationships/hyperlink" Target="https://www.onze-url.be/api/"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8.xml"/><Relationship Id="rId4" Type="http://schemas.openxmlformats.org/officeDocument/2006/relationships/image" Target="../media/image34.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Afbeelding 6" hidden="1">
            <a:extLst>
              <a:ext uri="{FF2B5EF4-FFF2-40B4-BE49-F238E27FC236}">
                <a16:creationId xmlns:a16="http://schemas.microsoft.com/office/drawing/2014/main" id="{AE133EC3-6E51-4FF2-8632-96A5ECA584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287000"/>
            <a:ext cx="18288000" cy="10287000"/>
          </a:xfrm>
          <a:prstGeom prst="rect">
            <a:avLst/>
          </a:prstGeom>
        </p:spPr>
      </p:pic>
      <p:sp>
        <p:nvSpPr>
          <p:cNvPr id="4" name="Titel 3">
            <a:extLst>
              <a:ext uri="{FF2B5EF4-FFF2-40B4-BE49-F238E27FC236}">
                <a16:creationId xmlns:a16="http://schemas.microsoft.com/office/drawing/2014/main" id="{6C9A04DC-6025-47FF-AE29-4C9A95E62DAF}"/>
              </a:ext>
            </a:extLst>
          </p:cNvPr>
          <p:cNvSpPr>
            <a:spLocks noGrp="1"/>
          </p:cNvSpPr>
          <p:nvPr>
            <p:ph type="ctrTitle"/>
          </p:nvPr>
        </p:nvSpPr>
        <p:spPr/>
        <p:txBody>
          <a:bodyPr>
            <a:noAutofit/>
          </a:bodyPr>
          <a:lstStyle/>
          <a:p>
            <a:r>
              <a:rPr lang="en-US" sz="4800" dirty="0"/>
              <a:t>Web API</a:t>
            </a:r>
          </a:p>
        </p:txBody>
      </p:sp>
      <p:sp>
        <p:nvSpPr>
          <p:cNvPr id="5" name="Ondertitel 4">
            <a:extLst>
              <a:ext uri="{FF2B5EF4-FFF2-40B4-BE49-F238E27FC236}">
                <a16:creationId xmlns:a16="http://schemas.microsoft.com/office/drawing/2014/main" id="{40EA9D0F-EF38-4FA5-BC59-13543A909C53}"/>
              </a:ext>
            </a:extLst>
          </p:cNvPr>
          <p:cNvSpPr>
            <a:spLocks noGrp="1"/>
          </p:cNvSpPr>
          <p:nvPr>
            <p:ph type="subTitle" idx="1"/>
          </p:nvPr>
        </p:nvSpPr>
        <p:spPr/>
        <p:txBody>
          <a:bodyPr/>
          <a:lstStyle/>
          <a:p>
            <a:r>
              <a:rPr lang="nl-BE" dirty="0"/>
              <a:t>Programming Integration</a:t>
            </a:r>
          </a:p>
        </p:txBody>
      </p:sp>
    </p:spTree>
    <p:extLst>
      <p:ext uri="{BB962C8B-B14F-4D97-AF65-F5344CB8AC3E}">
        <p14:creationId xmlns:p14="http://schemas.microsoft.com/office/powerpoint/2010/main" val="3739965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jdelijke aanduiding voor tekst 10">
            <a:extLst>
              <a:ext uri="{FF2B5EF4-FFF2-40B4-BE49-F238E27FC236}">
                <a16:creationId xmlns:a16="http://schemas.microsoft.com/office/drawing/2014/main" id="{C1F8FAB9-C210-4F78-8D67-15FD08C3A7B1}"/>
              </a:ext>
            </a:extLst>
          </p:cNvPr>
          <p:cNvSpPr>
            <a:spLocks noGrp="1"/>
          </p:cNvSpPr>
          <p:nvPr>
            <p:ph type="body" sz="quarter" idx="17"/>
          </p:nvPr>
        </p:nvSpPr>
        <p:spPr/>
        <p:txBody>
          <a:bodyPr/>
          <a:lstStyle/>
          <a:p>
            <a:pPr marL="571500" indent="-571500">
              <a:buFont typeface="Arial" panose="020B0604020202020204" pitchFamily="34" charset="0"/>
              <a:buChar char="•"/>
            </a:pPr>
            <a:r>
              <a:rPr lang="nl-BE" dirty="0"/>
              <a:t>API = Application Programming Interface</a:t>
            </a:r>
          </a:p>
          <a:p>
            <a:pPr marL="571500" indent="-571500">
              <a:buFont typeface="Arial" panose="020B0604020202020204" pitchFamily="34" charset="0"/>
              <a:buChar char="•"/>
            </a:pPr>
            <a:r>
              <a:rPr lang="nl-BE" dirty="0"/>
              <a:t>Wordt gebruikt om te communiceren met backend servers door bijvoorbeeld:</a:t>
            </a:r>
          </a:p>
          <a:p>
            <a:pPr marL="1257300" lvl="1" indent="-571500">
              <a:buFont typeface="Arial" panose="020B0604020202020204" pitchFamily="34" charset="0"/>
              <a:buChar char="•"/>
            </a:pPr>
            <a:r>
              <a:rPr lang="nl-BE" dirty="0"/>
              <a:t>Smartphones</a:t>
            </a:r>
          </a:p>
          <a:p>
            <a:pPr marL="1257300" lvl="1" indent="-571500">
              <a:buFont typeface="Arial" panose="020B0604020202020204" pitchFamily="34" charset="0"/>
              <a:buChar char="•"/>
            </a:pPr>
            <a:r>
              <a:rPr lang="nl-BE" dirty="0"/>
              <a:t>Tablets</a:t>
            </a:r>
          </a:p>
          <a:p>
            <a:pPr marL="1257300" lvl="1" indent="-571500">
              <a:buFont typeface="Arial" panose="020B0604020202020204" pitchFamily="34" charset="0"/>
              <a:buChar char="•"/>
            </a:pPr>
            <a:r>
              <a:rPr lang="nl-BE" dirty="0" err="1"/>
              <a:t>PC’s</a:t>
            </a:r>
            <a:endParaRPr lang="nl-BE" dirty="0"/>
          </a:p>
          <a:p>
            <a:pPr marL="1257300" lvl="1" indent="-571500">
              <a:buFont typeface="Arial" panose="020B0604020202020204" pitchFamily="34" charset="0"/>
              <a:buChar char="•"/>
            </a:pPr>
            <a:r>
              <a:rPr lang="nl-BE" dirty="0"/>
              <a:t>Smart </a:t>
            </a:r>
            <a:r>
              <a:rPr lang="nl-BE" dirty="0" err="1"/>
              <a:t>devices</a:t>
            </a:r>
            <a:endParaRPr lang="nl-BE" dirty="0"/>
          </a:p>
          <a:p>
            <a:pPr marL="1943100" lvl="2" indent="-571500">
              <a:buFont typeface="Arial" panose="020B0604020202020204" pitchFamily="34" charset="0"/>
              <a:buChar char="•"/>
            </a:pPr>
            <a:r>
              <a:rPr lang="nl-BE" dirty="0"/>
              <a:t>Slimme thermostaat</a:t>
            </a:r>
          </a:p>
          <a:p>
            <a:pPr marL="1943100" lvl="2" indent="-571500">
              <a:buFont typeface="Arial" panose="020B0604020202020204" pitchFamily="34" charset="0"/>
              <a:buChar char="•"/>
            </a:pPr>
            <a:r>
              <a:rPr lang="nl-BE" dirty="0"/>
              <a:t>Slimme frigo</a:t>
            </a:r>
          </a:p>
          <a:p>
            <a:pPr marL="1943100" lvl="2" indent="-571500">
              <a:buFont typeface="Arial" panose="020B0604020202020204" pitchFamily="34" charset="0"/>
              <a:buChar char="•"/>
            </a:pPr>
            <a:r>
              <a:rPr lang="nl-BE" dirty="0"/>
              <a:t>Slimme lampen</a:t>
            </a:r>
          </a:p>
          <a:p>
            <a:pPr marL="1943100" lvl="2" indent="-571500">
              <a:buFont typeface="Arial" panose="020B0604020202020204" pitchFamily="34" charset="0"/>
              <a:buChar char="•"/>
            </a:pPr>
            <a:r>
              <a:rPr lang="nl-BE" dirty="0"/>
              <a:t>…</a:t>
            </a:r>
            <a:endParaRPr lang="en-US" dirty="0"/>
          </a:p>
        </p:txBody>
      </p:sp>
      <p:sp>
        <p:nvSpPr>
          <p:cNvPr id="8" name="Tijdelijke aanduiding voor dianummer 7">
            <a:extLst>
              <a:ext uri="{FF2B5EF4-FFF2-40B4-BE49-F238E27FC236}">
                <a16:creationId xmlns:a16="http://schemas.microsoft.com/office/drawing/2014/main" id="{A3DF5622-E637-45DA-97B3-5E41DAAAAF70}"/>
              </a:ext>
            </a:extLst>
          </p:cNvPr>
          <p:cNvSpPr>
            <a:spLocks noGrp="1"/>
          </p:cNvSpPr>
          <p:nvPr>
            <p:ph type="sldNum" sz="quarter" idx="12"/>
          </p:nvPr>
        </p:nvSpPr>
        <p:spPr/>
        <p:txBody>
          <a:bodyPr/>
          <a:lstStyle/>
          <a:p>
            <a:fld id="{B7527A74-2D87-4307-9531-5A57D9647EEB}" type="slidenum">
              <a:rPr lang="nl-BE" smtClean="0"/>
              <a:pPr/>
              <a:t>2</a:t>
            </a:fld>
            <a:endParaRPr lang="nl-BE"/>
          </a:p>
        </p:txBody>
      </p:sp>
      <p:sp>
        <p:nvSpPr>
          <p:cNvPr id="10" name="Titel 9">
            <a:extLst>
              <a:ext uri="{FF2B5EF4-FFF2-40B4-BE49-F238E27FC236}">
                <a16:creationId xmlns:a16="http://schemas.microsoft.com/office/drawing/2014/main" id="{956FC7F6-826D-4437-B417-5BD1EFBAE263}"/>
              </a:ext>
            </a:extLst>
          </p:cNvPr>
          <p:cNvSpPr>
            <a:spLocks noGrp="1"/>
          </p:cNvSpPr>
          <p:nvPr>
            <p:ph type="title"/>
          </p:nvPr>
        </p:nvSpPr>
        <p:spPr/>
        <p:txBody>
          <a:bodyPr/>
          <a:lstStyle/>
          <a:p>
            <a:r>
              <a:rPr lang="nl-BE" dirty="0"/>
              <a:t>Web API</a:t>
            </a:r>
          </a:p>
        </p:txBody>
      </p:sp>
      <p:sp>
        <p:nvSpPr>
          <p:cNvPr id="2" name="Tijdelijke aanduiding voor datum 1">
            <a:extLst>
              <a:ext uri="{FF2B5EF4-FFF2-40B4-BE49-F238E27FC236}">
                <a16:creationId xmlns:a16="http://schemas.microsoft.com/office/drawing/2014/main" id="{410856F2-9036-48A4-9717-39D2E995A7B6}"/>
              </a:ext>
            </a:extLst>
          </p:cNvPr>
          <p:cNvSpPr>
            <a:spLocks noGrp="1"/>
          </p:cNvSpPr>
          <p:nvPr>
            <p:ph type="dt" sz="half" idx="10"/>
          </p:nvPr>
        </p:nvSpPr>
        <p:spPr/>
        <p:txBody>
          <a:bodyPr/>
          <a:lstStyle/>
          <a:p>
            <a:fld id="{423DE0E1-8571-4773-AFD1-163D84895C11}" type="datetime1">
              <a:rPr lang="nl-BE" smtClean="0"/>
              <a:t>6/10/2025</a:t>
            </a:fld>
            <a:endParaRPr lang="nl-BE" dirty="0"/>
          </a:p>
        </p:txBody>
      </p:sp>
      <p:sp>
        <p:nvSpPr>
          <p:cNvPr id="3" name="Tijdelijke aanduiding voor voettekst 2">
            <a:extLst>
              <a:ext uri="{FF2B5EF4-FFF2-40B4-BE49-F238E27FC236}">
                <a16:creationId xmlns:a16="http://schemas.microsoft.com/office/drawing/2014/main" id="{672066D8-1003-4104-9004-C7C1D57DBB55}"/>
              </a:ext>
            </a:extLst>
          </p:cNvPr>
          <p:cNvSpPr>
            <a:spLocks noGrp="1"/>
          </p:cNvSpPr>
          <p:nvPr>
            <p:ph type="ftr" sz="quarter" idx="11"/>
          </p:nvPr>
        </p:nvSpPr>
        <p:spPr/>
        <p:txBody>
          <a:bodyPr/>
          <a:lstStyle/>
          <a:p>
            <a:r>
              <a:rPr lang="nl-BE"/>
              <a:t>PRI - Web API</a:t>
            </a:r>
            <a:endParaRPr lang="nl-BE" dirty="0"/>
          </a:p>
        </p:txBody>
      </p:sp>
    </p:spTree>
    <p:extLst>
      <p:ext uri="{BB962C8B-B14F-4D97-AF65-F5344CB8AC3E}">
        <p14:creationId xmlns:p14="http://schemas.microsoft.com/office/powerpoint/2010/main" val="1510594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jdelijke aanduiding voor tekst 10">
            <a:extLst>
              <a:ext uri="{FF2B5EF4-FFF2-40B4-BE49-F238E27FC236}">
                <a16:creationId xmlns:a16="http://schemas.microsoft.com/office/drawing/2014/main" id="{C1F8FAB9-C210-4F78-8D67-15FD08C3A7B1}"/>
              </a:ext>
            </a:extLst>
          </p:cNvPr>
          <p:cNvSpPr>
            <a:spLocks noGrp="1"/>
          </p:cNvSpPr>
          <p:nvPr>
            <p:ph type="body" sz="quarter" idx="17"/>
          </p:nvPr>
        </p:nvSpPr>
        <p:spPr/>
        <p:txBody>
          <a:bodyPr/>
          <a:lstStyle/>
          <a:p>
            <a:pPr marL="571500" indent="-571500">
              <a:buFont typeface="Arial" panose="020B0604020202020204" pitchFamily="34" charset="0"/>
              <a:buChar char="•"/>
            </a:pPr>
            <a:r>
              <a:rPr lang="nl-BE" dirty="0"/>
              <a:t>Elk OS heeft wel een weer applicatie</a:t>
            </a:r>
          </a:p>
          <a:p>
            <a:pPr marL="1257300" lvl="1" indent="-571500">
              <a:buFont typeface="Arial" panose="020B0604020202020204" pitchFamily="34" charset="0"/>
              <a:buChar char="•"/>
            </a:pPr>
            <a:r>
              <a:rPr lang="nl-BE" dirty="0"/>
              <a:t>iOS, Android, Windows 10, </a:t>
            </a:r>
            <a:r>
              <a:rPr lang="nl-BE" dirty="0" err="1"/>
              <a:t>macOS</a:t>
            </a:r>
            <a:r>
              <a:rPr lang="nl-BE" dirty="0"/>
              <a:t>, …</a:t>
            </a:r>
          </a:p>
          <a:p>
            <a:pPr marL="571500" indent="-571500">
              <a:buFont typeface="Arial" panose="020B0604020202020204" pitchFamily="34" charset="0"/>
              <a:buChar char="•"/>
            </a:pPr>
            <a:r>
              <a:rPr lang="nl-BE" dirty="0"/>
              <a:t>De weersvooruitzichten worden NIET berekend op het device zelf</a:t>
            </a:r>
          </a:p>
          <a:p>
            <a:pPr marL="571500" indent="-571500">
              <a:buFont typeface="Arial" panose="020B0604020202020204" pitchFamily="34" charset="0"/>
              <a:buChar char="•"/>
            </a:pPr>
            <a:r>
              <a:rPr lang="nl-BE" dirty="0"/>
              <a:t>Maar op een web API waarmee de weer applicatie communiceert</a:t>
            </a:r>
            <a:endParaRPr lang="en-US" dirty="0"/>
          </a:p>
        </p:txBody>
      </p:sp>
      <p:sp>
        <p:nvSpPr>
          <p:cNvPr id="8" name="Tijdelijke aanduiding voor dianummer 7">
            <a:extLst>
              <a:ext uri="{FF2B5EF4-FFF2-40B4-BE49-F238E27FC236}">
                <a16:creationId xmlns:a16="http://schemas.microsoft.com/office/drawing/2014/main" id="{A3DF5622-E637-45DA-97B3-5E41DAAAAF70}"/>
              </a:ext>
            </a:extLst>
          </p:cNvPr>
          <p:cNvSpPr>
            <a:spLocks noGrp="1"/>
          </p:cNvSpPr>
          <p:nvPr>
            <p:ph type="sldNum" sz="quarter" idx="12"/>
          </p:nvPr>
        </p:nvSpPr>
        <p:spPr/>
        <p:txBody>
          <a:bodyPr/>
          <a:lstStyle/>
          <a:p>
            <a:fld id="{B7527A74-2D87-4307-9531-5A57D9647EEB}" type="slidenum">
              <a:rPr lang="nl-BE" smtClean="0"/>
              <a:pPr/>
              <a:t>3</a:t>
            </a:fld>
            <a:endParaRPr lang="nl-BE"/>
          </a:p>
        </p:txBody>
      </p:sp>
      <p:sp>
        <p:nvSpPr>
          <p:cNvPr id="10" name="Titel 9">
            <a:extLst>
              <a:ext uri="{FF2B5EF4-FFF2-40B4-BE49-F238E27FC236}">
                <a16:creationId xmlns:a16="http://schemas.microsoft.com/office/drawing/2014/main" id="{956FC7F6-826D-4437-B417-5BD1EFBAE263}"/>
              </a:ext>
            </a:extLst>
          </p:cNvPr>
          <p:cNvSpPr>
            <a:spLocks noGrp="1"/>
          </p:cNvSpPr>
          <p:nvPr>
            <p:ph type="title"/>
          </p:nvPr>
        </p:nvSpPr>
        <p:spPr/>
        <p:txBody>
          <a:bodyPr/>
          <a:lstStyle/>
          <a:p>
            <a:r>
              <a:rPr lang="nl-BE" dirty="0"/>
              <a:t>Voorbeeld: weerapplicatie</a:t>
            </a:r>
          </a:p>
        </p:txBody>
      </p:sp>
      <p:sp>
        <p:nvSpPr>
          <p:cNvPr id="2" name="Tijdelijke aanduiding voor datum 1">
            <a:extLst>
              <a:ext uri="{FF2B5EF4-FFF2-40B4-BE49-F238E27FC236}">
                <a16:creationId xmlns:a16="http://schemas.microsoft.com/office/drawing/2014/main" id="{410856F2-9036-48A4-9717-39D2E995A7B6}"/>
              </a:ext>
            </a:extLst>
          </p:cNvPr>
          <p:cNvSpPr>
            <a:spLocks noGrp="1"/>
          </p:cNvSpPr>
          <p:nvPr>
            <p:ph type="dt" sz="half" idx="10"/>
          </p:nvPr>
        </p:nvSpPr>
        <p:spPr/>
        <p:txBody>
          <a:bodyPr/>
          <a:lstStyle/>
          <a:p>
            <a:fld id="{423DE0E1-8571-4773-AFD1-163D84895C11}" type="datetime1">
              <a:rPr lang="nl-BE" smtClean="0"/>
              <a:t>6/10/2025</a:t>
            </a:fld>
            <a:endParaRPr lang="nl-BE" dirty="0"/>
          </a:p>
        </p:txBody>
      </p:sp>
      <p:sp>
        <p:nvSpPr>
          <p:cNvPr id="3" name="Tijdelijke aanduiding voor voettekst 2">
            <a:extLst>
              <a:ext uri="{FF2B5EF4-FFF2-40B4-BE49-F238E27FC236}">
                <a16:creationId xmlns:a16="http://schemas.microsoft.com/office/drawing/2014/main" id="{672066D8-1003-4104-9004-C7C1D57DBB55}"/>
              </a:ext>
            </a:extLst>
          </p:cNvPr>
          <p:cNvSpPr>
            <a:spLocks noGrp="1"/>
          </p:cNvSpPr>
          <p:nvPr>
            <p:ph type="ftr" sz="quarter" idx="11"/>
          </p:nvPr>
        </p:nvSpPr>
        <p:spPr/>
        <p:txBody>
          <a:bodyPr/>
          <a:lstStyle/>
          <a:p>
            <a:r>
              <a:rPr lang="nl-BE"/>
              <a:t>PRI - Web API</a:t>
            </a:r>
            <a:endParaRPr lang="nl-BE" dirty="0"/>
          </a:p>
        </p:txBody>
      </p:sp>
    </p:spTree>
    <p:extLst>
      <p:ext uri="{BB962C8B-B14F-4D97-AF65-F5344CB8AC3E}">
        <p14:creationId xmlns:p14="http://schemas.microsoft.com/office/powerpoint/2010/main" val="1780248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jdelijke aanduiding voor tekst 10">
            <a:extLst>
              <a:ext uri="{FF2B5EF4-FFF2-40B4-BE49-F238E27FC236}">
                <a16:creationId xmlns:a16="http://schemas.microsoft.com/office/drawing/2014/main" id="{C1F8FAB9-C210-4F78-8D67-15FD08C3A7B1}"/>
              </a:ext>
            </a:extLst>
          </p:cNvPr>
          <p:cNvSpPr>
            <a:spLocks noGrp="1"/>
          </p:cNvSpPr>
          <p:nvPr>
            <p:ph type="body" sz="quarter" idx="17"/>
          </p:nvPr>
        </p:nvSpPr>
        <p:spPr/>
        <p:txBody>
          <a:bodyPr/>
          <a:lstStyle/>
          <a:p>
            <a:pPr marL="571500" indent="-571500">
              <a:buFont typeface="Arial" panose="020B0604020202020204" pitchFamily="34" charset="0"/>
              <a:buChar char="•"/>
            </a:pPr>
            <a:r>
              <a:rPr lang="nl-BE" dirty="0"/>
              <a:t>Communicatie met de API gebeurt via </a:t>
            </a:r>
            <a:r>
              <a:rPr lang="nl-BE" dirty="0">
                <a:solidFill>
                  <a:schemeClr val="accent1"/>
                </a:solidFill>
              </a:rPr>
              <a:t>HTTP-protocol over het internet</a:t>
            </a:r>
          </a:p>
          <a:p>
            <a:pPr marL="571500" indent="-571500">
              <a:buFont typeface="Arial" panose="020B0604020202020204" pitchFamily="34" charset="0"/>
              <a:buChar char="•"/>
            </a:pPr>
            <a:r>
              <a:rPr lang="nl-BE" dirty="0"/>
              <a:t>De web API communiceert met database om data op te halen</a:t>
            </a:r>
          </a:p>
          <a:p>
            <a:pPr marL="571500" indent="-571500">
              <a:buFont typeface="Arial" panose="020B0604020202020204" pitchFamily="34" charset="0"/>
              <a:buChar char="•"/>
            </a:pPr>
            <a:r>
              <a:rPr lang="nl-BE" dirty="0"/>
              <a:t>De API stuurt deze </a:t>
            </a:r>
            <a:r>
              <a:rPr lang="nl-BE" dirty="0">
                <a:solidFill>
                  <a:schemeClr val="accent1"/>
                </a:solidFill>
              </a:rPr>
              <a:t>data</a:t>
            </a:r>
            <a:r>
              <a:rPr lang="nl-BE" dirty="0"/>
              <a:t> terug naar de aanvragers (</a:t>
            </a:r>
            <a:r>
              <a:rPr lang="nl-BE" dirty="0">
                <a:solidFill>
                  <a:schemeClr val="accent1"/>
                </a:solidFill>
              </a:rPr>
              <a:t>clients</a:t>
            </a:r>
            <a:r>
              <a:rPr lang="nl-BE" dirty="0"/>
              <a:t>)</a:t>
            </a:r>
          </a:p>
          <a:p>
            <a:pPr marL="571500" indent="-571500">
              <a:buFont typeface="Arial" panose="020B0604020202020204" pitchFamily="34" charset="0"/>
              <a:buChar char="•"/>
            </a:pPr>
            <a:r>
              <a:rPr lang="nl-BE" dirty="0"/>
              <a:t>Terug gestuurde data van een API is meestal in de vorm van </a:t>
            </a:r>
            <a:r>
              <a:rPr lang="nl-BE" dirty="0">
                <a:solidFill>
                  <a:schemeClr val="accent1"/>
                </a:solidFill>
              </a:rPr>
              <a:t>JSON</a:t>
            </a:r>
            <a:r>
              <a:rPr lang="nl-BE" dirty="0"/>
              <a:t>, maar kan ook XML of ander formaat zijn.</a:t>
            </a:r>
            <a:endParaRPr lang="en-US" dirty="0"/>
          </a:p>
        </p:txBody>
      </p:sp>
      <p:sp>
        <p:nvSpPr>
          <p:cNvPr id="8" name="Tijdelijke aanduiding voor dianummer 7">
            <a:extLst>
              <a:ext uri="{FF2B5EF4-FFF2-40B4-BE49-F238E27FC236}">
                <a16:creationId xmlns:a16="http://schemas.microsoft.com/office/drawing/2014/main" id="{A3DF5622-E637-45DA-97B3-5E41DAAAAF70}"/>
              </a:ext>
            </a:extLst>
          </p:cNvPr>
          <p:cNvSpPr>
            <a:spLocks noGrp="1"/>
          </p:cNvSpPr>
          <p:nvPr>
            <p:ph type="sldNum" sz="quarter" idx="12"/>
          </p:nvPr>
        </p:nvSpPr>
        <p:spPr/>
        <p:txBody>
          <a:bodyPr/>
          <a:lstStyle/>
          <a:p>
            <a:fld id="{B7527A74-2D87-4307-9531-5A57D9647EEB}" type="slidenum">
              <a:rPr lang="nl-BE" smtClean="0"/>
              <a:pPr/>
              <a:t>4</a:t>
            </a:fld>
            <a:endParaRPr lang="nl-BE"/>
          </a:p>
        </p:txBody>
      </p:sp>
      <p:sp>
        <p:nvSpPr>
          <p:cNvPr id="10" name="Titel 9">
            <a:extLst>
              <a:ext uri="{FF2B5EF4-FFF2-40B4-BE49-F238E27FC236}">
                <a16:creationId xmlns:a16="http://schemas.microsoft.com/office/drawing/2014/main" id="{956FC7F6-826D-4437-B417-5BD1EFBAE263}"/>
              </a:ext>
            </a:extLst>
          </p:cNvPr>
          <p:cNvSpPr>
            <a:spLocks noGrp="1"/>
          </p:cNvSpPr>
          <p:nvPr>
            <p:ph type="title"/>
          </p:nvPr>
        </p:nvSpPr>
        <p:spPr/>
        <p:txBody>
          <a:bodyPr/>
          <a:lstStyle/>
          <a:p>
            <a:r>
              <a:rPr lang="nl-BE" dirty="0"/>
              <a:t>Voorbeeld: weerapplicatie</a:t>
            </a:r>
          </a:p>
        </p:txBody>
      </p:sp>
      <p:sp>
        <p:nvSpPr>
          <p:cNvPr id="2" name="Tijdelijke aanduiding voor datum 1">
            <a:extLst>
              <a:ext uri="{FF2B5EF4-FFF2-40B4-BE49-F238E27FC236}">
                <a16:creationId xmlns:a16="http://schemas.microsoft.com/office/drawing/2014/main" id="{410856F2-9036-48A4-9717-39D2E995A7B6}"/>
              </a:ext>
            </a:extLst>
          </p:cNvPr>
          <p:cNvSpPr>
            <a:spLocks noGrp="1"/>
          </p:cNvSpPr>
          <p:nvPr>
            <p:ph type="dt" sz="half" idx="10"/>
          </p:nvPr>
        </p:nvSpPr>
        <p:spPr/>
        <p:txBody>
          <a:bodyPr/>
          <a:lstStyle/>
          <a:p>
            <a:fld id="{423DE0E1-8571-4773-AFD1-163D84895C11}" type="datetime1">
              <a:rPr lang="nl-BE" smtClean="0"/>
              <a:t>6/10/2025</a:t>
            </a:fld>
            <a:endParaRPr lang="nl-BE" dirty="0"/>
          </a:p>
        </p:txBody>
      </p:sp>
      <p:sp>
        <p:nvSpPr>
          <p:cNvPr id="3" name="Tijdelijke aanduiding voor voettekst 2">
            <a:extLst>
              <a:ext uri="{FF2B5EF4-FFF2-40B4-BE49-F238E27FC236}">
                <a16:creationId xmlns:a16="http://schemas.microsoft.com/office/drawing/2014/main" id="{672066D8-1003-4104-9004-C7C1D57DBB55}"/>
              </a:ext>
            </a:extLst>
          </p:cNvPr>
          <p:cNvSpPr>
            <a:spLocks noGrp="1"/>
          </p:cNvSpPr>
          <p:nvPr>
            <p:ph type="ftr" sz="quarter" idx="11"/>
          </p:nvPr>
        </p:nvSpPr>
        <p:spPr/>
        <p:txBody>
          <a:bodyPr/>
          <a:lstStyle/>
          <a:p>
            <a:r>
              <a:rPr lang="nl-BE"/>
              <a:t>PRI - Web API</a:t>
            </a:r>
            <a:endParaRPr lang="nl-BE" dirty="0"/>
          </a:p>
        </p:txBody>
      </p:sp>
    </p:spTree>
    <p:extLst>
      <p:ext uri="{BB962C8B-B14F-4D97-AF65-F5344CB8AC3E}">
        <p14:creationId xmlns:p14="http://schemas.microsoft.com/office/powerpoint/2010/main" val="2801089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jdelijke aanduiding voor tekst 10">
            <a:extLst>
              <a:ext uri="{FF2B5EF4-FFF2-40B4-BE49-F238E27FC236}">
                <a16:creationId xmlns:a16="http://schemas.microsoft.com/office/drawing/2014/main" id="{C1F8FAB9-C210-4F78-8D67-15FD08C3A7B1}"/>
              </a:ext>
            </a:extLst>
          </p:cNvPr>
          <p:cNvSpPr>
            <a:spLocks noGrp="1"/>
          </p:cNvSpPr>
          <p:nvPr>
            <p:ph type="body" sz="quarter" idx="17"/>
          </p:nvPr>
        </p:nvSpPr>
        <p:spPr/>
        <p:txBody>
          <a:bodyPr/>
          <a:lstStyle/>
          <a:p>
            <a:pPr marL="571500" indent="-571500">
              <a:buFont typeface="Arial" panose="020B0604020202020204" pitchFamily="34" charset="0"/>
              <a:buChar char="•"/>
            </a:pPr>
            <a:r>
              <a:rPr lang="nl-BE" dirty="0"/>
              <a:t>De </a:t>
            </a:r>
            <a:r>
              <a:rPr lang="nl-BE" dirty="0">
                <a:solidFill>
                  <a:schemeClr val="accent1"/>
                </a:solidFill>
              </a:rPr>
              <a:t>clients</a:t>
            </a:r>
            <a:r>
              <a:rPr lang="nl-BE" dirty="0"/>
              <a:t> (</a:t>
            </a:r>
            <a:r>
              <a:rPr lang="nl-BE" dirty="0" err="1"/>
              <a:t>devices</a:t>
            </a:r>
            <a:r>
              <a:rPr lang="nl-BE" dirty="0"/>
              <a:t>) gieten de </a:t>
            </a:r>
            <a:r>
              <a:rPr lang="nl-BE" dirty="0">
                <a:solidFill>
                  <a:schemeClr val="accent1"/>
                </a:solidFill>
              </a:rPr>
              <a:t>ontvangen JSON data </a:t>
            </a:r>
            <a:r>
              <a:rPr lang="nl-BE" dirty="0"/>
              <a:t>in een mooie grafische user interface.</a:t>
            </a:r>
          </a:p>
          <a:p>
            <a:endParaRPr lang="nl-BE" dirty="0"/>
          </a:p>
        </p:txBody>
      </p:sp>
      <p:sp>
        <p:nvSpPr>
          <p:cNvPr id="8" name="Tijdelijke aanduiding voor dianummer 7">
            <a:extLst>
              <a:ext uri="{FF2B5EF4-FFF2-40B4-BE49-F238E27FC236}">
                <a16:creationId xmlns:a16="http://schemas.microsoft.com/office/drawing/2014/main" id="{A3DF5622-E637-45DA-97B3-5E41DAAAAF70}"/>
              </a:ext>
            </a:extLst>
          </p:cNvPr>
          <p:cNvSpPr>
            <a:spLocks noGrp="1"/>
          </p:cNvSpPr>
          <p:nvPr>
            <p:ph type="sldNum" sz="quarter" idx="12"/>
          </p:nvPr>
        </p:nvSpPr>
        <p:spPr/>
        <p:txBody>
          <a:bodyPr/>
          <a:lstStyle/>
          <a:p>
            <a:fld id="{B7527A74-2D87-4307-9531-5A57D9647EEB}" type="slidenum">
              <a:rPr lang="nl-BE" smtClean="0"/>
              <a:pPr/>
              <a:t>5</a:t>
            </a:fld>
            <a:endParaRPr lang="nl-BE"/>
          </a:p>
        </p:txBody>
      </p:sp>
      <p:sp>
        <p:nvSpPr>
          <p:cNvPr id="10" name="Titel 9">
            <a:extLst>
              <a:ext uri="{FF2B5EF4-FFF2-40B4-BE49-F238E27FC236}">
                <a16:creationId xmlns:a16="http://schemas.microsoft.com/office/drawing/2014/main" id="{956FC7F6-826D-4437-B417-5BD1EFBAE263}"/>
              </a:ext>
            </a:extLst>
          </p:cNvPr>
          <p:cNvSpPr>
            <a:spLocks noGrp="1"/>
          </p:cNvSpPr>
          <p:nvPr>
            <p:ph type="title"/>
          </p:nvPr>
        </p:nvSpPr>
        <p:spPr/>
        <p:txBody>
          <a:bodyPr/>
          <a:lstStyle/>
          <a:p>
            <a:r>
              <a:rPr lang="nl-BE" dirty="0"/>
              <a:t>Voorbeeld: weerapplicatie</a:t>
            </a:r>
          </a:p>
        </p:txBody>
      </p:sp>
      <p:sp>
        <p:nvSpPr>
          <p:cNvPr id="2" name="Tijdelijke aanduiding voor datum 1">
            <a:extLst>
              <a:ext uri="{FF2B5EF4-FFF2-40B4-BE49-F238E27FC236}">
                <a16:creationId xmlns:a16="http://schemas.microsoft.com/office/drawing/2014/main" id="{410856F2-9036-48A4-9717-39D2E995A7B6}"/>
              </a:ext>
            </a:extLst>
          </p:cNvPr>
          <p:cNvSpPr>
            <a:spLocks noGrp="1"/>
          </p:cNvSpPr>
          <p:nvPr>
            <p:ph type="dt" sz="half" idx="10"/>
          </p:nvPr>
        </p:nvSpPr>
        <p:spPr/>
        <p:txBody>
          <a:bodyPr/>
          <a:lstStyle/>
          <a:p>
            <a:fld id="{423DE0E1-8571-4773-AFD1-163D84895C11}" type="datetime1">
              <a:rPr lang="nl-BE" smtClean="0"/>
              <a:t>6/10/2025</a:t>
            </a:fld>
            <a:endParaRPr lang="nl-BE" dirty="0"/>
          </a:p>
        </p:txBody>
      </p:sp>
      <p:sp>
        <p:nvSpPr>
          <p:cNvPr id="3" name="Tijdelijke aanduiding voor voettekst 2">
            <a:extLst>
              <a:ext uri="{FF2B5EF4-FFF2-40B4-BE49-F238E27FC236}">
                <a16:creationId xmlns:a16="http://schemas.microsoft.com/office/drawing/2014/main" id="{672066D8-1003-4104-9004-C7C1D57DBB55}"/>
              </a:ext>
            </a:extLst>
          </p:cNvPr>
          <p:cNvSpPr>
            <a:spLocks noGrp="1"/>
          </p:cNvSpPr>
          <p:nvPr>
            <p:ph type="ftr" sz="quarter" idx="11"/>
          </p:nvPr>
        </p:nvSpPr>
        <p:spPr/>
        <p:txBody>
          <a:bodyPr/>
          <a:lstStyle/>
          <a:p>
            <a:r>
              <a:rPr lang="nl-BE"/>
              <a:t>PRI - Web API</a:t>
            </a:r>
            <a:endParaRPr lang="nl-BE" dirty="0"/>
          </a:p>
        </p:txBody>
      </p:sp>
      <p:pic>
        <p:nvPicPr>
          <p:cNvPr id="5" name="Picture 4">
            <a:extLst>
              <a:ext uri="{FF2B5EF4-FFF2-40B4-BE49-F238E27FC236}">
                <a16:creationId xmlns:a16="http://schemas.microsoft.com/office/drawing/2014/main" id="{D8F3AA94-773A-64FB-942D-D84F1D60A02B}"/>
              </a:ext>
            </a:extLst>
          </p:cNvPr>
          <p:cNvPicPr>
            <a:picLocks noChangeAspect="1"/>
          </p:cNvPicPr>
          <p:nvPr/>
        </p:nvPicPr>
        <p:blipFill>
          <a:blip r:embed="rId3"/>
          <a:stretch>
            <a:fillRect/>
          </a:stretch>
        </p:blipFill>
        <p:spPr>
          <a:xfrm>
            <a:off x="6676572" y="3102521"/>
            <a:ext cx="11219541" cy="5986482"/>
          </a:xfrm>
          <a:prstGeom prst="rect">
            <a:avLst/>
          </a:prstGeom>
        </p:spPr>
      </p:pic>
      <p:pic>
        <p:nvPicPr>
          <p:cNvPr id="1026" name="Picture 2">
            <a:extLst>
              <a:ext uri="{FF2B5EF4-FFF2-40B4-BE49-F238E27FC236}">
                <a16:creationId xmlns:a16="http://schemas.microsoft.com/office/drawing/2014/main" id="{A16722F8-FE92-FD74-0202-271EB64FEF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1754" y="3647007"/>
            <a:ext cx="2981675" cy="5441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7756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jdelijke aanduiding voor tekst 10">
            <a:extLst>
              <a:ext uri="{FF2B5EF4-FFF2-40B4-BE49-F238E27FC236}">
                <a16:creationId xmlns:a16="http://schemas.microsoft.com/office/drawing/2014/main" id="{C1F8FAB9-C210-4F78-8D67-15FD08C3A7B1}"/>
              </a:ext>
            </a:extLst>
          </p:cNvPr>
          <p:cNvSpPr>
            <a:spLocks noGrp="1"/>
          </p:cNvSpPr>
          <p:nvPr>
            <p:ph type="body" sz="quarter" idx="17"/>
          </p:nvPr>
        </p:nvSpPr>
        <p:spPr/>
        <p:txBody>
          <a:bodyPr/>
          <a:lstStyle/>
          <a:p>
            <a:pPr marL="571500" indent="-571500">
              <a:buFont typeface="Arial" panose="020B0604020202020204" pitchFamily="34" charset="0"/>
              <a:buChar char="•"/>
            </a:pPr>
            <a:r>
              <a:rPr lang="nl-BE" dirty="0"/>
              <a:t>Discord</a:t>
            </a:r>
          </a:p>
          <a:p>
            <a:pPr marL="571500" indent="-571500">
              <a:buFont typeface="Arial" panose="020B0604020202020204" pitchFamily="34" charset="0"/>
              <a:buChar char="•"/>
            </a:pPr>
            <a:r>
              <a:rPr lang="nl-BE" dirty="0" err="1"/>
              <a:t>Spotify</a:t>
            </a:r>
            <a:endParaRPr lang="nl-BE" dirty="0"/>
          </a:p>
          <a:p>
            <a:pPr marL="571500" indent="-571500">
              <a:buFont typeface="Arial" panose="020B0604020202020204" pitchFamily="34" charset="0"/>
              <a:buChar char="•"/>
            </a:pPr>
            <a:r>
              <a:rPr lang="nl-BE" dirty="0"/>
              <a:t>…</a:t>
            </a:r>
          </a:p>
          <a:p>
            <a:pPr marL="571500" indent="-571500">
              <a:buFont typeface="Arial" panose="020B0604020202020204" pitchFamily="34" charset="0"/>
              <a:buChar char="•"/>
            </a:pPr>
            <a:r>
              <a:rPr lang="nl-BE" dirty="0" err="1"/>
              <a:t>API’s</a:t>
            </a:r>
            <a:r>
              <a:rPr lang="nl-BE" dirty="0"/>
              <a:t> die jullie kennen?</a:t>
            </a:r>
            <a:endParaRPr lang="en-US" dirty="0"/>
          </a:p>
        </p:txBody>
      </p:sp>
      <p:sp>
        <p:nvSpPr>
          <p:cNvPr id="8" name="Tijdelijke aanduiding voor dianummer 7">
            <a:extLst>
              <a:ext uri="{FF2B5EF4-FFF2-40B4-BE49-F238E27FC236}">
                <a16:creationId xmlns:a16="http://schemas.microsoft.com/office/drawing/2014/main" id="{A3DF5622-E637-45DA-97B3-5E41DAAAAF70}"/>
              </a:ext>
            </a:extLst>
          </p:cNvPr>
          <p:cNvSpPr>
            <a:spLocks noGrp="1"/>
          </p:cNvSpPr>
          <p:nvPr>
            <p:ph type="sldNum" sz="quarter" idx="12"/>
          </p:nvPr>
        </p:nvSpPr>
        <p:spPr/>
        <p:txBody>
          <a:bodyPr/>
          <a:lstStyle/>
          <a:p>
            <a:fld id="{B7527A74-2D87-4307-9531-5A57D9647EEB}" type="slidenum">
              <a:rPr lang="nl-BE" smtClean="0"/>
              <a:pPr/>
              <a:t>6</a:t>
            </a:fld>
            <a:endParaRPr lang="nl-BE"/>
          </a:p>
        </p:txBody>
      </p:sp>
      <p:sp>
        <p:nvSpPr>
          <p:cNvPr id="10" name="Titel 9">
            <a:extLst>
              <a:ext uri="{FF2B5EF4-FFF2-40B4-BE49-F238E27FC236}">
                <a16:creationId xmlns:a16="http://schemas.microsoft.com/office/drawing/2014/main" id="{956FC7F6-826D-4437-B417-5BD1EFBAE263}"/>
              </a:ext>
            </a:extLst>
          </p:cNvPr>
          <p:cNvSpPr>
            <a:spLocks noGrp="1"/>
          </p:cNvSpPr>
          <p:nvPr>
            <p:ph type="title"/>
          </p:nvPr>
        </p:nvSpPr>
        <p:spPr/>
        <p:txBody>
          <a:bodyPr/>
          <a:lstStyle/>
          <a:p>
            <a:r>
              <a:rPr lang="nl-BE" dirty="0"/>
              <a:t>Andere voorbeelden</a:t>
            </a:r>
          </a:p>
        </p:txBody>
      </p:sp>
      <p:sp>
        <p:nvSpPr>
          <p:cNvPr id="2" name="Tijdelijke aanduiding voor datum 1">
            <a:extLst>
              <a:ext uri="{FF2B5EF4-FFF2-40B4-BE49-F238E27FC236}">
                <a16:creationId xmlns:a16="http://schemas.microsoft.com/office/drawing/2014/main" id="{410856F2-9036-48A4-9717-39D2E995A7B6}"/>
              </a:ext>
            </a:extLst>
          </p:cNvPr>
          <p:cNvSpPr>
            <a:spLocks noGrp="1"/>
          </p:cNvSpPr>
          <p:nvPr>
            <p:ph type="dt" sz="half" idx="10"/>
          </p:nvPr>
        </p:nvSpPr>
        <p:spPr/>
        <p:txBody>
          <a:bodyPr/>
          <a:lstStyle/>
          <a:p>
            <a:fld id="{423DE0E1-8571-4773-AFD1-163D84895C11}" type="datetime1">
              <a:rPr lang="nl-BE" smtClean="0"/>
              <a:t>6/10/2025</a:t>
            </a:fld>
            <a:endParaRPr lang="nl-BE" dirty="0"/>
          </a:p>
        </p:txBody>
      </p:sp>
      <p:sp>
        <p:nvSpPr>
          <p:cNvPr id="3" name="Tijdelijke aanduiding voor voettekst 2">
            <a:extLst>
              <a:ext uri="{FF2B5EF4-FFF2-40B4-BE49-F238E27FC236}">
                <a16:creationId xmlns:a16="http://schemas.microsoft.com/office/drawing/2014/main" id="{672066D8-1003-4104-9004-C7C1D57DBB55}"/>
              </a:ext>
            </a:extLst>
          </p:cNvPr>
          <p:cNvSpPr>
            <a:spLocks noGrp="1"/>
          </p:cNvSpPr>
          <p:nvPr>
            <p:ph type="ftr" sz="quarter" idx="11"/>
          </p:nvPr>
        </p:nvSpPr>
        <p:spPr/>
        <p:txBody>
          <a:bodyPr/>
          <a:lstStyle/>
          <a:p>
            <a:r>
              <a:rPr lang="nl-BE"/>
              <a:t>PRI - Web API</a:t>
            </a:r>
            <a:endParaRPr lang="nl-BE" dirty="0"/>
          </a:p>
        </p:txBody>
      </p:sp>
    </p:spTree>
    <p:extLst>
      <p:ext uri="{BB962C8B-B14F-4D97-AF65-F5344CB8AC3E}">
        <p14:creationId xmlns:p14="http://schemas.microsoft.com/office/powerpoint/2010/main" val="1437554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kstvak 13">
            <a:extLst>
              <a:ext uri="{FF2B5EF4-FFF2-40B4-BE49-F238E27FC236}">
                <a16:creationId xmlns:a16="http://schemas.microsoft.com/office/drawing/2014/main" id="{4F882899-B332-4D31-BCED-B038405099C2}"/>
              </a:ext>
            </a:extLst>
          </p:cNvPr>
          <p:cNvSpPr txBox="1"/>
          <p:nvPr/>
        </p:nvSpPr>
        <p:spPr>
          <a:xfrm>
            <a:off x="4315363" y="3525132"/>
            <a:ext cx="1147666"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nl-BE" dirty="0"/>
              <a:t>HTTP GET</a:t>
            </a:r>
          </a:p>
        </p:txBody>
      </p:sp>
      <p:pic>
        <p:nvPicPr>
          <p:cNvPr id="1036" name="Picture 12" descr="HTML Document - Free computer icons">
            <a:extLst>
              <a:ext uri="{FF2B5EF4-FFF2-40B4-BE49-F238E27FC236}">
                <a16:creationId xmlns:a16="http://schemas.microsoft.com/office/drawing/2014/main" id="{8E314C0D-97F0-4C2F-AD15-685242AF15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44500" y="4663428"/>
            <a:ext cx="630459" cy="630459"/>
          </a:xfrm>
          <a:prstGeom prst="rect">
            <a:avLst/>
          </a:prstGeom>
          <a:noFill/>
          <a:extLst>
            <a:ext uri="{909E8E84-426E-40DD-AFC4-6F175D3DCCD1}">
              <a14:hiddenFill xmlns:a14="http://schemas.microsoft.com/office/drawing/2010/main">
                <a:solidFill>
                  <a:srgbClr val="FFFFFF"/>
                </a:solidFill>
              </a14:hiddenFill>
            </a:ext>
          </a:extLst>
        </p:spPr>
      </p:pic>
      <p:sp>
        <p:nvSpPr>
          <p:cNvPr id="3" name="Tijdelijke aanduiding voor dianummer 2">
            <a:extLst>
              <a:ext uri="{FF2B5EF4-FFF2-40B4-BE49-F238E27FC236}">
                <a16:creationId xmlns:a16="http://schemas.microsoft.com/office/drawing/2014/main" id="{11102074-1C85-4505-91FD-ADFE904AFEF0}"/>
              </a:ext>
            </a:extLst>
          </p:cNvPr>
          <p:cNvSpPr>
            <a:spLocks noGrp="1"/>
          </p:cNvSpPr>
          <p:nvPr>
            <p:ph type="sldNum" sz="quarter" idx="12"/>
          </p:nvPr>
        </p:nvSpPr>
        <p:spPr/>
        <p:txBody>
          <a:bodyPr/>
          <a:lstStyle/>
          <a:p>
            <a:fld id="{B7527A74-2D87-4307-9531-5A57D9647EEB}" type="slidenum">
              <a:rPr lang="nl-BE" smtClean="0"/>
              <a:pPr/>
              <a:t>7</a:t>
            </a:fld>
            <a:endParaRPr lang="nl-BE"/>
          </a:p>
        </p:txBody>
      </p:sp>
      <p:sp>
        <p:nvSpPr>
          <p:cNvPr id="4" name="Titel 3">
            <a:extLst>
              <a:ext uri="{FF2B5EF4-FFF2-40B4-BE49-F238E27FC236}">
                <a16:creationId xmlns:a16="http://schemas.microsoft.com/office/drawing/2014/main" id="{BDA5E0FB-0BF2-4C17-90CE-DE43B4185CF8}"/>
              </a:ext>
            </a:extLst>
          </p:cNvPr>
          <p:cNvSpPr>
            <a:spLocks noGrp="1"/>
          </p:cNvSpPr>
          <p:nvPr>
            <p:ph type="title"/>
          </p:nvPr>
        </p:nvSpPr>
        <p:spPr/>
        <p:txBody>
          <a:bodyPr/>
          <a:lstStyle/>
          <a:p>
            <a:r>
              <a:rPr lang="nl-BE" dirty="0"/>
              <a:t>MVC applicatie</a:t>
            </a:r>
          </a:p>
        </p:txBody>
      </p:sp>
      <p:sp>
        <p:nvSpPr>
          <p:cNvPr id="5" name="Tijdelijke aanduiding voor datum 4">
            <a:extLst>
              <a:ext uri="{FF2B5EF4-FFF2-40B4-BE49-F238E27FC236}">
                <a16:creationId xmlns:a16="http://schemas.microsoft.com/office/drawing/2014/main" id="{1FB6C51E-8F5E-4BBA-8CD8-C52F237BF076}"/>
              </a:ext>
            </a:extLst>
          </p:cNvPr>
          <p:cNvSpPr>
            <a:spLocks noGrp="1"/>
          </p:cNvSpPr>
          <p:nvPr>
            <p:ph type="dt" sz="half" idx="10"/>
          </p:nvPr>
        </p:nvSpPr>
        <p:spPr/>
        <p:txBody>
          <a:bodyPr/>
          <a:lstStyle/>
          <a:p>
            <a:fld id="{E64C2695-B263-4353-BD48-CC1D21F07CE5}" type="datetime1">
              <a:rPr lang="nl-BE" smtClean="0"/>
              <a:t>6/10/2025</a:t>
            </a:fld>
            <a:endParaRPr lang="nl-BE" dirty="0"/>
          </a:p>
        </p:txBody>
      </p:sp>
      <p:sp>
        <p:nvSpPr>
          <p:cNvPr id="6" name="Tijdelijke aanduiding voor voettekst 5">
            <a:extLst>
              <a:ext uri="{FF2B5EF4-FFF2-40B4-BE49-F238E27FC236}">
                <a16:creationId xmlns:a16="http://schemas.microsoft.com/office/drawing/2014/main" id="{10A5DBD0-46F2-4510-8DFB-20674984598B}"/>
              </a:ext>
            </a:extLst>
          </p:cNvPr>
          <p:cNvSpPr>
            <a:spLocks noGrp="1"/>
          </p:cNvSpPr>
          <p:nvPr>
            <p:ph type="ftr" sz="quarter" idx="11"/>
          </p:nvPr>
        </p:nvSpPr>
        <p:spPr/>
        <p:txBody>
          <a:bodyPr/>
          <a:lstStyle/>
          <a:p>
            <a:r>
              <a:rPr lang="nl-BE"/>
              <a:t>PRI - Web API</a:t>
            </a:r>
            <a:endParaRPr lang="nl-BE" dirty="0"/>
          </a:p>
        </p:txBody>
      </p:sp>
      <p:sp>
        <p:nvSpPr>
          <p:cNvPr id="7" name="Rechthoek: afgeronde hoeken 6">
            <a:extLst>
              <a:ext uri="{FF2B5EF4-FFF2-40B4-BE49-F238E27FC236}">
                <a16:creationId xmlns:a16="http://schemas.microsoft.com/office/drawing/2014/main" id="{AEA0527B-0D80-40D4-B09D-DEFD8864A512}"/>
              </a:ext>
            </a:extLst>
          </p:cNvPr>
          <p:cNvSpPr/>
          <p:nvPr/>
        </p:nvSpPr>
        <p:spPr>
          <a:xfrm>
            <a:off x="10054421" y="3445446"/>
            <a:ext cx="3064885" cy="288559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t"/>
          <a:lstStyle/>
          <a:p>
            <a:pPr algn="ctr"/>
            <a:r>
              <a:rPr lang="nl-BE" dirty="0"/>
              <a:t>ASP.NET MVC</a:t>
            </a:r>
          </a:p>
        </p:txBody>
      </p:sp>
      <p:pic>
        <p:nvPicPr>
          <p:cNvPr id="1026" name="Picture 2" descr="Welke browser moet ik kiezen? - Hart voor IT - Uw computer, internet &amp;  multimedia laten maken door specialisten in de ICT!">
            <a:extLst>
              <a:ext uri="{FF2B5EF4-FFF2-40B4-BE49-F238E27FC236}">
                <a16:creationId xmlns:a16="http://schemas.microsoft.com/office/drawing/2014/main" id="{7B23BAB1-1E43-4CE4-8AAF-93D6E65C2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7029" y="2692765"/>
            <a:ext cx="4236000" cy="232330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ownload Database Png HQ PNG Image | FreePNGImg">
            <a:extLst>
              <a:ext uri="{FF2B5EF4-FFF2-40B4-BE49-F238E27FC236}">
                <a16:creationId xmlns:a16="http://schemas.microsoft.com/office/drawing/2014/main" id="{E69904FB-9189-4B0C-B88C-6DD5F31426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32869" y="4063568"/>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hthoek: afgeronde hoeken 9">
            <a:extLst>
              <a:ext uri="{FF2B5EF4-FFF2-40B4-BE49-F238E27FC236}">
                <a16:creationId xmlns:a16="http://schemas.microsoft.com/office/drawing/2014/main" id="{3D5C0E0B-621E-4826-847A-64738345629C}"/>
              </a:ext>
            </a:extLst>
          </p:cNvPr>
          <p:cNvSpPr/>
          <p:nvPr/>
        </p:nvSpPr>
        <p:spPr>
          <a:xfrm>
            <a:off x="10313234" y="4200773"/>
            <a:ext cx="2547257" cy="63035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nl-BE" dirty="0">
                <a:solidFill>
                  <a:schemeClr val="tx1"/>
                </a:solidFill>
              </a:rPr>
              <a:t>CONTROLLER</a:t>
            </a:r>
          </a:p>
        </p:txBody>
      </p:sp>
      <p:sp>
        <p:nvSpPr>
          <p:cNvPr id="8" name="Pijl: rechts 7">
            <a:extLst>
              <a:ext uri="{FF2B5EF4-FFF2-40B4-BE49-F238E27FC236}">
                <a16:creationId xmlns:a16="http://schemas.microsoft.com/office/drawing/2014/main" id="{9D29281D-B77D-4800-B52C-5662A4FB1ECA}"/>
              </a:ext>
            </a:extLst>
          </p:cNvPr>
          <p:cNvSpPr/>
          <p:nvPr/>
        </p:nvSpPr>
        <p:spPr>
          <a:xfrm>
            <a:off x="4836078" y="3811386"/>
            <a:ext cx="5327778" cy="6303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dirty="0"/>
              <a:t>www.youandmetheyarefamily.com</a:t>
            </a:r>
          </a:p>
        </p:txBody>
      </p:sp>
      <p:sp>
        <p:nvSpPr>
          <p:cNvPr id="12" name="Pijl: rechts 11">
            <a:extLst>
              <a:ext uri="{FF2B5EF4-FFF2-40B4-BE49-F238E27FC236}">
                <a16:creationId xmlns:a16="http://schemas.microsoft.com/office/drawing/2014/main" id="{22F76429-CD66-47FC-A1B8-502C7E17C100}"/>
              </a:ext>
            </a:extLst>
          </p:cNvPr>
          <p:cNvSpPr/>
          <p:nvPr/>
        </p:nvSpPr>
        <p:spPr>
          <a:xfrm>
            <a:off x="12970655" y="4200772"/>
            <a:ext cx="2776165" cy="6303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dirty="0"/>
              <a:t>QUERY</a:t>
            </a:r>
          </a:p>
        </p:txBody>
      </p:sp>
      <p:sp>
        <p:nvSpPr>
          <p:cNvPr id="16" name="Rechthoek: afgeronde hoeken 15">
            <a:extLst>
              <a:ext uri="{FF2B5EF4-FFF2-40B4-BE49-F238E27FC236}">
                <a16:creationId xmlns:a16="http://schemas.microsoft.com/office/drawing/2014/main" id="{A0E94E57-C3BC-4F04-B2E3-C164A2FA14BA}"/>
              </a:ext>
            </a:extLst>
          </p:cNvPr>
          <p:cNvSpPr/>
          <p:nvPr/>
        </p:nvSpPr>
        <p:spPr>
          <a:xfrm>
            <a:off x="11706115" y="5008953"/>
            <a:ext cx="1154376" cy="94991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nl-BE" dirty="0">
                <a:solidFill>
                  <a:schemeClr val="tx1"/>
                </a:solidFill>
              </a:rPr>
              <a:t>Model</a:t>
            </a:r>
          </a:p>
        </p:txBody>
      </p:sp>
      <p:sp>
        <p:nvSpPr>
          <p:cNvPr id="9" name="Pijl: links 8">
            <a:extLst>
              <a:ext uri="{FF2B5EF4-FFF2-40B4-BE49-F238E27FC236}">
                <a16:creationId xmlns:a16="http://schemas.microsoft.com/office/drawing/2014/main" id="{BF2FD27F-9171-44CF-9D3B-88CF585CA523}"/>
              </a:ext>
            </a:extLst>
          </p:cNvPr>
          <p:cNvSpPr/>
          <p:nvPr/>
        </p:nvSpPr>
        <p:spPr>
          <a:xfrm rot="21587596">
            <a:off x="12971785" y="5168734"/>
            <a:ext cx="2773907" cy="63035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dirty="0"/>
              <a:t>DATA</a:t>
            </a:r>
          </a:p>
        </p:txBody>
      </p:sp>
      <p:sp>
        <p:nvSpPr>
          <p:cNvPr id="17" name="Rechthoek: afgeronde hoeken 16">
            <a:extLst>
              <a:ext uri="{FF2B5EF4-FFF2-40B4-BE49-F238E27FC236}">
                <a16:creationId xmlns:a16="http://schemas.microsoft.com/office/drawing/2014/main" id="{983ED7D5-EBE7-44B0-8F13-9BDDB1C1236A}"/>
              </a:ext>
            </a:extLst>
          </p:cNvPr>
          <p:cNvSpPr/>
          <p:nvPr/>
        </p:nvSpPr>
        <p:spPr>
          <a:xfrm>
            <a:off x="10313235" y="5008953"/>
            <a:ext cx="1154376" cy="94991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nl-BE" dirty="0">
                <a:solidFill>
                  <a:schemeClr val="tx1"/>
                </a:solidFill>
              </a:rPr>
              <a:t>View</a:t>
            </a:r>
          </a:p>
        </p:txBody>
      </p:sp>
      <p:pic>
        <p:nvPicPr>
          <p:cNvPr id="1034" name="Picture 10" descr="Free Web Browser met Website Vector - Download Free Vectors, Vector  Bestanden, Ontwerpen Templates">
            <a:extLst>
              <a:ext uri="{FF2B5EF4-FFF2-40B4-BE49-F238E27FC236}">
                <a16:creationId xmlns:a16="http://schemas.microsoft.com/office/drawing/2014/main" id="{ED2ADB21-1EDB-4422-B327-3B122D8BE07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a:stretch/>
        </p:blipFill>
        <p:spPr bwMode="auto">
          <a:xfrm>
            <a:off x="740803" y="5045830"/>
            <a:ext cx="5643767" cy="3713583"/>
          </a:xfrm>
          <a:prstGeom prst="rect">
            <a:avLst/>
          </a:prstGeom>
          <a:noFill/>
          <a:extLst>
            <a:ext uri="{909E8E84-426E-40DD-AFC4-6F175D3DCCD1}">
              <a14:hiddenFill xmlns:a14="http://schemas.microsoft.com/office/drawing/2010/main">
                <a:solidFill>
                  <a:srgbClr val="FFFFFF"/>
                </a:solidFill>
              </a14:hiddenFill>
            </a:ext>
          </a:extLst>
        </p:spPr>
      </p:pic>
      <p:sp>
        <p:nvSpPr>
          <p:cNvPr id="11" name="Pijl: links 10">
            <a:extLst>
              <a:ext uri="{FF2B5EF4-FFF2-40B4-BE49-F238E27FC236}">
                <a16:creationId xmlns:a16="http://schemas.microsoft.com/office/drawing/2014/main" id="{2578E180-C751-43E3-B69D-928A0D363D41}"/>
              </a:ext>
            </a:extLst>
          </p:cNvPr>
          <p:cNvSpPr/>
          <p:nvPr/>
        </p:nvSpPr>
        <p:spPr>
          <a:xfrm>
            <a:off x="6186196" y="5182059"/>
            <a:ext cx="3977660" cy="63035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dirty="0"/>
              <a:t>&lt;html&gt; … &lt;/html&gt;</a:t>
            </a:r>
          </a:p>
        </p:txBody>
      </p:sp>
    </p:spTree>
    <p:extLst>
      <p:ext uri="{BB962C8B-B14F-4D97-AF65-F5344CB8AC3E}">
        <p14:creationId xmlns:p14="http://schemas.microsoft.com/office/powerpoint/2010/main" val="309529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42" presetClass="path" presetSubtype="0" accel="50000" decel="50000" fill="hold" grpId="0" nodeType="afterEffect">
                                  <p:stCondLst>
                                    <p:cond delay="0"/>
                                  </p:stCondLst>
                                  <p:childTnLst>
                                    <p:animMotion origin="layout" path="M -4.30556E-6 1.85185E-6 L 0.23681 -0.00062 " pathEditMode="relative" rAng="0" ptsTypes="AA">
                                      <p:cBhvr>
                                        <p:cTn id="10" dur="2000" fill="hold"/>
                                        <p:tgtEl>
                                          <p:spTgt spid="14"/>
                                        </p:tgtEl>
                                        <p:attrNameLst>
                                          <p:attrName>ppt_x</p:attrName>
                                          <p:attrName>ppt_y</p:attrName>
                                        </p:attrNameLst>
                                      </p:cBhvr>
                                      <p:rCtr x="11840" y="-31"/>
                                    </p:animMotion>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right)">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right)">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path" presetSubtype="0" accel="50000" decel="50000" fill="hold" nodeType="clickEffect">
                                  <p:stCondLst>
                                    <p:cond delay="0"/>
                                  </p:stCondLst>
                                  <p:childTnLst>
                                    <p:animMotion origin="layout" path="M 3.75E-6 -6.17284E-7 L -0.21754 0.00108 " pathEditMode="relative" rAng="0" ptsTypes="AA">
                                      <p:cBhvr>
                                        <p:cTn id="29" dur="2000" fill="hold"/>
                                        <p:tgtEl>
                                          <p:spTgt spid="1036"/>
                                        </p:tgtEl>
                                        <p:attrNameLst>
                                          <p:attrName>ppt_x</p:attrName>
                                          <p:attrName>ppt_y</p:attrName>
                                        </p:attrNameLst>
                                      </p:cBhvr>
                                      <p:rCtr x="-10877" y="46"/>
                                    </p:animMotion>
                                  </p:childTnLst>
                                </p:cTn>
                              </p:par>
                            </p:childTnLst>
                          </p:cTn>
                        </p:par>
                        <p:par>
                          <p:cTn id="30" fill="hold">
                            <p:stCondLst>
                              <p:cond delay="2000"/>
                            </p:stCondLst>
                            <p:childTnLst>
                              <p:par>
                                <p:cTn id="31" presetID="1" presetClass="entr" presetSubtype="0" fill="hold" nodeType="afterEffect">
                                  <p:stCondLst>
                                    <p:cond delay="0"/>
                                  </p:stCondLst>
                                  <p:childTnLst>
                                    <p:set>
                                      <p:cBhvr>
                                        <p:cTn id="32" dur="1" fill="hold">
                                          <p:stCondLst>
                                            <p:cond delay="0"/>
                                          </p:stCondLst>
                                        </p:cTn>
                                        <p:tgtEl>
                                          <p:spTgt spid="1034"/>
                                        </p:tgtEl>
                                        <p:attrNameLst>
                                          <p:attrName>style.visibility</p:attrName>
                                        </p:attrNameLst>
                                      </p:cBhvr>
                                      <p:to>
                                        <p:strVal val="visible"/>
                                      </p:to>
                                    </p:set>
                                  </p:childTnLst>
                                </p:cTn>
                              </p:par>
                            </p:childTnLst>
                          </p:cTn>
                        </p:par>
                        <p:par>
                          <p:cTn id="33" fill="hold">
                            <p:stCondLst>
                              <p:cond delay="2000"/>
                            </p:stCondLst>
                            <p:childTnLst>
                              <p:par>
                                <p:cTn id="34" presetID="1" presetClass="exit" presetSubtype="0" fill="hold" nodeType="afterEffect">
                                  <p:stCondLst>
                                    <p:cond delay="0"/>
                                  </p:stCondLst>
                                  <p:childTnLst>
                                    <p:set>
                                      <p:cBhvr>
                                        <p:cTn id="35" dur="1" fill="hold">
                                          <p:stCondLst>
                                            <p:cond delay="0"/>
                                          </p:stCondLst>
                                        </p:cTn>
                                        <p:tgtEl>
                                          <p:spTgt spid="10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8" grpId="0" animBg="1"/>
      <p:bldP spid="12" grpId="0" animBg="1"/>
      <p:bldP spid="9"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hoek: afgeronde hoeken 20">
            <a:extLst>
              <a:ext uri="{FF2B5EF4-FFF2-40B4-BE49-F238E27FC236}">
                <a16:creationId xmlns:a16="http://schemas.microsoft.com/office/drawing/2014/main" id="{95D7FB9E-F542-4008-B8F7-591D08444981}"/>
              </a:ext>
            </a:extLst>
          </p:cNvPr>
          <p:cNvSpPr/>
          <p:nvPr/>
        </p:nvSpPr>
        <p:spPr>
          <a:xfrm>
            <a:off x="10054421" y="3445445"/>
            <a:ext cx="3064885" cy="288559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t"/>
          <a:lstStyle/>
          <a:p>
            <a:pPr algn="ctr"/>
            <a:r>
              <a:rPr lang="nl-BE" dirty="0"/>
              <a:t>ASP.NET API</a:t>
            </a:r>
          </a:p>
        </p:txBody>
      </p:sp>
      <p:sp>
        <p:nvSpPr>
          <p:cNvPr id="3" name="Tijdelijke aanduiding voor dianummer 2">
            <a:extLst>
              <a:ext uri="{FF2B5EF4-FFF2-40B4-BE49-F238E27FC236}">
                <a16:creationId xmlns:a16="http://schemas.microsoft.com/office/drawing/2014/main" id="{11102074-1C85-4505-91FD-ADFE904AFEF0}"/>
              </a:ext>
            </a:extLst>
          </p:cNvPr>
          <p:cNvSpPr>
            <a:spLocks noGrp="1"/>
          </p:cNvSpPr>
          <p:nvPr>
            <p:ph type="sldNum" sz="quarter" idx="12"/>
          </p:nvPr>
        </p:nvSpPr>
        <p:spPr/>
        <p:txBody>
          <a:bodyPr/>
          <a:lstStyle/>
          <a:p>
            <a:fld id="{B7527A74-2D87-4307-9531-5A57D9647EEB}" type="slidenum">
              <a:rPr lang="nl-BE" smtClean="0"/>
              <a:pPr/>
              <a:t>8</a:t>
            </a:fld>
            <a:endParaRPr lang="nl-BE"/>
          </a:p>
        </p:txBody>
      </p:sp>
      <p:sp>
        <p:nvSpPr>
          <p:cNvPr id="4" name="Titel 3">
            <a:extLst>
              <a:ext uri="{FF2B5EF4-FFF2-40B4-BE49-F238E27FC236}">
                <a16:creationId xmlns:a16="http://schemas.microsoft.com/office/drawing/2014/main" id="{BDA5E0FB-0BF2-4C17-90CE-DE43B4185CF8}"/>
              </a:ext>
            </a:extLst>
          </p:cNvPr>
          <p:cNvSpPr>
            <a:spLocks noGrp="1"/>
          </p:cNvSpPr>
          <p:nvPr>
            <p:ph type="title"/>
          </p:nvPr>
        </p:nvSpPr>
        <p:spPr/>
        <p:txBody>
          <a:bodyPr/>
          <a:lstStyle/>
          <a:p>
            <a:r>
              <a:rPr lang="nl-BE" dirty="0"/>
              <a:t>Web API</a:t>
            </a:r>
          </a:p>
        </p:txBody>
      </p:sp>
      <p:sp>
        <p:nvSpPr>
          <p:cNvPr id="5" name="Tijdelijke aanduiding voor datum 4">
            <a:extLst>
              <a:ext uri="{FF2B5EF4-FFF2-40B4-BE49-F238E27FC236}">
                <a16:creationId xmlns:a16="http://schemas.microsoft.com/office/drawing/2014/main" id="{1FB6C51E-8F5E-4BBA-8CD8-C52F237BF076}"/>
              </a:ext>
            </a:extLst>
          </p:cNvPr>
          <p:cNvSpPr>
            <a:spLocks noGrp="1"/>
          </p:cNvSpPr>
          <p:nvPr>
            <p:ph type="dt" sz="half" idx="10"/>
          </p:nvPr>
        </p:nvSpPr>
        <p:spPr/>
        <p:txBody>
          <a:bodyPr/>
          <a:lstStyle/>
          <a:p>
            <a:fld id="{E64C2695-B263-4353-BD48-CC1D21F07CE5}" type="datetime1">
              <a:rPr lang="nl-BE" smtClean="0"/>
              <a:t>6/10/2025</a:t>
            </a:fld>
            <a:endParaRPr lang="nl-BE" dirty="0"/>
          </a:p>
        </p:txBody>
      </p:sp>
      <p:sp>
        <p:nvSpPr>
          <p:cNvPr id="6" name="Tijdelijke aanduiding voor voettekst 5">
            <a:extLst>
              <a:ext uri="{FF2B5EF4-FFF2-40B4-BE49-F238E27FC236}">
                <a16:creationId xmlns:a16="http://schemas.microsoft.com/office/drawing/2014/main" id="{10A5DBD0-46F2-4510-8DFB-20674984598B}"/>
              </a:ext>
            </a:extLst>
          </p:cNvPr>
          <p:cNvSpPr>
            <a:spLocks noGrp="1"/>
          </p:cNvSpPr>
          <p:nvPr>
            <p:ph type="ftr" sz="quarter" idx="11"/>
          </p:nvPr>
        </p:nvSpPr>
        <p:spPr/>
        <p:txBody>
          <a:bodyPr/>
          <a:lstStyle/>
          <a:p>
            <a:r>
              <a:rPr lang="nl-BE"/>
              <a:t>PRI - Web API</a:t>
            </a:r>
            <a:endParaRPr lang="nl-BE" dirty="0"/>
          </a:p>
        </p:txBody>
      </p:sp>
      <p:sp>
        <p:nvSpPr>
          <p:cNvPr id="7" name="Rechthoek: afgeronde hoeken 6">
            <a:extLst>
              <a:ext uri="{FF2B5EF4-FFF2-40B4-BE49-F238E27FC236}">
                <a16:creationId xmlns:a16="http://schemas.microsoft.com/office/drawing/2014/main" id="{AEA0527B-0D80-40D4-B09D-DEFD8864A512}"/>
              </a:ext>
            </a:extLst>
          </p:cNvPr>
          <p:cNvSpPr/>
          <p:nvPr/>
        </p:nvSpPr>
        <p:spPr>
          <a:xfrm>
            <a:off x="10054419" y="3445444"/>
            <a:ext cx="3064885" cy="288559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t"/>
          <a:lstStyle/>
          <a:p>
            <a:pPr algn="ctr"/>
            <a:r>
              <a:rPr lang="nl-BE" dirty="0"/>
              <a:t>ASP.NET MVC</a:t>
            </a:r>
          </a:p>
        </p:txBody>
      </p:sp>
      <p:pic>
        <p:nvPicPr>
          <p:cNvPr id="1030" name="Picture 6" descr="Download Database Png HQ PNG Image | FreePNGImg">
            <a:extLst>
              <a:ext uri="{FF2B5EF4-FFF2-40B4-BE49-F238E27FC236}">
                <a16:creationId xmlns:a16="http://schemas.microsoft.com/office/drawing/2014/main" id="{E69904FB-9189-4B0C-B88C-6DD5F31426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32869" y="4063568"/>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hthoek: afgeronde hoeken 9">
            <a:extLst>
              <a:ext uri="{FF2B5EF4-FFF2-40B4-BE49-F238E27FC236}">
                <a16:creationId xmlns:a16="http://schemas.microsoft.com/office/drawing/2014/main" id="{3D5C0E0B-621E-4826-847A-64738345629C}"/>
              </a:ext>
            </a:extLst>
          </p:cNvPr>
          <p:cNvSpPr/>
          <p:nvPr/>
        </p:nvSpPr>
        <p:spPr>
          <a:xfrm>
            <a:off x="10313234" y="4200773"/>
            <a:ext cx="2547257" cy="63035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nl-BE" dirty="0">
                <a:solidFill>
                  <a:schemeClr val="tx1"/>
                </a:solidFill>
              </a:rPr>
              <a:t>CONTROLLER</a:t>
            </a:r>
          </a:p>
        </p:txBody>
      </p:sp>
      <p:sp>
        <p:nvSpPr>
          <p:cNvPr id="12" name="Pijl: rechts 11">
            <a:extLst>
              <a:ext uri="{FF2B5EF4-FFF2-40B4-BE49-F238E27FC236}">
                <a16:creationId xmlns:a16="http://schemas.microsoft.com/office/drawing/2014/main" id="{22F76429-CD66-47FC-A1B8-502C7E17C100}"/>
              </a:ext>
            </a:extLst>
          </p:cNvPr>
          <p:cNvSpPr/>
          <p:nvPr/>
        </p:nvSpPr>
        <p:spPr>
          <a:xfrm>
            <a:off x="12970655" y="4200772"/>
            <a:ext cx="2776165" cy="6303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dirty="0"/>
              <a:t>QUERY</a:t>
            </a:r>
          </a:p>
        </p:txBody>
      </p:sp>
      <p:sp>
        <p:nvSpPr>
          <p:cNvPr id="16" name="Rechthoek: afgeronde hoeken 15">
            <a:extLst>
              <a:ext uri="{FF2B5EF4-FFF2-40B4-BE49-F238E27FC236}">
                <a16:creationId xmlns:a16="http://schemas.microsoft.com/office/drawing/2014/main" id="{A0E94E57-C3BC-4F04-B2E3-C164A2FA14BA}"/>
              </a:ext>
            </a:extLst>
          </p:cNvPr>
          <p:cNvSpPr/>
          <p:nvPr/>
        </p:nvSpPr>
        <p:spPr>
          <a:xfrm>
            <a:off x="11706115" y="5008953"/>
            <a:ext cx="1154376" cy="94991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nl-BE" dirty="0">
                <a:solidFill>
                  <a:schemeClr val="tx1"/>
                </a:solidFill>
              </a:rPr>
              <a:t>Model</a:t>
            </a:r>
          </a:p>
        </p:txBody>
      </p:sp>
      <p:sp>
        <p:nvSpPr>
          <p:cNvPr id="9" name="Pijl: links 8">
            <a:extLst>
              <a:ext uri="{FF2B5EF4-FFF2-40B4-BE49-F238E27FC236}">
                <a16:creationId xmlns:a16="http://schemas.microsoft.com/office/drawing/2014/main" id="{BF2FD27F-9171-44CF-9D3B-88CF585CA523}"/>
              </a:ext>
            </a:extLst>
          </p:cNvPr>
          <p:cNvSpPr/>
          <p:nvPr/>
        </p:nvSpPr>
        <p:spPr>
          <a:xfrm rot="21587596">
            <a:off x="12971785" y="5168734"/>
            <a:ext cx="2773907" cy="63035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dirty="0"/>
              <a:t>DATA</a:t>
            </a:r>
          </a:p>
        </p:txBody>
      </p:sp>
      <p:sp>
        <p:nvSpPr>
          <p:cNvPr id="17" name="Rechthoek: afgeronde hoeken 16">
            <a:extLst>
              <a:ext uri="{FF2B5EF4-FFF2-40B4-BE49-F238E27FC236}">
                <a16:creationId xmlns:a16="http://schemas.microsoft.com/office/drawing/2014/main" id="{983ED7D5-EBE7-44B0-8F13-9BDDB1C1236A}"/>
              </a:ext>
            </a:extLst>
          </p:cNvPr>
          <p:cNvSpPr/>
          <p:nvPr/>
        </p:nvSpPr>
        <p:spPr>
          <a:xfrm>
            <a:off x="10313235" y="5008953"/>
            <a:ext cx="1154376" cy="94991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nl-BE" dirty="0">
                <a:solidFill>
                  <a:schemeClr val="tx1"/>
                </a:solidFill>
              </a:rPr>
              <a:t>View</a:t>
            </a:r>
          </a:p>
        </p:txBody>
      </p:sp>
      <p:sp>
        <p:nvSpPr>
          <p:cNvPr id="2" name="Ovaal 1">
            <a:extLst>
              <a:ext uri="{FF2B5EF4-FFF2-40B4-BE49-F238E27FC236}">
                <a16:creationId xmlns:a16="http://schemas.microsoft.com/office/drawing/2014/main" id="{E6253D9E-376C-4FAC-A054-03481E003050}"/>
              </a:ext>
            </a:extLst>
          </p:cNvPr>
          <p:cNvSpPr/>
          <p:nvPr/>
        </p:nvSpPr>
        <p:spPr>
          <a:xfrm>
            <a:off x="769549" y="3175435"/>
            <a:ext cx="4066529" cy="3635911"/>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nl-BE" sz="4800" b="1" dirty="0"/>
              <a:t>CLIENTS</a:t>
            </a:r>
            <a:endParaRPr lang="nl-BE" b="1" dirty="0"/>
          </a:p>
        </p:txBody>
      </p:sp>
      <p:sp>
        <p:nvSpPr>
          <p:cNvPr id="8" name="Pijl: rechts 7">
            <a:extLst>
              <a:ext uri="{FF2B5EF4-FFF2-40B4-BE49-F238E27FC236}">
                <a16:creationId xmlns:a16="http://schemas.microsoft.com/office/drawing/2014/main" id="{9D29281D-B77D-4800-B52C-5662A4FB1ECA}"/>
              </a:ext>
            </a:extLst>
          </p:cNvPr>
          <p:cNvSpPr/>
          <p:nvPr/>
        </p:nvSpPr>
        <p:spPr>
          <a:xfrm>
            <a:off x="4627984" y="3744549"/>
            <a:ext cx="5535872" cy="6303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dirty="0"/>
              <a:t>http://mijn-url.com/api</a:t>
            </a:r>
          </a:p>
        </p:txBody>
      </p:sp>
      <p:sp>
        <p:nvSpPr>
          <p:cNvPr id="14" name="Tekstvak 13">
            <a:extLst>
              <a:ext uri="{FF2B5EF4-FFF2-40B4-BE49-F238E27FC236}">
                <a16:creationId xmlns:a16="http://schemas.microsoft.com/office/drawing/2014/main" id="{4F882899-B332-4D31-BCED-B038405099C2}"/>
              </a:ext>
            </a:extLst>
          </p:cNvPr>
          <p:cNvSpPr txBox="1"/>
          <p:nvPr/>
        </p:nvSpPr>
        <p:spPr>
          <a:xfrm>
            <a:off x="1366393" y="3543793"/>
            <a:ext cx="2887869"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nl-BE" dirty="0"/>
              <a:t>HTTP GET/POST/PUT/DELETE</a:t>
            </a:r>
          </a:p>
        </p:txBody>
      </p:sp>
      <p:sp>
        <p:nvSpPr>
          <p:cNvPr id="20" name="Rechthoek: afgeronde hoeken 19">
            <a:extLst>
              <a:ext uri="{FF2B5EF4-FFF2-40B4-BE49-F238E27FC236}">
                <a16:creationId xmlns:a16="http://schemas.microsoft.com/office/drawing/2014/main" id="{3D7F4DC3-3E6C-427F-898C-AF145B94B612}"/>
              </a:ext>
            </a:extLst>
          </p:cNvPr>
          <p:cNvSpPr/>
          <p:nvPr/>
        </p:nvSpPr>
        <p:spPr>
          <a:xfrm>
            <a:off x="11706115" y="5022276"/>
            <a:ext cx="1154376" cy="949919"/>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nl-BE" dirty="0">
                <a:solidFill>
                  <a:schemeClr val="tx1"/>
                </a:solidFill>
              </a:rPr>
              <a:t>DTO</a:t>
            </a:r>
          </a:p>
        </p:txBody>
      </p:sp>
      <p:sp>
        <p:nvSpPr>
          <p:cNvPr id="13" name="Bijschrift: pijl-omlaag 12">
            <a:extLst>
              <a:ext uri="{FF2B5EF4-FFF2-40B4-BE49-F238E27FC236}">
                <a16:creationId xmlns:a16="http://schemas.microsoft.com/office/drawing/2014/main" id="{65F261C7-55D9-49C6-A7AD-AFFA103A9BD2}"/>
              </a:ext>
            </a:extLst>
          </p:cNvPr>
          <p:cNvSpPr/>
          <p:nvPr/>
        </p:nvSpPr>
        <p:spPr>
          <a:xfrm>
            <a:off x="11327364" y="2274566"/>
            <a:ext cx="1371600" cy="1371600"/>
          </a:xfrm>
          <a:prstGeom prst="down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dirty="0"/>
              <a:t>API!</a:t>
            </a:r>
          </a:p>
        </p:txBody>
      </p:sp>
      <p:pic>
        <p:nvPicPr>
          <p:cNvPr id="2052" name="Picture 4" descr="Json File Icons - Download Free Vector Icons | Noun Project">
            <a:extLst>
              <a:ext uri="{FF2B5EF4-FFF2-40B4-BE49-F238E27FC236}">
                <a16:creationId xmlns:a16="http://schemas.microsoft.com/office/drawing/2014/main" id="{CE513F96-EC09-483E-8501-D65A7FB787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853" t="7525" r="14759" b="6193"/>
          <a:stretch/>
        </p:blipFill>
        <p:spPr bwMode="auto">
          <a:xfrm>
            <a:off x="9475919" y="4589454"/>
            <a:ext cx="578498" cy="709126"/>
          </a:xfrm>
          <a:prstGeom prst="rect">
            <a:avLst/>
          </a:prstGeom>
          <a:noFill/>
          <a:extLst>
            <a:ext uri="{909E8E84-426E-40DD-AFC4-6F175D3DCCD1}">
              <a14:hiddenFill xmlns:a14="http://schemas.microsoft.com/office/drawing/2010/main">
                <a:solidFill>
                  <a:srgbClr val="FFFFFF"/>
                </a:solidFill>
              </a14:hiddenFill>
            </a:ext>
          </a:extLst>
        </p:spPr>
      </p:pic>
      <p:sp>
        <p:nvSpPr>
          <p:cNvPr id="11" name="Pijl: links 10">
            <a:extLst>
              <a:ext uri="{FF2B5EF4-FFF2-40B4-BE49-F238E27FC236}">
                <a16:creationId xmlns:a16="http://schemas.microsoft.com/office/drawing/2014/main" id="{2578E180-C751-43E3-B69D-928A0D363D41}"/>
              </a:ext>
            </a:extLst>
          </p:cNvPr>
          <p:cNvSpPr/>
          <p:nvPr/>
        </p:nvSpPr>
        <p:spPr>
          <a:xfrm>
            <a:off x="4627984" y="5182059"/>
            <a:ext cx="5535872" cy="63035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dirty="0"/>
              <a:t>JSON</a:t>
            </a:r>
          </a:p>
        </p:txBody>
      </p:sp>
      <p:sp>
        <p:nvSpPr>
          <p:cNvPr id="15" name="Bijschrift: pijl-omhoog 14">
            <a:extLst>
              <a:ext uri="{FF2B5EF4-FFF2-40B4-BE49-F238E27FC236}">
                <a16:creationId xmlns:a16="http://schemas.microsoft.com/office/drawing/2014/main" id="{BE7E423D-DFA8-4883-9011-45DDD1B81B63}"/>
              </a:ext>
            </a:extLst>
          </p:cNvPr>
          <p:cNvSpPr/>
          <p:nvPr/>
        </p:nvSpPr>
        <p:spPr>
          <a:xfrm>
            <a:off x="11616990" y="5896639"/>
            <a:ext cx="1371600" cy="1371600"/>
          </a:xfrm>
          <a:prstGeom prst="up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dirty="0"/>
              <a:t>Data Transfer </a:t>
            </a:r>
            <a:r>
              <a:rPr lang="nl-BE" dirty="0" err="1"/>
              <a:t>Objects</a:t>
            </a:r>
            <a:endParaRPr lang="nl-BE" dirty="0"/>
          </a:p>
        </p:txBody>
      </p:sp>
    </p:spTree>
    <p:extLst>
      <p:ext uri="{BB962C8B-B14F-4D97-AF65-F5344CB8AC3E}">
        <p14:creationId xmlns:p14="http://schemas.microsoft.com/office/powerpoint/2010/main" val="4122274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7"/>
                                        </p:tgtEl>
                                        <p:attrNameLst>
                                          <p:attrName>r</p:attrName>
                                        </p:attrNameLst>
                                      </p:cBhvr>
                                    </p:animRot>
                                  </p:childTnLst>
                                </p:cTn>
                              </p:par>
                            </p:childTnLst>
                          </p:cTn>
                        </p:par>
                        <p:par>
                          <p:cTn id="7" fill="hold">
                            <p:stCondLst>
                              <p:cond delay="2000"/>
                            </p:stCondLst>
                            <p:childTnLst>
                              <p:par>
                                <p:cTn id="8" presetID="1" presetClass="exit" presetSubtype="0" fill="hold" grpId="1" nodeType="afterEffect">
                                  <p:stCondLst>
                                    <p:cond delay="0"/>
                                  </p:stCondLst>
                                  <p:childTnLst>
                                    <p:set>
                                      <p:cBhvr>
                                        <p:cTn id="9" dur="1" fill="hold">
                                          <p:stCondLst>
                                            <p:cond delay="0"/>
                                          </p:stCondLst>
                                        </p:cTn>
                                        <p:tgtEl>
                                          <p:spTgt spid="7"/>
                                        </p:tgtEl>
                                        <p:attrNameLst>
                                          <p:attrName>style.visibility</p:attrName>
                                        </p:attrNameLst>
                                      </p:cBhvr>
                                      <p:to>
                                        <p:strVal val="hidden"/>
                                      </p:to>
                                    </p:set>
                                  </p:childTnLst>
                                </p:cTn>
                              </p:par>
                              <p:par>
                                <p:cTn id="10" presetID="1"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childTnLst>
                                </p:cTn>
                              </p:par>
                            </p:childTnLst>
                          </p:cTn>
                        </p:par>
                        <p:par>
                          <p:cTn id="12" fill="hold">
                            <p:stCondLst>
                              <p:cond delay="2000"/>
                            </p:stCondLst>
                            <p:childTnLst>
                              <p:par>
                                <p:cTn id="13" presetID="47" presetClass="entr" presetSubtype="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8" presetClass="emph" presetSubtype="0" fill="hold" grpId="0" nodeType="clickEffect">
                                  <p:stCondLst>
                                    <p:cond delay="0"/>
                                  </p:stCondLst>
                                  <p:childTnLst>
                                    <p:animRot by="21600000">
                                      <p:cBhvr>
                                        <p:cTn id="21" dur="2000" fill="hold"/>
                                        <p:tgtEl>
                                          <p:spTgt spid="16"/>
                                        </p:tgtEl>
                                        <p:attrNameLst>
                                          <p:attrName>r</p:attrName>
                                        </p:attrNameLst>
                                      </p:cBhvr>
                                    </p:animRot>
                                  </p:childTnLst>
                                </p:cTn>
                              </p:par>
                              <p:par>
                                <p:cTn id="22" presetID="1" presetClass="exit" presetSubtype="0" fill="hold" grpId="1" nodeType="withEffect">
                                  <p:stCondLst>
                                    <p:cond delay="0"/>
                                  </p:stCondLst>
                                  <p:childTnLst>
                                    <p:set>
                                      <p:cBhvr>
                                        <p:cTn id="23" dur="1" fill="hold">
                                          <p:stCondLst>
                                            <p:cond delay="0"/>
                                          </p:stCondLst>
                                        </p:cTn>
                                        <p:tgtEl>
                                          <p:spTgt spid="13"/>
                                        </p:tgtEl>
                                        <p:attrNameLst>
                                          <p:attrName>style.visibility</p:attrName>
                                        </p:attrNameLst>
                                      </p:cBhvr>
                                      <p:to>
                                        <p:strVal val="hidden"/>
                                      </p:to>
                                    </p:set>
                                  </p:childTnLst>
                                </p:cTn>
                              </p:par>
                            </p:childTnLst>
                          </p:cTn>
                        </p:par>
                        <p:par>
                          <p:cTn id="24" fill="hold">
                            <p:stCondLst>
                              <p:cond delay="2000"/>
                            </p:stCondLst>
                            <p:childTnLst>
                              <p:par>
                                <p:cTn id="25" presetID="1" presetClass="exit" presetSubtype="0" fill="hold" grpId="1" nodeType="afterEffect">
                                  <p:stCondLst>
                                    <p:cond delay="0"/>
                                  </p:stCondLst>
                                  <p:childTnLst>
                                    <p:set>
                                      <p:cBhvr>
                                        <p:cTn id="26" dur="1" fill="hold">
                                          <p:stCondLst>
                                            <p:cond delay="0"/>
                                          </p:stCondLst>
                                        </p:cTn>
                                        <p:tgtEl>
                                          <p:spTgt spid="16"/>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par>
                          <p:cTn id="29" fill="hold">
                            <p:stCondLst>
                              <p:cond delay="2000"/>
                            </p:stCondLst>
                            <p:childTnLst>
                              <p:par>
                                <p:cTn id="30" presetID="2" presetClass="entr" presetSubtype="4" fill="hold" grpId="0" nodeType="after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500" fill="hold"/>
                                        <p:tgtEl>
                                          <p:spTgt spid="15"/>
                                        </p:tgtEl>
                                        <p:attrNameLst>
                                          <p:attrName>ppt_x</p:attrName>
                                        </p:attrNameLst>
                                      </p:cBhvr>
                                      <p:tavLst>
                                        <p:tav tm="0">
                                          <p:val>
                                            <p:strVal val="#ppt_x"/>
                                          </p:val>
                                        </p:tav>
                                        <p:tav tm="100000">
                                          <p:val>
                                            <p:strVal val="#ppt_x"/>
                                          </p:val>
                                        </p:tav>
                                      </p:tavLst>
                                    </p:anim>
                                    <p:anim calcmode="lin" valueType="num">
                                      <p:cBhvr additive="base">
                                        <p:cTn id="3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8" presetClass="emph" presetSubtype="0" fill="hold" grpId="0" nodeType="clickEffect">
                                  <p:stCondLst>
                                    <p:cond delay="0"/>
                                  </p:stCondLst>
                                  <p:childTnLst>
                                    <p:animRot by="21600000">
                                      <p:cBhvr>
                                        <p:cTn id="37" dur="2000" fill="hold"/>
                                        <p:tgtEl>
                                          <p:spTgt spid="17"/>
                                        </p:tgtEl>
                                        <p:attrNameLst>
                                          <p:attrName>r</p:attrName>
                                        </p:attrNameLst>
                                      </p:cBhvr>
                                    </p:animRot>
                                  </p:childTnLst>
                                </p:cTn>
                              </p:par>
                              <p:par>
                                <p:cTn id="38" presetID="1" presetClass="exit" presetSubtype="0" fill="hold" grpId="1" nodeType="withEffect">
                                  <p:stCondLst>
                                    <p:cond delay="0"/>
                                  </p:stCondLst>
                                  <p:childTnLst>
                                    <p:set>
                                      <p:cBhvr>
                                        <p:cTn id="39" dur="1" fill="hold">
                                          <p:stCondLst>
                                            <p:cond delay="0"/>
                                          </p:stCondLst>
                                        </p:cTn>
                                        <p:tgtEl>
                                          <p:spTgt spid="15"/>
                                        </p:tgtEl>
                                        <p:attrNameLst>
                                          <p:attrName>style.visibility</p:attrName>
                                        </p:attrNameLst>
                                      </p:cBhvr>
                                      <p:to>
                                        <p:strVal val="hidden"/>
                                      </p:to>
                                    </p:set>
                                  </p:childTnLst>
                                </p:cTn>
                              </p:par>
                            </p:childTnLst>
                          </p:cTn>
                        </p:par>
                        <p:par>
                          <p:cTn id="40" fill="hold">
                            <p:stCondLst>
                              <p:cond delay="2000"/>
                            </p:stCondLst>
                            <p:childTnLst>
                              <p:par>
                                <p:cTn id="41" presetID="22" presetClass="exit" presetSubtype="4" fill="hold" grpId="1" nodeType="afterEffect">
                                  <p:stCondLst>
                                    <p:cond delay="0"/>
                                  </p:stCondLst>
                                  <p:childTnLst>
                                    <p:animEffect transition="out" filter="wipe(down)">
                                      <p:cBhvr>
                                        <p:cTn id="42" dur="500"/>
                                        <p:tgtEl>
                                          <p:spTgt spid="17"/>
                                        </p:tgtEl>
                                      </p:cBhvr>
                                    </p:animEffect>
                                    <p:set>
                                      <p:cBhvr>
                                        <p:cTn id="43" dur="1" fill="hold">
                                          <p:stCondLst>
                                            <p:cond delay="499"/>
                                          </p:stCondLst>
                                        </p:cTn>
                                        <p:tgtEl>
                                          <p:spTgt spid="17"/>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left)">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1" nodeType="click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childTnLst>
                          </p:cTn>
                        </p:par>
                        <p:par>
                          <p:cTn id="57" fill="hold">
                            <p:stCondLst>
                              <p:cond delay="0"/>
                            </p:stCondLst>
                            <p:childTnLst>
                              <p:par>
                                <p:cTn id="58" presetID="42" presetClass="path" presetSubtype="0" accel="50000" decel="50000" fill="hold" grpId="0" nodeType="afterEffect">
                                  <p:stCondLst>
                                    <p:cond delay="0"/>
                                  </p:stCondLst>
                                  <p:childTnLst>
                                    <p:animMotion origin="layout" path="M 4.16667E-6 4.32099E-6 L 0.29904 0.00169 " pathEditMode="relative" rAng="0" ptsTypes="AA">
                                      <p:cBhvr>
                                        <p:cTn id="59" dur="2000" fill="hold"/>
                                        <p:tgtEl>
                                          <p:spTgt spid="14"/>
                                        </p:tgtEl>
                                        <p:attrNameLst>
                                          <p:attrName>ppt_x</p:attrName>
                                          <p:attrName>ppt_y</p:attrName>
                                        </p:attrNameLst>
                                      </p:cBhvr>
                                      <p:rCtr x="14948" y="77"/>
                                    </p:animMotion>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wipe(left)">
                                      <p:cBhvr>
                                        <p:cTn id="64" dur="500"/>
                                        <p:tgtEl>
                                          <p:spTgt spid="1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grpId="0" nodeType="click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wipe(right)">
                                      <p:cBhvr>
                                        <p:cTn id="69" dur="500"/>
                                        <p:tgtEl>
                                          <p:spTgt spid="9"/>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2" fill="hold" grpId="0" nodeType="clickEffect">
                                  <p:stCondLst>
                                    <p:cond delay="0"/>
                                  </p:stCondLst>
                                  <p:childTnLst>
                                    <p:set>
                                      <p:cBhvr>
                                        <p:cTn id="73" dur="1" fill="hold">
                                          <p:stCondLst>
                                            <p:cond delay="0"/>
                                          </p:stCondLst>
                                        </p:cTn>
                                        <p:tgtEl>
                                          <p:spTgt spid="11"/>
                                        </p:tgtEl>
                                        <p:attrNameLst>
                                          <p:attrName>style.visibility</p:attrName>
                                        </p:attrNameLst>
                                      </p:cBhvr>
                                      <p:to>
                                        <p:strVal val="visible"/>
                                      </p:to>
                                    </p:set>
                                    <p:animEffect transition="in" filter="wipe(right)">
                                      <p:cBhvr>
                                        <p:cTn id="74" dur="500"/>
                                        <p:tgtEl>
                                          <p:spTgt spid="11"/>
                                        </p:tgtEl>
                                      </p:cBhvr>
                                    </p:animEffect>
                                  </p:childTnLst>
                                </p:cTn>
                              </p:par>
                            </p:childTnLst>
                          </p:cTn>
                        </p:par>
                        <p:par>
                          <p:cTn id="75" fill="hold">
                            <p:stCondLst>
                              <p:cond delay="500"/>
                            </p:stCondLst>
                            <p:childTnLst>
                              <p:par>
                                <p:cTn id="76" presetID="1" presetClass="entr" presetSubtype="0" fill="hold" nodeType="afterEffect">
                                  <p:stCondLst>
                                    <p:cond delay="0"/>
                                  </p:stCondLst>
                                  <p:childTnLst>
                                    <p:set>
                                      <p:cBhvr>
                                        <p:cTn id="77" dur="1" fill="hold">
                                          <p:stCondLst>
                                            <p:cond delay="0"/>
                                          </p:stCondLst>
                                        </p:cTn>
                                        <p:tgtEl>
                                          <p:spTgt spid="2052"/>
                                        </p:tgtEl>
                                        <p:attrNameLst>
                                          <p:attrName>style.visibility</p:attrName>
                                        </p:attrNameLst>
                                      </p:cBhvr>
                                      <p:to>
                                        <p:strVal val="visible"/>
                                      </p:to>
                                    </p:set>
                                  </p:childTnLst>
                                </p:cTn>
                              </p:par>
                            </p:childTnLst>
                          </p:cTn>
                        </p:par>
                        <p:par>
                          <p:cTn id="78" fill="hold">
                            <p:stCondLst>
                              <p:cond delay="500"/>
                            </p:stCondLst>
                            <p:childTnLst>
                              <p:par>
                                <p:cTn id="79" presetID="42" presetClass="path" presetSubtype="0" accel="50000" decel="50000" fill="hold" nodeType="afterEffect">
                                  <p:stCondLst>
                                    <p:cond delay="0"/>
                                  </p:stCondLst>
                                  <p:childTnLst>
                                    <p:animMotion origin="layout" path="M -9.72222E-7 4.44444E-6 L -0.24462 4.44444E-6 " pathEditMode="relative" rAng="0" ptsTypes="AA">
                                      <p:cBhvr>
                                        <p:cTn id="80" dur="2000" fill="hold"/>
                                        <p:tgtEl>
                                          <p:spTgt spid="2052"/>
                                        </p:tgtEl>
                                        <p:attrNameLst>
                                          <p:attrName>ppt_x</p:attrName>
                                          <p:attrName>ppt_y</p:attrName>
                                        </p:attrNameLst>
                                      </p:cBhvr>
                                      <p:rCtr x="-1223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7" grpId="0" animBg="1"/>
      <p:bldP spid="7" grpId="1" animBg="1"/>
      <p:bldP spid="12" grpId="0" animBg="1"/>
      <p:bldP spid="16" grpId="0" animBg="1"/>
      <p:bldP spid="16" grpId="1" animBg="1"/>
      <p:bldP spid="9" grpId="0" animBg="1"/>
      <p:bldP spid="17" grpId="0" animBg="1"/>
      <p:bldP spid="17" grpId="1" animBg="1"/>
      <p:bldP spid="2" grpId="0" animBg="1"/>
      <p:bldP spid="8" grpId="0" animBg="1"/>
      <p:bldP spid="14" grpId="0" animBg="1"/>
      <p:bldP spid="14" grpId="1" animBg="1"/>
      <p:bldP spid="20" grpId="0" animBg="1"/>
      <p:bldP spid="13" grpId="0" animBg="1"/>
      <p:bldP spid="13" grpId="1" animBg="1"/>
      <p:bldP spid="11" grpId="0" animBg="1"/>
      <p:bldP spid="15" grpId="0" animBg="1"/>
      <p:bldP spid="15"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jdelijke aanduiding voor tekst 17">
            <a:extLst>
              <a:ext uri="{FF2B5EF4-FFF2-40B4-BE49-F238E27FC236}">
                <a16:creationId xmlns:a16="http://schemas.microsoft.com/office/drawing/2014/main" id="{BA9D9653-D38B-4D67-9788-7047EDF642DE}"/>
              </a:ext>
            </a:extLst>
          </p:cNvPr>
          <p:cNvSpPr>
            <a:spLocks noGrp="1"/>
          </p:cNvSpPr>
          <p:nvPr>
            <p:ph type="body" sz="quarter" idx="17"/>
          </p:nvPr>
        </p:nvSpPr>
        <p:spPr>
          <a:xfrm>
            <a:off x="1050131" y="2354401"/>
            <a:ext cx="10824906" cy="6107802"/>
          </a:xfrm>
        </p:spPr>
        <p:txBody>
          <a:bodyPr/>
          <a:lstStyle/>
          <a:p>
            <a:endParaRPr lang="nl-BE" dirty="0"/>
          </a:p>
        </p:txBody>
      </p:sp>
      <p:sp>
        <p:nvSpPr>
          <p:cNvPr id="3" name="Tijdelijke aanduiding voor dianummer 2">
            <a:extLst>
              <a:ext uri="{FF2B5EF4-FFF2-40B4-BE49-F238E27FC236}">
                <a16:creationId xmlns:a16="http://schemas.microsoft.com/office/drawing/2014/main" id="{11102074-1C85-4505-91FD-ADFE904AFEF0}"/>
              </a:ext>
            </a:extLst>
          </p:cNvPr>
          <p:cNvSpPr>
            <a:spLocks noGrp="1"/>
          </p:cNvSpPr>
          <p:nvPr>
            <p:ph type="sldNum" sz="quarter" idx="12"/>
          </p:nvPr>
        </p:nvSpPr>
        <p:spPr/>
        <p:txBody>
          <a:bodyPr/>
          <a:lstStyle/>
          <a:p>
            <a:fld id="{B7527A74-2D87-4307-9531-5A57D9647EEB}" type="slidenum">
              <a:rPr lang="nl-BE" smtClean="0"/>
              <a:pPr/>
              <a:t>9</a:t>
            </a:fld>
            <a:endParaRPr lang="nl-BE"/>
          </a:p>
        </p:txBody>
      </p:sp>
      <p:sp>
        <p:nvSpPr>
          <p:cNvPr id="4" name="Titel 3">
            <a:extLst>
              <a:ext uri="{FF2B5EF4-FFF2-40B4-BE49-F238E27FC236}">
                <a16:creationId xmlns:a16="http://schemas.microsoft.com/office/drawing/2014/main" id="{BDA5E0FB-0BF2-4C17-90CE-DE43B4185CF8}"/>
              </a:ext>
            </a:extLst>
          </p:cNvPr>
          <p:cNvSpPr>
            <a:spLocks noGrp="1"/>
          </p:cNvSpPr>
          <p:nvPr>
            <p:ph type="title"/>
          </p:nvPr>
        </p:nvSpPr>
        <p:spPr/>
        <p:txBody>
          <a:bodyPr/>
          <a:lstStyle/>
          <a:p>
            <a:r>
              <a:rPr lang="nl-BE" dirty="0"/>
              <a:t>Clients?</a:t>
            </a:r>
          </a:p>
        </p:txBody>
      </p:sp>
      <p:sp>
        <p:nvSpPr>
          <p:cNvPr id="19" name="Tijdelijke aanduiding voor tekst 18">
            <a:extLst>
              <a:ext uri="{FF2B5EF4-FFF2-40B4-BE49-F238E27FC236}">
                <a16:creationId xmlns:a16="http://schemas.microsoft.com/office/drawing/2014/main" id="{C04449E9-74C4-481F-B808-04827377E1CA}"/>
              </a:ext>
            </a:extLst>
          </p:cNvPr>
          <p:cNvSpPr>
            <a:spLocks noGrp="1"/>
          </p:cNvSpPr>
          <p:nvPr>
            <p:ph type="body" sz="quarter" idx="18"/>
          </p:nvPr>
        </p:nvSpPr>
        <p:spPr>
          <a:xfrm>
            <a:off x="12251094" y="2354401"/>
            <a:ext cx="5347600" cy="6107802"/>
          </a:xfrm>
        </p:spPr>
        <p:txBody>
          <a:bodyPr/>
          <a:lstStyle/>
          <a:p>
            <a:pPr marL="571500" indent="-571500">
              <a:buFont typeface="Arial" panose="020B0604020202020204" pitchFamily="34" charset="0"/>
              <a:buChar char="•"/>
            </a:pPr>
            <a:r>
              <a:rPr lang="nl-BE" dirty="0"/>
              <a:t>App op smartphone</a:t>
            </a:r>
          </a:p>
          <a:p>
            <a:pPr marL="571500" indent="-571500">
              <a:buFont typeface="Arial" panose="020B0604020202020204" pitchFamily="34" charset="0"/>
              <a:buChar char="•"/>
            </a:pPr>
            <a:r>
              <a:rPr lang="nl-BE" dirty="0"/>
              <a:t>App op tablet</a:t>
            </a:r>
          </a:p>
          <a:p>
            <a:pPr marL="571500" indent="-571500">
              <a:buFont typeface="Arial" panose="020B0604020202020204" pitchFamily="34" charset="0"/>
              <a:buChar char="•"/>
            </a:pPr>
            <a:r>
              <a:rPr lang="nl-BE" dirty="0"/>
              <a:t>Smartwatch</a:t>
            </a:r>
          </a:p>
          <a:p>
            <a:pPr marL="571500" indent="-571500">
              <a:buFont typeface="Arial" panose="020B0604020202020204" pitchFamily="34" charset="0"/>
              <a:buChar char="•"/>
            </a:pPr>
            <a:r>
              <a:rPr lang="nl-BE" dirty="0"/>
              <a:t>Auto entertainment</a:t>
            </a:r>
          </a:p>
          <a:p>
            <a:pPr marL="571500" indent="-571500">
              <a:buFont typeface="Arial" panose="020B0604020202020204" pitchFamily="34" charset="0"/>
              <a:buChar char="•"/>
            </a:pPr>
            <a:r>
              <a:rPr lang="nl-BE" dirty="0"/>
              <a:t>Web browser</a:t>
            </a:r>
          </a:p>
          <a:p>
            <a:pPr marL="571500" indent="-571500">
              <a:buFont typeface="Arial" panose="020B0604020202020204" pitchFamily="34" charset="0"/>
              <a:buChar char="•"/>
            </a:pPr>
            <a:r>
              <a:rPr lang="nl-BE" dirty="0"/>
              <a:t>Desktop app</a:t>
            </a:r>
          </a:p>
          <a:p>
            <a:pPr marL="571500" indent="-571500">
              <a:buFont typeface="Arial" panose="020B0604020202020204" pitchFamily="34" charset="0"/>
              <a:buChar char="•"/>
            </a:pPr>
            <a:endParaRPr lang="nl-BE" dirty="0"/>
          </a:p>
        </p:txBody>
      </p:sp>
      <p:sp>
        <p:nvSpPr>
          <p:cNvPr id="5" name="Tijdelijke aanduiding voor datum 4">
            <a:extLst>
              <a:ext uri="{FF2B5EF4-FFF2-40B4-BE49-F238E27FC236}">
                <a16:creationId xmlns:a16="http://schemas.microsoft.com/office/drawing/2014/main" id="{1FB6C51E-8F5E-4BBA-8CD8-C52F237BF076}"/>
              </a:ext>
            </a:extLst>
          </p:cNvPr>
          <p:cNvSpPr>
            <a:spLocks noGrp="1"/>
          </p:cNvSpPr>
          <p:nvPr>
            <p:ph type="dt" sz="half" idx="10"/>
          </p:nvPr>
        </p:nvSpPr>
        <p:spPr/>
        <p:txBody>
          <a:bodyPr/>
          <a:lstStyle/>
          <a:p>
            <a:fld id="{E64C2695-B263-4353-BD48-CC1D21F07CE5}" type="datetime1">
              <a:rPr lang="nl-BE" smtClean="0"/>
              <a:t>6/10/2025</a:t>
            </a:fld>
            <a:endParaRPr lang="nl-BE" dirty="0"/>
          </a:p>
        </p:txBody>
      </p:sp>
      <p:sp>
        <p:nvSpPr>
          <p:cNvPr id="6" name="Tijdelijke aanduiding voor voettekst 5">
            <a:extLst>
              <a:ext uri="{FF2B5EF4-FFF2-40B4-BE49-F238E27FC236}">
                <a16:creationId xmlns:a16="http://schemas.microsoft.com/office/drawing/2014/main" id="{10A5DBD0-46F2-4510-8DFB-20674984598B}"/>
              </a:ext>
            </a:extLst>
          </p:cNvPr>
          <p:cNvSpPr>
            <a:spLocks noGrp="1"/>
          </p:cNvSpPr>
          <p:nvPr>
            <p:ph type="ftr" sz="quarter" idx="11"/>
          </p:nvPr>
        </p:nvSpPr>
        <p:spPr/>
        <p:txBody>
          <a:bodyPr/>
          <a:lstStyle/>
          <a:p>
            <a:r>
              <a:rPr lang="nl-BE"/>
              <a:t>PRI - Web API</a:t>
            </a:r>
            <a:endParaRPr lang="nl-BE" dirty="0"/>
          </a:p>
        </p:txBody>
      </p:sp>
      <p:sp>
        <p:nvSpPr>
          <p:cNvPr id="2" name="Ovaal 1">
            <a:extLst>
              <a:ext uri="{FF2B5EF4-FFF2-40B4-BE49-F238E27FC236}">
                <a16:creationId xmlns:a16="http://schemas.microsoft.com/office/drawing/2014/main" id="{E6253D9E-376C-4FAC-A054-03481E003050}"/>
              </a:ext>
            </a:extLst>
          </p:cNvPr>
          <p:cNvSpPr/>
          <p:nvPr/>
        </p:nvSpPr>
        <p:spPr>
          <a:xfrm>
            <a:off x="769549" y="3175435"/>
            <a:ext cx="4066529" cy="3635911"/>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nl-BE" sz="4800" b="1" dirty="0"/>
              <a:t>CLIENTS</a:t>
            </a:r>
            <a:endParaRPr lang="nl-BE" b="1" dirty="0"/>
          </a:p>
        </p:txBody>
      </p:sp>
      <p:pic>
        <p:nvPicPr>
          <p:cNvPr id="3078" name="Picture 6" descr="Spotify Redesign App - Free Figma Resource | Figma Elements">
            <a:extLst>
              <a:ext uri="{FF2B5EF4-FFF2-40B4-BE49-F238E27FC236}">
                <a16:creationId xmlns:a16="http://schemas.microsoft.com/office/drawing/2014/main" id="{A88F691C-2006-459B-AAD2-6D0C14371BE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03" t="5129" r="32695" b="5075"/>
          <a:stretch/>
        </p:blipFill>
        <p:spPr bwMode="auto">
          <a:xfrm>
            <a:off x="2173234" y="3630127"/>
            <a:ext cx="1259158" cy="272652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Nieuwe functies Spotify Premium &amp; Wear OS-app | Vergelijkstreaming.nl">
            <a:extLst>
              <a:ext uri="{FF2B5EF4-FFF2-40B4-BE49-F238E27FC236}">
                <a16:creationId xmlns:a16="http://schemas.microsoft.com/office/drawing/2014/main" id="{5365BFEC-D603-4CE2-98D7-5DD069AEF1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491" y="3658211"/>
            <a:ext cx="4818644" cy="2698441"/>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Spotify brengt app voor Apple Watch uit en voegt later offline luisteren  toe - Tablets en telefoons - Nieuws - Tweakers">
            <a:extLst>
              <a:ext uri="{FF2B5EF4-FFF2-40B4-BE49-F238E27FC236}">
                <a16:creationId xmlns:a16="http://schemas.microsoft.com/office/drawing/2014/main" id="{C7A4615A-7855-4D35-BE53-181F70DB8B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491" y="3709868"/>
            <a:ext cx="5293567" cy="2646784"/>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Volvo: ingebouwde Spotify-app voor iedereen - AutoGids">
            <a:extLst>
              <a:ext uri="{FF2B5EF4-FFF2-40B4-BE49-F238E27FC236}">
                <a16:creationId xmlns:a16="http://schemas.microsoft.com/office/drawing/2014/main" id="{D5BD44CF-83D3-42F1-8700-43282F80AE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491" y="3019175"/>
            <a:ext cx="5774044" cy="3948427"/>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Spotify start met exclusieve muziek voor betalende gebruikers">
            <a:extLst>
              <a:ext uri="{FF2B5EF4-FFF2-40B4-BE49-F238E27FC236}">
                <a16:creationId xmlns:a16="http://schemas.microsoft.com/office/drawing/2014/main" id="{DC784CD2-DDF8-4E45-90B1-CF9974913FF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491" y="3347703"/>
            <a:ext cx="6232849" cy="3505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5047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078"/>
                                        </p:tgtEl>
                                        <p:attrNameLst>
                                          <p:attrName>style.visibility</p:attrName>
                                        </p:attrNameLst>
                                      </p:cBhvr>
                                      <p:to>
                                        <p:strVal val="visible"/>
                                      </p:to>
                                    </p:set>
                                  </p:childTnLst>
                                </p:cTn>
                              </p:par>
                            </p:childTnLst>
                          </p:cTn>
                        </p:par>
                        <p:par>
                          <p:cTn id="10" fill="hold">
                            <p:stCondLst>
                              <p:cond delay="0"/>
                            </p:stCondLst>
                            <p:childTnLst>
                              <p:par>
                                <p:cTn id="11" presetID="42" presetClass="path" presetSubtype="0" accel="50000" decel="50000" fill="hold" nodeType="afterEffect">
                                  <p:stCondLst>
                                    <p:cond delay="0"/>
                                  </p:stCondLst>
                                  <p:childTnLst>
                                    <p:animMotion origin="layout" path="M -1.80556E-6 4.93827E-7 L 0.33863 0.00262 " pathEditMode="relative" rAng="0" ptsTypes="AA">
                                      <p:cBhvr>
                                        <p:cTn id="12" dur="2000" fill="hold"/>
                                        <p:tgtEl>
                                          <p:spTgt spid="3078"/>
                                        </p:tgtEl>
                                        <p:attrNameLst>
                                          <p:attrName>ppt_x</p:attrName>
                                          <p:attrName>ppt_y</p:attrName>
                                        </p:attrNameLst>
                                      </p:cBhvr>
                                      <p:rCtr x="16927" y="123"/>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xEl>
                                              <p:pRg st="1" end="1"/>
                                            </p:txEl>
                                          </p:spTgt>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3078"/>
                                        </p:tgtEl>
                                        <p:attrNameLst>
                                          <p:attrName>style.visibility</p:attrName>
                                        </p:attrNameLst>
                                      </p:cBhvr>
                                      <p:to>
                                        <p:strVal val="hidden"/>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3080"/>
                                        </p:tgtEl>
                                        <p:attrNameLst>
                                          <p:attrName>style.visibility</p:attrName>
                                        </p:attrNameLst>
                                      </p:cBhvr>
                                      <p:to>
                                        <p:strVal val="visible"/>
                                      </p:to>
                                    </p:set>
                                  </p:childTnLst>
                                </p:cTn>
                              </p:par>
                            </p:childTnLst>
                          </p:cTn>
                        </p:par>
                        <p:par>
                          <p:cTn id="22" fill="hold">
                            <p:stCondLst>
                              <p:cond delay="0"/>
                            </p:stCondLst>
                            <p:childTnLst>
                              <p:par>
                                <p:cTn id="23" presetID="42" presetClass="path" presetSubtype="0" accel="50000" decel="50000" fill="hold" nodeType="afterEffect">
                                  <p:stCondLst>
                                    <p:cond delay="0"/>
                                  </p:stCondLst>
                                  <p:childTnLst>
                                    <p:animMotion origin="layout" path="M -1.80556E-6 1.60494E-6 L 0.34019 -0.00062 " pathEditMode="relative" rAng="0" ptsTypes="AA">
                                      <p:cBhvr>
                                        <p:cTn id="24" dur="2000" fill="hold"/>
                                        <p:tgtEl>
                                          <p:spTgt spid="3080"/>
                                        </p:tgtEl>
                                        <p:attrNameLst>
                                          <p:attrName>ppt_x</p:attrName>
                                          <p:attrName>ppt_y</p:attrName>
                                        </p:attrNameLst>
                                      </p:cBhvr>
                                      <p:rCtr x="17005" y="-31"/>
                                    </p:animMotion>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82"/>
                                        </p:tgtEl>
                                        <p:attrNameLst>
                                          <p:attrName>style.visibility</p:attrName>
                                        </p:attrNameLst>
                                      </p:cBhvr>
                                      <p:to>
                                        <p:strVal val="visible"/>
                                      </p:to>
                                    </p:set>
                                  </p:childTnLst>
                                </p:cTn>
                              </p:par>
                              <p:par>
                                <p:cTn id="31" presetID="42" presetClass="path" presetSubtype="0" accel="50000" decel="50000" fill="hold" nodeType="withEffect">
                                  <p:stCondLst>
                                    <p:cond delay="0"/>
                                  </p:stCondLst>
                                  <p:childTnLst>
                                    <p:animMotion origin="layout" path="M -2.63889E-6 2.46914E-6 L 0.32205 -0.00401 " pathEditMode="relative" rAng="0" ptsTypes="AA">
                                      <p:cBhvr>
                                        <p:cTn id="32" dur="2000" fill="hold"/>
                                        <p:tgtEl>
                                          <p:spTgt spid="3082"/>
                                        </p:tgtEl>
                                        <p:attrNameLst>
                                          <p:attrName>ppt_x</p:attrName>
                                          <p:attrName>ppt_y</p:attrName>
                                        </p:attrNameLst>
                                      </p:cBhvr>
                                      <p:rCtr x="16102" y="-201"/>
                                    </p:animMotion>
                                  </p:childTnLst>
                                </p:cTn>
                              </p:par>
                              <p:par>
                                <p:cTn id="33" presetID="1" presetClass="exit" presetSubtype="0" fill="hold" nodeType="withEffect">
                                  <p:stCondLst>
                                    <p:cond delay="0"/>
                                  </p:stCondLst>
                                  <p:childTnLst>
                                    <p:set>
                                      <p:cBhvr>
                                        <p:cTn id="34" dur="1" fill="hold">
                                          <p:stCondLst>
                                            <p:cond delay="0"/>
                                          </p:stCondLst>
                                        </p:cTn>
                                        <p:tgtEl>
                                          <p:spTgt spid="3080"/>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084"/>
                                        </p:tgtEl>
                                        <p:attrNameLst>
                                          <p:attrName>style.visibility</p:attrName>
                                        </p:attrNameLst>
                                      </p:cBhvr>
                                      <p:to>
                                        <p:strVal val="visible"/>
                                      </p:to>
                                    </p:set>
                                  </p:childTnLst>
                                </p:cTn>
                              </p:par>
                              <p:par>
                                <p:cTn id="41" presetID="42" presetClass="path" presetSubtype="0" accel="50000" decel="50000" fill="hold" nodeType="withEffect">
                                  <p:stCondLst>
                                    <p:cond delay="0"/>
                                  </p:stCondLst>
                                  <p:childTnLst>
                                    <p:animMotion origin="layout" path="M -2.77778E-7 4.93827E-7 L 0.31571 0.00077 " pathEditMode="relative" rAng="0" ptsTypes="AA">
                                      <p:cBhvr>
                                        <p:cTn id="42" dur="2000" fill="hold"/>
                                        <p:tgtEl>
                                          <p:spTgt spid="3084"/>
                                        </p:tgtEl>
                                        <p:attrNameLst>
                                          <p:attrName>ppt_x</p:attrName>
                                          <p:attrName>ppt_y</p:attrName>
                                        </p:attrNameLst>
                                      </p:cBhvr>
                                      <p:rCtr x="15781" y="31"/>
                                    </p:animMotion>
                                  </p:childTnLst>
                                </p:cTn>
                              </p:par>
                              <p:par>
                                <p:cTn id="43" presetID="1" presetClass="exit" presetSubtype="0" fill="hold" nodeType="withEffect">
                                  <p:stCondLst>
                                    <p:cond delay="0"/>
                                  </p:stCondLst>
                                  <p:childTnLst>
                                    <p:set>
                                      <p:cBhvr>
                                        <p:cTn id="44" dur="1" fill="hold">
                                          <p:stCondLst>
                                            <p:cond delay="0"/>
                                          </p:stCondLst>
                                        </p:cTn>
                                        <p:tgtEl>
                                          <p:spTgt spid="3082"/>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9">
                                            <p:txEl>
                                              <p:pRg st="4" end="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9">
                                            <p:txEl>
                                              <p:pRg st="5" end="5"/>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086"/>
                                        </p:tgtEl>
                                        <p:attrNameLst>
                                          <p:attrName>style.visibility</p:attrName>
                                        </p:attrNameLst>
                                      </p:cBhvr>
                                      <p:to>
                                        <p:strVal val="visible"/>
                                      </p:to>
                                    </p:set>
                                  </p:childTnLst>
                                </p:cTn>
                              </p:par>
                              <p:par>
                                <p:cTn id="53" presetID="63" presetClass="path" presetSubtype="0" accel="50000" decel="50000" fill="hold" nodeType="withEffect">
                                  <p:stCondLst>
                                    <p:cond delay="0"/>
                                  </p:stCondLst>
                                  <p:childTnLst>
                                    <p:animMotion origin="layout" path="M 2.91667E-6 -3.33333E-6 L 0.28559 -0.00694 " pathEditMode="relative" rAng="0" ptsTypes="AA">
                                      <p:cBhvr>
                                        <p:cTn id="54" dur="2000" fill="hold"/>
                                        <p:tgtEl>
                                          <p:spTgt spid="3086"/>
                                        </p:tgtEl>
                                        <p:attrNameLst>
                                          <p:attrName>ppt_x</p:attrName>
                                          <p:attrName>ppt_y</p:attrName>
                                        </p:attrNameLst>
                                      </p:cBhvr>
                                      <p:rCtr x="14280" y="-35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jdelijke aanduiding voor tekst 8">
            <a:extLst>
              <a:ext uri="{FF2B5EF4-FFF2-40B4-BE49-F238E27FC236}">
                <a16:creationId xmlns:a16="http://schemas.microsoft.com/office/drawing/2014/main" id="{42BA68FC-77A7-454D-83CF-4492FC2C943F}"/>
              </a:ext>
            </a:extLst>
          </p:cNvPr>
          <p:cNvSpPr>
            <a:spLocks noGrp="1"/>
          </p:cNvSpPr>
          <p:nvPr>
            <p:ph type="body" sz="quarter" idx="17"/>
          </p:nvPr>
        </p:nvSpPr>
        <p:spPr/>
        <p:txBody>
          <a:bodyPr/>
          <a:lstStyle/>
          <a:p>
            <a:pPr marL="571500" indent="-571500">
              <a:buFont typeface="Arial" panose="020B0604020202020204" pitchFamily="34" charset="0"/>
              <a:buChar char="•"/>
            </a:pPr>
            <a:r>
              <a:rPr lang="nl-BE" dirty="0"/>
              <a:t>Slimme thermostaat</a:t>
            </a:r>
          </a:p>
          <a:p>
            <a:pPr marL="571500" indent="-571500">
              <a:buFont typeface="Arial" panose="020B0604020202020204" pitchFamily="34" charset="0"/>
              <a:buChar char="•"/>
            </a:pPr>
            <a:r>
              <a:rPr lang="nl-BE" dirty="0"/>
              <a:t>Software</a:t>
            </a:r>
          </a:p>
          <a:p>
            <a:pPr marL="1257300" lvl="1" indent="-571500">
              <a:buFont typeface="Arial" panose="020B0604020202020204" pitchFamily="34" charset="0"/>
              <a:buChar char="•"/>
            </a:pPr>
            <a:r>
              <a:rPr lang="nl-BE" dirty="0"/>
              <a:t>Postman</a:t>
            </a:r>
          </a:p>
          <a:p>
            <a:pPr marL="571500" indent="-571500">
              <a:buFont typeface="Arial" panose="020B0604020202020204" pitchFamily="34" charset="0"/>
              <a:buChar char="•"/>
            </a:pPr>
            <a:r>
              <a:rPr lang="nl-BE" dirty="0"/>
              <a:t>Browsers</a:t>
            </a:r>
          </a:p>
          <a:p>
            <a:pPr marL="571500" indent="-571500">
              <a:buFont typeface="Arial" panose="020B0604020202020204" pitchFamily="34" charset="0"/>
              <a:buChar char="•"/>
            </a:pPr>
            <a:r>
              <a:rPr lang="nl-BE" dirty="0"/>
              <a:t>Smart </a:t>
            </a:r>
            <a:r>
              <a:rPr lang="nl-BE" dirty="0" err="1"/>
              <a:t>TV’s</a:t>
            </a:r>
            <a:endParaRPr lang="nl-BE" dirty="0"/>
          </a:p>
          <a:p>
            <a:pPr marL="571500" indent="-571500">
              <a:buFont typeface="Arial" panose="020B0604020202020204" pitchFamily="34" charset="0"/>
              <a:buChar char="•"/>
            </a:pPr>
            <a:r>
              <a:rPr lang="nl-BE" dirty="0"/>
              <a:t>…</a:t>
            </a:r>
          </a:p>
          <a:p>
            <a:pPr marL="571500" indent="-571500">
              <a:buFont typeface="Arial" panose="020B0604020202020204" pitchFamily="34" charset="0"/>
              <a:buChar char="•"/>
            </a:pPr>
            <a:r>
              <a:rPr lang="nl-BE" dirty="0"/>
              <a:t>Alles die een connectie kan maken met een API over het internet</a:t>
            </a:r>
          </a:p>
        </p:txBody>
      </p:sp>
      <p:sp>
        <p:nvSpPr>
          <p:cNvPr id="3" name="Tijdelijke aanduiding voor dianummer 2">
            <a:extLst>
              <a:ext uri="{FF2B5EF4-FFF2-40B4-BE49-F238E27FC236}">
                <a16:creationId xmlns:a16="http://schemas.microsoft.com/office/drawing/2014/main" id="{9AAD835B-7940-44F7-B992-283A6C51CCE2}"/>
              </a:ext>
            </a:extLst>
          </p:cNvPr>
          <p:cNvSpPr>
            <a:spLocks noGrp="1"/>
          </p:cNvSpPr>
          <p:nvPr>
            <p:ph type="sldNum" sz="quarter" idx="12"/>
          </p:nvPr>
        </p:nvSpPr>
        <p:spPr/>
        <p:txBody>
          <a:bodyPr/>
          <a:lstStyle/>
          <a:p>
            <a:fld id="{B7527A74-2D87-4307-9531-5A57D9647EEB}" type="slidenum">
              <a:rPr lang="nl-BE" smtClean="0"/>
              <a:pPr/>
              <a:t>10</a:t>
            </a:fld>
            <a:endParaRPr lang="nl-BE"/>
          </a:p>
        </p:txBody>
      </p:sp>
      <p:sp>
        <p:nvSpPr>
          <p:cNvPr id="4" name="Titel 3">
            <a:extLst>
              <a:ext uri="{FF2B5EF4-FFF2-40B4-BE49-F238E27FC236}">
                <a16:creationId xmlns:a16="http://schemas.microsoft.com/office/drawing/2014/main" id="{883DB6C8-E338-4AE2-8673-312D97CD73D1}"/>
              </a:ext>
            </a:extLst>
          </p:cNvPr>
          <p:cNvSpPr>
            <a:spLocks noGrp="1"/>
          </p:cNvSpPr>
          <p:nvPr>
            <p:ph type="title"/>
          </p:nvPr>
        </p:nvSpPr>
        <p:spPr/>
        <p:txBody>
          <a:bodyPr/>
          <a:lstStyle/>
          <a:p>
            <a:r>
              <a:rPr lang="nl-BE" dirty="0"/>
              <a:t>Clients</a:t>
            </a:r>
          </a:p>
        </p:txBody>
      </p:sp>
      <p:sp>
        <p:nvSpPr>
          <p:cNvPr id="6" name="Tijdelijke aanduiding voor datum 5">
            <a:extLst>
              <a:ext uri="{FF2B5EF4-FFF2-40B4-BE49-F238E27FC236}">
                <a16:creationId xmlns:a16="http://schemas.microsoft.com/office/drawing/2014/main" id="{D7E78760-FBF8-4F50-B55D-BEA2AD800BD4}"/>
              </a:ext>
            </a:extLst>
          </p:cNvPr>
          <p:cNvSpPr>
            <a:spLocks noGrp="1"/>
          </p:cNvSpPr>
          <p:nvPr>
            <p:ph type="dt" sz="half" idx="10"/>
          </p:nvPr>
        </p:nvSpPr>
        <p:spPr/>
        <p:txBody>
          <a:bodyPr/>
          <a:lstStyle/>
          <a:p>
            <a:fld id="{529727CD-D882-45BB-B881-276E6D9AB830}" type="datetime1">
              <a:rPr lang="nl-BE" smtClean="0"/>
              <a:t>6/10/2025</a:t>
            </a:fld>
            <a:endParaRPr lang="nl-BE" dirty="0"/>
          </a:p>
        </p:txBody>
      </p:sp>
      <p:sp>
        <p:nvSpPr>
          <p:cNvPr id="7" name="Tijdelijke aanduiding voor voettekst 6">
            <a:extLst>
              <a:ext uri="{FF2B5EF4-FFF2-40B4-BE49-F238E27FC236}">
                <a16:creationId xmlns:a16="http://schemas.microsoft.com/office/drawing/2014/main" id="{FD87912A-FFC5-4C83-B4F2-6ABDC42BAB08}"/>
              </a:ext>
            </a:extLst>
          </p:cNvPr>
          <p:cNvSpPr>
            <a:spLocks noGrp="1"/>
          </p:cNvSpPr>
          <p:nvPr>
            <p:ph type="ftr" sz="quarter" idx="11"/>
          </p:nvPr>
        </p:nvSpPr>
        <p:spPr/>
        <p:txBody>
          <a:bodyPr/>
          <a:lstStyle/>
          <a:p>
            <a:r>
              <a:rPr lang="nl-BE"/>
              <a:t>PRI - Web API</a:t>
            </a:r>
            <a:endParaRPr lang="nl-BE" dirty="0"/>
          </a:p>
        </p:txBody>
      </p:sp>
    </p:spTree>
    <p:extLst>
      <p:ext uri="{BB962C8B-B14F-4D97-AF65-F5344CB8AC3E}">
        <p14:creationId xmlns:p14="http://schemas.microsoft.com/office/powerpoint/2010/main" val="473835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Afbeelding 6">
            <a:extLst>
              <a:ext uri="{FF2B5EF4-FFF2-40B4-BE49-F238E27FC236}">
                <a16:creationId xmlns:a16="http://schemas.microsoft.com/office/drawing/2014/main" id="{7E424DA9-A050-4797-B604-70F990E7FB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94189" y="1648800"/>
            <a:ext cx="5805377" cy="7532667"/>
          </a:xfrm>
          <a:prstGeom prst="rect">
            <a:avLst/>
          </a:prstGeom>
        </p:spPr>
      </p:pic>
      <p:sp>
        <p:nvSpPr>
          <p:cNvPr id="8" name="Tijdelijke aanduiding voor afbeelding 7">
            <a:extLst>
              <a:ext uri="{FF2B5EF4-FFF2-40B4-BE49-F238E27FC236}">
                <a16:creationId xmlns:a16="http://schemas.microsoft.com/office/drawing/2014/main" id="{EF93E1FE-2AA9-456C-A54A-2B0560574A71}"/>
              </a:ext>
            </a:extLst>
          </p:cNvPr>
          <p:cNvSpPr>
            <a:spLocks noGrp="1"/>
          </p:cNvSpPr>
          <p:nvPr>
            <p:ph type="pic" sz="quarter" idx="13"/>
          </p:nvPr>
        </p:nvSpPr>
        <p:spPr/>
      </p:sp>
      <p:sp>
        <p:nvSpPr>
          <p:cNvPr id="9" name="Tijdelijke aanduiding voor tekst 8">
            <a:extLst>
              <a:ext uri="{FF2B5EF4-FFF2-40B4-BE49-F238E27FC236}">
                <a16:creationId xmlns:a16="http://schemas.microsoft.com/office/drawing/2014/main" id="{9D3FAF00-9050-4200-9D6D-03E5072F394A}"/>
              </a:ext>
            </a:extLst>
          </p:cNvPr>
          <p:cNvSpPr>
            <a:spLocks noGrp="1"/>
          </p:cNvSpPr>
          <p:nvPr>
            <p:ph type="body" sz="quarter" idx="17"/>
          </p:nvPr>
        </p:nvSpPr>
        <p:spPr/>
        <p:txBody>
          <a:bodyPr/>
          <a:lstStyle/>
          <a:p>
            <a:pPr marL="571500" indent="-571500">
              <a:buFont typeface="Arial" panose="020B0604020202020204" pitchFamily="34" charset="0"/>
              <a:buChar char="•"/>
            </a:pPr>
            <a:r>
              <a:rPr lang="nl-BE" dirty="0" err="1"/>
              <a:t>JavaScript</a:t>
            </a:r>
            <a:r>
              <a:rPr lang="nl-BE" dirty="0"/>
              <a:t> Object </a:t>
            </a:r>
            <a:r>
              <a:rPr lang="nl-BE" dirty="0" err="1"/>
              <a:t>Notation</a:t>
            </a:r>
            <a:endParaRPr lang="nl-BE" dirty="0"/>
          </a:p>
          <a:p>
            <a:pPr marL="571500" indent="-571500">
              <a:buFont typeface="Arial" panose="020B0604020202020204" pitchFamily="34" charset="0"/>
              <a:buChar char="•"/>
            </a:pPr>
            <a:r>
              <a:rPr lang="nl-BE" dirty="0"/>
              <a:t>Licht/klein formaat</a:t>
            </a:r>
          </a:p>
          <a:p>
            <a:pPr marL="571500" indent="-571500">
              <a:buFont typeface="Arial" panose="020B0604020202020204" pitchFamily="34" charset="0"/>
              <a:buChar char="•"/>
            </a:pPr>
            <a:r>
              <a:rPr lang="nl-BE" dirty="0"/>
              <a:t>Data uitwisseling</a:t>
            </a:r>
          </a:p>
        </p:txBody>
      </p:sp>
      <p:sp>
        <p:nvSpPr>
          <p:cNvPr id="3" name="Tijdelijke aanduiding voor dianummer 2">
            <a:extLst>
              <a:ext uri="{FF2B5EF4-FFF2-40B4-BE49-F238E27FC236}">
                <a16:creationId xmlns:a16="http://schemas.microsoft.com/office/drawing/2014/main" id="{10A52679-BB21-45A4-990D-86FF7D2C328B}"/>
              </a:ext>
            </a:extLst>
          </p:cNvPr>
          <p:cNvSpPr>
            <a:spLocks noGrp="1"/>
          </p:cNvSpPr>
          <p:nvPr>
            <p:ph type="sldNum" sz="quarter" idx="12"/>
          </p:nvPr>
        </p:nvSpPr>
        <p:spPr/>
        <p:txBody>
          <a:bodyPr/>
          <a:lstStyle/>
          <a:p>
            <a:fld id="{B7527A74-2D87-4307-9531-5A57D9647EEB}" type="slidenum">
              <a:rPr lang="nl-BE" smtClean="0"/>
              <a:pPr/>
              <a:t>11</a:t>
            </a:fld>
            <a:endParaRPr lang="nl-BE"/>
          </a:p>
        </p:txBody>
      </p:sp>
      <p:sp>
        <p:nvSpPr>
          <p:cNvPr id="4" name="Titel 3">
            <a:extLst>
              <a:ext uri="{FF2B5EF4-FFF2-40B4-BE49-F238E27FC236}">
                <a16:creationId xmlns:a16="http://schemas.microsoft.com/office/drawing/2014/main" id="{08BF6F7E-2660-4635-BA25-936BC9CBAB98}"/>
              </a:ext>
            </a:extLst>
          </p:cNvPr>
          <p:cNvSpPr>
            <a:spLocks noGrp="1"/>
          </p:cNvSpPr>
          <p:nvPr>
            <p:ph type="title"/>
          </p:nvPr>
        </p:nvSpPr>
        <p:spPr/>
        <p:txBody>
          <a:bodyPr/>
          <a:lstStyle/>
          <a:p>
            <a:r>
              <a:rPr lang="nl-BE" dirty="0"/>
              <a:t>JSON</a:t>
            </a:r>
          </a:p>
        </p:txBody>
      </p:sp>
      <p:sp>
        <p:nvSpPr>
          <p:cNvPr id="5" name="Tijdelijke aanduiding voor datum 4">
            <a:extLst>
              <a:ext uri="{FF2B5EF4-FFF2-40B4-BE49-F238E27FC236}">
                <a16:creationId xmlns:a16="http://schemas.microsoft.com/office/drawing/2014/main" id="{CA4BFF67-EA0B-4666-8D70-1494CDBFB251}"/>
              </a:ext>
            </a:extLst>
          </p:cNvPr>
          <p:cNvSpPr>
            <a:spLocks noGrp="1"/>
          </p:cNvSpPr>
          <p:nvPr>
            <p:ph type="dt" sz="half" idx="10"/>
          </p:nvPr>
        </p:nvSpPr>
        <p:spPr/>
        <p:txBody>
          <a:bodyPr/>
          <a:lstStyle/>
          <a:p>
            <a:fld id="{E64C2695-B263-4353-BD48-CC1D21F07CE5}" type="datetime1">
              <a:rPr lang="nl-BE" smtClean="0"/>
              <a:t>6/10/2025</a:t>
            </a:fld>
            <a:endParaRPr lang="nl-BE" dirty="0"/>
          </a:p>
        </p:txBody>
      </p:sp>
      <p:sp>
        <p:nvSpPr>
          <p:cNvPr id="6" name="Tijdelijke aanduiding voor voettekst 5">
            <a:extLst>
              <a:ext uri="{FF2B5EF4-FFF2-40B4-BE49-F238E27FC236}">
                <a16:creationId xmlns:a16="http://schemas.microsoft.com/office/drawing/2014/main" id="{D976F80A-E0C6-48DB-809C-BFF3CCC4F482}"/>
              </a:ext>
            </a:extLst>
          </p:cNvPr>
          <p:cNvSpPr>
            <a:spLocks noGrp="1"/>
          </p:cNvSpPr>
          <p:nvPr>
            <p:ph type="ftr" sz="quarter" idx="11"/>
          </p:nvPr>
        </p:nvSpPr>
        <p:spPr/>
        <p:txBody>
          <a:bodyPr/>
          <a:lstStyle/>
          <a:p>
            <a:r>
              <a:rPr lang="nl-BE"/>
              <a:t>PRI - Web API</a:t>
            </a:r>
            <a:endParaRPr lang="nl-BE" dirty="0"/>
          </a:p>
        </p:txBody>
      </p:sp>
    </p:spTree>
    <p:extLst>
      <p:ext uri="{BB962C8B-B14F-4D97-AF65-F5344CB8AC3E}">
        <p14:creationId xmlns:p14="http://schemas.microsoft.com/office/powerpoint/2010/main" val="1394169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E6B517C3-58F0-4F3E-939A-8D87109CE2B7}"/>
              </a:ext>
            </a:extLst>
          </p:cNvPr>
          <p:cNvSpPr>
            <a:spLocks noGrp="1"/>
          </p:cNvSpPr>
          <p:nvPr>
            <p:ph type="ctrTitle"/>
          </p:nvPr>
        </p:nvSpPr>
        <p:spPr/>
        <p:txBody>
          <a:bodyPr/>
          <a:lstStyle/>
          <a:p>
            <a:r>
              <a:rPr lang="en-US" dirty="0">
                <a:latin typeface="Arial Rounded MT Bold"/>
              </a:rPr>
              <a:t>RESTful</a:t>
            </a:r>
            <a:endParaRPr lang="nl-BE" dirty="0"/>
          </a:p>
        </p:txBody>
      </p:sp>
      <p:sp>
        <p:nvSpPr>
          <p:cNvPr id="8" name="Ondertitel 7">
            <a:extLst>
              <a:ext uri="{FF2B5EF4-FFF2-40B4-BE49-F238E27FC236}">
                <a16:creationId xmlns:a16="http://schemas.microsoft.com/office/drawing/2014/main" id="{23B9A51A-0C09-4C7E-B2BE-FAFDDD34EA93}"/>
              </a:ext>
            </a:extLst>
          </p:cNvPr>
          <p:cNvSpPr>
            <a:spLocks noGrp="1"/>
          </p:cNvSpPr>
          <p:nvPr>
            <p:ph type="subTitle" idx="1"/>
          </p:nvPr>
        </p:nvSpPr>
        <p:spPr/>
        <p:txBody>
          <a:bodyPr/>
          <a:lstStyle/>
          <a:p>
            <a:r>
              <a:rPr lang="nl-BE" dirty="0"/>
              <a:t>Communiceren met een API </a:t>
            </a:r>
          </a:p>
        </p:txBody>
      </p:sp>
    </p:spTree>
    <p:extLst>
      <p:ext uri="{BB962C8B-B14F-4D97-AF65-F5344CB8AC3E}">
        <p14:creationId xmlns:p14="http://schemas.microsoft.com/office/powerpoint/2010/main" val="3907449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jdelijke aanduiding voor tekst 8">
            <a:extLst>
              <a:ext uri="{FF2B5EF4-FFF2-40B4-BE49-F238E27FC236}">
                <a16:creationId xmlns:a16="http://schemas.microsoft.com/office/drawing/2014/main" id="{42BA68FC-77A7-454D-83CF-4492FC2C943F}"/>
              </a:ext>
            </a:extLst>
          </p:cNvPr>
          <p:cNvSpPr>
            <a:spLocks noGrp="1"/>
          </p:cNvSpPr>
          <p:nvPr>
            <p:ph type="body" sz="quarter" idx="17"/>
          </p:nvPr>
        </p:nvSpPr>
        <p:spPr/>
        <p:txBody>
          <a:bodyPr/>
          <a:lstStyle/>
          <a:p>
            <a:pPr marL="571500" indent="-571500">
              <a:buFont typeface="Arial" panose="020B0604020202020204" pitchFamily="34" charset="0"/>
              <a:buChar char="•"/>
            </a:pPr>
            <a:r>
              <a:rPr lang="nl-NL" b="1" dirty="0">
                <a:solidFill>
                  <a:schemeClr val="accent1"/>
                </a:solidFill>
              </a:rPr>
              <a:t>R</a:t>
            </a:r>
            <a:r>
              <a:rPr lang="nl-BE" b="1" dirty="0" err="1">
                <a:solidFill>
                  <a:schemeClr val="accent1"/>
                </a:solidFill>
              </a:rPr>
              <a:t>e</a:t>
            </a:r>
            <a:r>
              <a:rPr lang="nl-BE" dirty="0" err="1"/>
              <a:t>presentiational</a:t>
            </a:r>
            <a:r>
              <a:rPr lang="nl-BE" dirty="0"/>
              <a:t> </a:t>
            </a:r>
            <a:r>
              <a:rPr lang="nl-BE" b="1" dirty="0">
                <a:solidFill>
                  <a:schemeClr val="accent1"/>
                </a:solidFill>
              </a:rPr>
              <a:t>S</a:t>
            </a:r>
            <a:r>
              <a:rPr lang="nl-BE" dirty="0"/>
              <a:t>tate </a:t>
            </a:r>
            <a:r>
              <a:rPr lang="nl-BE" b="1" dirty="0">
                <a:solidFill>
                  <a:schemeClr val="accent1"/>
                </a:solidFill>
              </a:rPr>
              <a:t>T</a:t>
            </a:r>
            <a:r>
              <a:rPr lang="nl-BE" dirty="0"/>
              <a:t>ransfer = </a:t>
            </a:r>
            <a:r>
              <a:rPr lang="nl-BE" b="1" dirty="0">
                <a:solidFill>
                  <a:schemeClr val="accent1"/>
                </a:solidFill>
              </a:rPr>
              <a:t>REST</a:t>
            </a:r>
          </a:p>
          <a:p>
            <a:pPr marL="571500" indent="-571500">
              <a:buFont typeface="Arial" panose="020B0604020202020204" pitchFamily="34" charset="0"/>
              <a:buChar char="•"/>
            </a:pPr>
            <a:r>
              <a:rPr lang="nl-BE" dirty="0"/>
              <a:t>Industriestandaard</a:t>
            </a:r>
          </a:p>
          <a:p>
            <a:pPr marL="571500" indent="-571500">
              <a:buFont typeface="Arial" panose="020B0604020202020204" pitchFamily="34" charset="0"/>
              <a:buChar char="•"/>
            </a:pPr>
            <a:r>
              <a:rPr lang="nl-BE" dirty="0"/>
              <a:t>Geen nieuwe technologie maar een set afspraken.</a:t>
            </a:r>
          </a:p>
          <a:p>
            <a:pPr marL="571500" indent="-571500">
              <a:buFont typeface="Arial" panose="020B0604020202020204" pitchFamily="34" charset="0"/>
              <a:buChar char="•"/>
            </a:pPr>
            <a:endParaRPr lang="nl-BE" dirty="0"/>
          </a:p>
          <a:p>
            <a:pPr marL="571500" indent="-571500">
              <a:buFont typeface="Arial" panose="020B0604020202020204" pitchFamily="34" charset="0"/>
              <a:buChar char="•"/>
            </a:pPr>
            <a:r>
              <a:rPr lang="nl-BE" dirty="0"/>
              <a:t>Gedachtengang hierachter:</a:t>
            </a:r>
          </a:p>
          <a:p>
            <a:pPr marL="1257300" lvl="1" indent="-571500">
              <a:buFont typeface="Arial" panose="020B0604020202020204" pitchFamily="34" charset="0"/>
              <a:buChar char="•"/>
            </a:pPr>
            <a:r>
              <a:rPr lang="nl-BE" dirty="0"/>
              <a:t>Services zien we als een </a:t>
            </a:r>
            <a:r>
              <a:rPr lang="nl-BE" b="1" dirty="0">
                <a:solidFill>
                  <a:schemeClr val="accent1"/>
                </a:solidFill>
              </a:rPr>
              <a:t>bron van data</a:t>
            </a:r>
          </a:p>
          <a:p>
            <a:pPr marL="1257300" lvl="1" indent="-571500">
              <a:buFont typeface="Arial" panose="020B0604020202020204" pitchFamily="34" charset="0"/>
              <a:buChar char="•"/>
            </a:pPr>
            <a:r>
              <a:rPr lang="nl-BE" dirty="0"/>
              <a:t>Via een </a:t>
            </a:r>
            <a:r>
              <a:rPr lang="nl-BE" b="1" dirty="0">
                <a:solidFill>
                  <a:schemeClr val="accent1"/>
                </a:solidFill>
              </a:rPr>
              <a:t>eenduidig</a:t>
            </a:r>
            <a:r>
              <a:rPr lang="nl-BE" dirty="0"/>
              <a:t> adres te raadplegen</a:t>
            </a:r>
          </a:p>
          <a:p>
            <a:pPr marL="1257300" lvl="1" indent="-571500">
              <a:buFont typeface="Arial" panose="020B0604020202020204" pitchFamily="34" charset="0"/>
              <a:buChar char="•"/>
            </a:pPr>
            <a:r>
              <a:rPr lang="nl-BE" b="1" dirty="0" err="1">
                <a:solidFill>
                  <a:schemeClr val="accent1"/>
                </a:solidFill>
              </a:rPr>
              <a:t>Statusloos</a:t>
            </a:r>
            <a:r>
              <a:rPr lang="nl-BE" dirty="0"/>
              <a:t> (</a:t>
            </a:r>
            <a:r>
              <a:rPr lang="nl-BE" dirty="0" err="1"/>
              <a:t>stateless</a:t>
            </a:r>
            <a:r>
              <a:rPr lang="nl-BE" dirty="0"/>
              <a:t>) te raadplegen</a:t>
            </a:r>
          </a:p>
          <a:p>
            <a:pPr marL="1257300" lvl="1" indent="-571500">
              <a:buFont typeface="Arial" panose="020B0604020202020204" pitchFamily="34" charset="0"/>
              <a:buChar char="•"/>
            </a:pPr>
            <a:r>
              <a:rPr lang="nl-BE" dirty="0"/>
              <a:t>Via </a:t>
            </a:r>
            <a:r>
              <a:rPr lang="nl-BE" b="1" dirty="0">
                <a:solidFill>
                  <a:schemeClr val="accent1"/>
                </a:solidFill>
              </a:rPr>
              <a:t>HTTP</a:t>
            </a:r>
            <a:r>
              <a:rPr lang="nl-BE" dirty="0"/>
              <a:t> protocol</a:t>
            </a:r>
          </a:p>
        </p:txBody>
      </p:sp>
      <p:sp>
        <p:nvSpPr>
          <p:cNvPr id="3" name="Tijdelijke aanduiding voor dianummer 2">
            <a:extLst>
              <a:ext uri="{FF2B5EF4-FFF2-40B4-BE49-F238E27FC236}">
                <a16:creationId xmlns:a16="http://schemas.microsoft.com/office/drawing/2014/main" id="{9AAD835B-7940-44F7-B992-283A6C51CCE2}"/>
              </a:ext>
            </a:extLst>
          </p:cNvPr>
          <p:cNvSpPr>
            <a:spLocks noGrp="1"/>
          </p:cNvSpPr>
          <p:nvPr>
            <p:ph type="sldNum" sz="quarter" idx="12"/>
          </p:nvPr>
        </p:nvSpPr>
        <p:spPr/>
        <p:txBody>
          <a:bodyPr/>
          <a:lstStyle/>
          <a:p>
            <a:fld id="{B7527A74-2D87-4307-9531-5A57D9647EEB}" type="slidenum">
              <a:rPr lang="nl-BE" smtClean="0"/>
              <a:pPr/>
              <a:t>13</a:t>
            </a:fld>
            <a:endParaRPr lang="nl-BE"/>
          </a:p>
        </p:txBody>
      </p:sp>
      <p:sp>
        <p:nvSpPr>
          <p:cNvPr id="4" name="Titel 3">
            <a:extLst>
              <a:ext uri="{FF2B5EF4-FFF2-40B4-BE49-F238E27FC236}">
                <a16:creationId xmlns:a16="http://schemas.microsoft.com/office/drawing/2014/main" id="{883DB6C8-E338-4AE2-8673-312D97CD73D1}"/>
              </a:ext>
            </a:extLst>
          </p:cNvPr>
          <p:cNvSpPr>
            <a:spLocks noGrp="1"/>
          </p:cNvSpPr>
          <p:nvPr>
            <p:ph type="title"/>
          </p:nvPr>
        </p:nvSpPr>
        <p:spPr/>
        <p:txBody>
          <a:bodyPr/>
          <a:lstStyle/>
          <a:p>
            <a:r>
              <a:rPr lang="nl-BE" dirty="0" err="1"/>
              <a:t>RESTfull</a:t>
            </a:r>
            <a:r>
              <a:rPr lang="nl-BE" dirty="0"/>
              <a:t> watte?</a:t>
            </a:r>
          </a:p>
        </p:txBody>
      </p:sp>
      <p:sp>
        <p:nvSpPr>
          <p:cNvPr id="6" name="Tijdelijke aanduiding voor datum 5">
            <a:extLst>
              <a:ext uri="{FF2B5EF4-FFF2-40B4-BE49-F238E27FC236}">
                <a16:creationId xmlns:a16="http://schemas.microsoft.com/office/drawing/2014/main" id="{D7E78760-FBF8-4F50-B55D-BEA2AD800BD4}"/>
              </a:ext>
            </a:extLst>
          </p:cNvPr>
          <p:cNvSpPr>
            <a:spLocks noGrp="1"/>
          </p:cNvSpPr>
          <p:nvPr>
            <p:ph type="dt" sz="half" idx="10"/>
          </p:nvPr>
        </p:nvSpPr>
        <p:spPr/>
        <p:txBody>
          <a:bodyPr/>
          <a:lstStyle/>
          <a:p>
            <a:fld id="{529727CD-D882-45BB-B881-276E6D9AB830}" type="datetime1">
              <a:rPr lang="nl-BE" smtClean="0"/>
              <a:t>6/10/2025</a:t>
            </a:fld>
            <a:endParaRPr lang="nl-BE" dirty="0"/>
          </a:p>
        </p:txBody>
      </p:sp>
      <p:sp>
        <p:nvSpPr>
          <p:cNvPr id="7" name="Tijdelijke aanduiding voor voettekst 6">
            <a:extLst>
              <a:ext uri="{FF2B5EF4-FFF2-40B4-BE49-F238E27FC236}">
                <a16:creationId xmlns:a16="http://schemas.microsoft.com/office/drawing/2014/main" id="{FD87912A-FFC5-4C83-B4F2-6ABDC42BAB08}"/>
              </a:ext>
            </a:extLst>
          </p:cNvPr>
          <p:cNvSpPr>
            <a:spLocks noGrp="1"/>
          </p:cNvSpPr>
          <p:nvPr>
            <p:ph type="ftr" sz="quarter" idx="11"/>
          </p:nvPr>
        </p:nvSpPr>
        <p:spPr/>
        <p:txBody>
          <a:bodyPr/>
          <a:lstStyle/>
          <a:p>
            <a:r>
              <a:rPr lang="nl-BE"/>
              <a:t>PRI - Web API</a:t>
            </a:r>
            <a:endParaRPr lang="nl-BE" dirty="0"/>
          </a:p>
        </p:txBody>
      </p:sp>
    </p:spTree>
    <p:extLst>
      <p:ext uri="{BB962C8B-B14F-4D97-AF65-F5344CB8AC3E}">
        <p14:creationId xmlns:p14="http://schemas.microsoft.com/office/powerpoint/2010/main" val="1454008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jdelijke aanduiding voor tekst 8">
            <a:extLst>
              <a:ext uri="{FF2B5EF4-FFF2-40B4-BE49-F238E27FC236}">
                <a16:creationId xmlns:a16="http://schemas.microsoft.com/office/drawing/2014/main" id="{42BA68FC-77A7-454D-83CF-4492FC2C943F}"/>
              </a:ext>
            </a:extLst>
          </p:cNvPr>
          <p:cNvSpPr>
            <a:spLocks noGrp="1"/>
          </p:cNvSpPr>
          <p:nvPr>
            <p:ph type="body" sz="quarter" idx="17"/>
          </p:nvPr>
        </p:nvSpPr>
        <p:spPr/>
        <p:txBody>
          <a:bodyPr/>
          <a:lstStyle/>
          <a:p>
            <a:pPr marL="571500" indent="-571500">
              <a:buFont typeface="Arial" panose="020B0604020202020204" pitchFamily="34" charset="0"/>
              <a:buChar char="•"/>
            </a:pPr>
            <a:r>
              <a:rPr lang="nl-NL" dirty="0"/>
              <a:t>Er moet voldaan worden aan enkele verplichtingen:</a:t>
            </a:r>
          </a:p>
          <a:p>
            <a:pPr marL="1257300" lvl="1" indent="-571500">
              <a:buFont typeface="Arial" panose="020B0604020202020204" pitchFamily="34" charset="0"/>
              <a:buChar char="•"/>
            </a:pPr>
            <a:r>
              <a:rPr lang="nl-NL" dirty="0"/>
              <a:t>Uniforme interface</a:t>
            </a:r>
          </a:p>
          <a:p>
            <a:pPr marL="1943100" lvl="2" indent="-571500">
              <a:buFont typeface="Arial" panose="020B0604020202020204" pitchFamily="34" charset="0"/>
              <a:buChar char="•"/>
            </a:pPr>
            <a:r>
              <a:rPr lang="nl-NL" dirty="0"/>
              <a:t>Resource based</a:t>
            </a:r>
          </a:p>
          <a:p>
            <a:pPr marL="1943100" lvl="2" indent="-571500">
              <a:buFont typeface="Arial" panose="020B0604020202020204" pitchFamily="34" charset="0"/>
              <a:buChar char="•"/>
            </a:pPr>
            <a:r>
              <a:rPr lang="nl-NL" dirty="0"/>
              <a:t>Elk object in ons systeem is een bron</a:t>
            </a:r>
          </a:p>
          <a:p>
            <a:pPr marL="1943100" lvl="2" indent="-571500">
              <a:buFont typeface="Arial" panose="020B0604020202020204" pitchFamily="34" charset="0"/>
              <a:buChar char="•"/>
            </a:pPr>
            <a:r>
              <a:rPr lang="nl-NL" dirty="0"/>
              <a:t>Een URI (</a:t>
            </a:r>
            <a:r>
              <a:rPr lang="nl-BE" dirty="0"/>
              <a:t>uniform resource </a:t>
            </a:r>
            <a:r>
              <a:rPr lang="nl-BE" dirty="0" err="1"/>
              <a:t>identifier</a:t>
            </a:r>
            <a:r>
              <a:rPr lang="nl-BE" dirty="0"/>
              <a:t>)</a:t>
            </a:r>
            <a:r>
              <a:rPr lang="nl-NL" dirty="0"/>
              <a:t> identificeert deze bron op unieke wijze</a:t>
            </a:r>
          </a:p>
          <a:p>
            <a:pPr marL="1257300" lvl="1" indent="-571500">
              <a:buFont typeface="Arial" panose="020B0604020202020204" pitchFamily="34" charset="0"/>
              <a:buChar char="•"/>
            </a:pPr>
            <a:r>
              <a:rPr lang="nl-NL" dirty="0" err="1"/>
              <a:t>Stateless</a:t>
            </a:r>
            <a:endParaRPr lang="nl-NL" dirty="0"/>
          </a:p>
          <a:p>
            <a:pPr marL="1943100" lvl="2" indent="-571500">
              <a:buFont typeface="Arial" panose="020B0604020202020204" pitchFamily="34" charset="0"/>
              <a:buChar char="•"/>
            </a:pPr>
            <a:r>
              <a:rPr lang="nl-NL" dirty="0"/>
              <a:t>Cruciaal kenmerk</a:t>
            </a:r>
          </a:p>
          <a:p>
            <a:pPr marL="1943100" lvl="2" indent="-571500">
              <a:buFont typeface="Arial" panose="020B0604020202020204" pitchFamily="34" charset="0"/>
              <a:buChar char="•"/>
            </a:pPr>
            <a:r>
              <a:rPr lang="nl-NL" dirty="0"/>
              <a:t>Houdt niet alle informatie bij over de verbinding zodra communicatie is beëindigd </a:t>
            </a:r>
          </a:p>
          <a:p>
            <a:pPr marL="1943100" lvl="2" indent="-571500">
              <a:buFont typeface="Arial" panose="020B0604020202020204" pitchFamily="34" charset="0"/>
              <a:buChar char="•"/>
            </a:pPr>
            <a:r>
              <a:rPr lang="nl-BE" dirty="0"/>
              <a:t>Dwingt client om alle nodige informatie mee te sturen die server nodig heeft</a:t>
            </a:r>
          </a:p>
          <a:p>
            <a:pPr marL="1257300" lvl="1" indent="-571500">
              <a:buFont typeface="Arial" panose="020B0604020202020204" pitchFamily="34" charset="0"/>
              <a:buChar char="•"/>
            </a:pPr>
            <a:r>
              <a:rPr lang="nl-BE" dirty="0"/>
              <a:t>Client-Server </a:t>
            </a:r>
            <a:r>
              <a:rPr lang="nl-BE" dirty="0" err="1"/>
              <a:t>seperation</a:t>
            </a:r>
            <a:endParaRPr lang="nl-BE" dirty="0"/>
          </a:p>
          <a:p>
            <a:pPr marL="1943100" lvl="2" indent="-571500">
              <a:buFont typeface="Arial" panose="020B0604020202020204" pitchFamily="34" charset="0"/>
              <a:buChar char="•"/>
            </a:pPr>
            <a:r>
              <a:rPr lang="nl-BE" dirty="0"/>
              <a:t>BLL en opslag gebeurt aan de server</a:t>
            </a:r>
          </a:p>
          <a:p>
            <a:pPr marL="1943100" lvl="2" indent="-571500">
              <a:buFont typeface="Arial" panose="020B0604020202020204" pitchFamily="34" charset="0"/>
              <a:buChar char="•"/>
            </a:pPr>
            <a:r>
              <a:rPr lang="nl-BE" dirty="0"/>
              <a:t>Client is enkel </a:t>
            </a:r>
            <a:r>
              <a:rPr lang="nl-BE" dirty="0" err="1"/>
              <a:t>presentation</a:t>
            </a:r>
            <a:r>
              <a:rPr lang="nl-BE" dirty="0"/>
              <a:t> </a:t>
            </a:r>
            <a:r>
              <a:rPr lang="nl-BE" dirty="0" err="1"/>
              <a:t>layer</a:t>
            </a:r>
            <a:r>
              <a:rPr lang="nl-BE" dirty="0"/>
              <a:t> en bevat dus geen BBL en/of opslag</a:t>
            </a:r>
          </a:p>
        </p:txBody>
      </p:sp>
      <p:sp>
        <p:nvSpPr>
          <p:cNvPr id="3" name="Tijdelijke aanduiding voor dianummer 2">
            <a:extLst>
              <a:ext uri="{FF2B5EF4-FFF2-40B4-BE49-F238E27FC236}">
                <a16:creationId xmlns:a16="http://schemas.microsoft.com/office/drawing/2014/main" id="{9AAD835B-7940-44F7-B992-283A6C51CCE2}"/>
              </a:ext>
            </a:extLst>
          </p:cNvPr>
          <p:cNvSpPr>
            <a:spLocks noGrp="1"/>
          </p:cNvSpPr>
          <p:nvPr>
            <p:ph type="sldNum" sz="quarter" idx="12"/>
          </p:nvPr>
        </p:nvSpPr>
        <p:spPr/>
        <p:txBody>
          <a:bodyPr/>
          <a:lstStyle/>
          <a:p>
            <a:fld id="{B7527A74-2D87-4307-9531-5A57D9647EEB}" type="slidenum">
              <a:rPr lang="nl-BE" smtClean="0"/>
              <a:pPr/>
              <a:t>14</a:t>
            </a:fld>
            <a:endParaRPr lang="nl-BE"/>
          </a:p>
        </p:txBody>
      </p:sp>
      <p:sp>
        <p:nvSpPr>
          <p:cNvPr id="4" name="Titel 3">
            <a:extLst>
              <a:ext uri="{FF2B5EF4-FFF2-40B4-BE49-F238E27FC236}">
                <a16:creationId xmlns:a16="http://schemas.microsoft.com/office/drawing/2014/main" id="{883DB6C8-E338-4AE2-8673-312D97CD73D1}"/>
              </a:ext>
            </a:extLst>
          </p:cNvPr>
          <p:cNvSpPr>
            <a:spLocks noGrp="1"/>
          </p:cNvSpPr>
          <p:nvPr>
            <p:ph type="title"/>
          </p:nvPr>
        </p:nvSpPr>
        <p:spPr/>
        <p:txBody>
          <a:bodyPr/>
          <a:lstStyle/>
          <a:p>
            <a:r>
              <a:rPr lang="nl-BE" dirty="0">
                <a:latin typeface="Arial Rounded MT Bold"/>
              </a:rPr>
              <a:t>Wanneer is iets RESTFUL?</a:t>
            </a:r>
          </a:p>
        </p:txBody>
      </p:sp>
      <p:sp>
        <p:nvSpPr>
          <p:cNvPr id="6" name="Tijdelijke aanduiding voor datum 5">
            <a:extLst>
              <a:ext uri="{FF2B5EF4-FFF2-40B4-BE49-F238E27FC236}">
                <a16:creationId xmlns:a16="http://schemas.microsoft.com/office/drawing/2014/main" id="{D7E78760-FBF8-4F50-B55D-BEA2AD800BD4}"/>
              </a:ext>
            </a:extLst>
          </p:cNvPr>
          <p:cNvSpPr>
            <a:spLocks noGrp="1"/>
          </p:cNvSpPr>
          <p:nvPr>
            <p:ph type="dt" sz="half" idx="10"/>
          </p:nvPr>
        </p:nvSpPr>
        <p:spPr/>
        <p:txBody>
          <a:bodyPr/>
          <a:lstStyle/>
          <a:p>
            <a:fld id="{529727CD-D882-45BB-B881-276E6D9AB830}" type="datetime1">
              <a:rPr lang="nl-BE" smtClean="0"/>
              <a:t>6/10/2025</a:t>
            </a:fld>
            <a:endParaRPr lang="nl-BE" dirty="0"/>
          </a:p>
        </p:txBody>
      </p:sp>
      <p:sp>
        <p:nvSpPr>
          <p:cNvPr id="7" name="Tijdelijke aanduiding voor voettekst 6">
            <a:extLst>
              <a:ext uri="{FF2B5EF4-FFF2-40B4-BE49-F238E27FC236}">
                <a16:creationId xmlns:a16="http://schemas.microsoft.com/office/drawing/2014/main" id="{FD87912A-FFC5-4C83-B4F2-6ABDC42BAB08}"/>
              </a:ext>
            </a:extLst>
          </p:cNvPr>
          <p:cNvSpPr>
            <a:spLocks noGrp="1"/>
          </p:cNvSpPr>
          <p:nvPr>
            <p:ph type="ftr" sz="quarter" idx="11"/>
          </p:nvPr>
        </p:nvSpPr>
        <p:spPr/>
        <p:txBody>
          <a:bodyPr/>
          <a:lstStyle/>
          <a:p>
            <a:r>
              <a:rPr lang="nl-BE"/>
              <a:t>PRI - Web API</a:t>
            </a:r>
            <a:endParaRPr lang="nl-BE" dirty="0"/>
          </a:p>
        </p:txBody>
      </p:sp>
    </p:spTree>
    <p:extLst>
      <p:ext uri="{BB962C8B-B14F-4D97-AF65-F5344CB8AC3E}">
        <p14:creationId xmlns:p14="http://schemas.microsoft.com/office/powerpoint/2010/main" val="3996963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jdelijke aanduiding voor tekst 8">
            <a:extLst>
              <a:ext uri="{FF2B5EF4-FFF2-40B4-BE49-F238E27FC236}">
                <a16:creationId xmlns:a16="http://schemas.microsoft.com/office/drawing/2014/main" id="{42BA68FC-77A7-454D-83CF-4492FC2C943F}"/>
              </a:ext>
            </a:extLst>
          </p:cNvPr>
          <p:cNvSpPr>
            <a:spLocks noGrp="1"/>
          </p:cNvSpPr>
          <p:nvPr>
            <p:ph type="body" sz="quarter" idx="17"/>
          </p:nvPr>
        </p:nvSpPr>
        <p:spPr/>
        <p:txBody>
          <a:bodyPr/>
          <a:lstStyle/>
          <a:p>
            <a:pPr marL="571500" indent="-571500">
              <a:buFont typeface="Arial" panose="020B0604020202020204" pitchFamily="34" charset="0"/>
              <a:buChar char="•"/>
            </a:pPr>
            <a:r>
              <a:rPr lang="nl-NL" dirty="0"/>
              <a:t>Er moet voldaan worden aan enkele verplichtingen:</a:t>
            </a:r>
          </a:p>
          <a:p>
            <a:pPr marL="1257300" lvl="1" indent="-571500">
              <a:buFont typeface="Arial" panose="020B0604020202020204" pitchFamily="34" charset="0"/>
              <a:buChar char="•"/>
            </a:pPr>
            <a:r>
              <a:rPr lang="nl-NL" dirty="0"/>
              <a:t>Uniforme interface</a:t>
            </a:r>
          </a:p>
          <a:p>
            <a:pPr marL="1943100" lvl="2" indent="-571500">
              <a:buFont typeface="Arial" panose="020B0604020202020204" pitchFamily="34" charset="0"/>
              <a:buChar char="•"/>
            </a:pPr>
            <a:r>
              <a:rPr lang="nl-NL" dirty="0"/>
              <a:t>Resource based</a:t>
            </a:r>
          </a:p>
          <a:p>
            <a:pPr marL="1943100" lvl="2" indent="-571500">
              <a:buFont typeface="Arial" panose="020B0604020202020204" pitchFamily="34" charset="0"/>
              <a:buChar char="•"/>
            </a:pPr>
            <a:r>
              <a:rPr lang="nl-NL" dirty="0"/>
              <a:t>Elk object in ons systeem is een bron</a:t>
            </a:r>
          </a:p>
          <a:p>
            <a:pPr marL="1943100" lvl="2" indent="-571500">
              <a:buFont typeface="Arial" panose="020B0604020202020204" pitchFamily="34" charset="0"/>
              <a:buChar char="•"/>
            </a:pPr>
            <a:r>
              <a:rPr lang="nl-NL" dirty="0"/>
              <a:t>Een URI (</a:t>
            </a:r>
            <a:r>
              <a:rPr lang="nl-BE" dirty="0"/>
              <a:t>uniform resource </a:t>
            </a:r>
            <a:r>
              <a:rPr lang="nl-BE" dirty="0" err="1"/>
              <a:t>identifier</a:t>
            </a:r>
            <a:r>
              <a:rPr lang="nl-BE" dirty="0"/>
              <a:t>)</a:t>
            </a:r>
            <a:r>
              <a:rPr lang="nl-NL" dirty="0"/>
              <a:t> identificeert deze bron op unieke wijze</a:t>
            </a:r>
          </a:p>
          <a:p>
            <a:pPr marL="1257300" lvl="1" indent="-571500">
              <a:buFont typeface="Arial" panose="020B0604020202020204" pitchFamily="34" charset="0"/>
              <a:buChar char="•"/>
            </a:pPr>
            <a:r>
              <a:rPr lang="nl-NL" dirty="0" err="1"/>
              <a:t>Stateless</a:t>
            </a:r>
            <a:endParaRPr lang="nl-NL" dirty="0"/>
          </a:p>
          <a:p>
            <a:pPr marL="1943100" lvl="2" indent="-571500">
              <a:buFont typeface="Arial" panose="020B0604020202020204" pitchFamily="34" charset="0"/>
              <a:buChar char="•"/>
            </a:pPr>
            <a:r>
              <a:rPr lang="nl-NL" dirty="0"/>
              <a:t>Cruciaal kenmerk</a:t>
            </a:r>
          </a:p>
          <a:p>
            <a:pPr marL="1943100" lvl="2" indent="-571500">
              <a:buFont typeface="Arial" panose="020B0604020202020204" pitchFamily="34" charset="0"/>
              <a:buChar char="•"/>
            </a:pPr>
            <a:r>
              <a:rPr lang="nl-NL" dirty="0"/>
              <a:t>Houdt niet alle informatie bij over de verbinding zodra communicatie is beëindigd </a:t>
            </a:r>
          </a:p>
          <a:p>
            <a:pPr marL="1943100" lvl="2" indent="-571500">
              <a:buFont typeface="Arial" panose="020B0604020202020204" pitchFamily="34" charset="0"/>
              <a:buChar char="•"/>
            </a:pPr>
            <a:r>
              <a:rPr lang="nl-BE" dirty="0"/>
              <a:t>Dwingt client om alle nodige informatie mee te sturen die server nodig heeft</a:t>
            </a:r>
          </a:p>
          <a:p>
            <a:pPr marL="1257300" lvl="1" indent="-571500">
              <a:buFont typeface="Arial" panose="020B0604020202020204" pitchFamily="34" charset="0"/>
              <a:buChar char="•"/>
            </a:pPr>
            <a:r>
              <a:rPr lang="nl-BE" dirty="0"/>
              <a:t>Client-Server </a:t>
            </a:r>
            <a:r>
              <a:rPr lang="nl-BE" dirty="0" err="1"/>
              <a:t>seperation</a:t>
            </a:r>
            <a:endParaRPr lang="nl-BE" dirty="0"/>
          </a:p>
          <a:p>
            <a:pPr marL="1943100" lvl="2" indent="-571500">
              <a:buFont typeface="Arial" panose="020B0604020202020204" pitchFamily="34" charset="0"/>
              <a:buChar char="•"/>
            </a:pPr>
            <a:r>
              <a:rPr lang="nl-BE" dirty="0"/>
              <a:t>BLL en opslag gebeurt aan de server</a:t>
            </a:r>
          </a:p>
          <a:p>
            <a:pPr marL="1943100" lvl="2" indent="-571500">
              <a:buFont typeface="Arial" panose="020B0604020202020204" pitchFamily="34" charset="0"/>
              <a:buChar char="•"/>
            </a:pPr>
            <a:r>
              <a:rPr lang="nl-BE" dirty="0"/>
              <a:t>Client is enkel </a:t>
            </a:r>
            <a:r>
              <a:rPr lang="nl-BE" dirty="0" err="1"/>
              <a:t>presentation</a:t>
            </a:r>
            <a:r>
              <a:rPr lang="nl-BE" dirty="0"/>
              <a:t> </a:t>
            </a:r>
            <a:r>
              <a:rPr lang="nl-BE" dirty="0" err="1"/>
              <a:t>layer</a:t>
            </a:r>
            <a:r>
              <a:rPr lang="nl-BE" dirty="0"/>
              <a:t> en bevat dus geen BBL en/of opslag</a:t>
            </a:r>
          </a:p>
        </p:txBody>
      </p:sp>
      <p:sp>
        <p:nvSpPr>
          <p:cNvPr id="3" name="Tijdelijke aanduiding voor dianummer 2">
            <a:extLst>
              <a:ext uri="{FF2B5EF4-FFF2-40B4-BE49-F238E27FC236}">
                <a16:creationId xmlns:a16="http://schemas.microsoft.com/office/drawing/2014/main" id="{9AAD835B-7940-44F7-B992-283A6C51CCE2}"/>
              </a:ext>
            </a:extLst>
          </p:cNvPr>
          <p:cNvSpPr>
            <a:spLocks noGrp="1"/>
          </p:cNvSpPr>
          <p:nvPr>
            <p:ph type="sldNum" sz="quarter" idx="12"/>
          </p:nvPr>
        </p:nvSpPr>
        <p:spPr/>
        <p:txBody>
          <a:bodyPr/>
          <a:lstStyle/>
          <a:p>
            <a:fld id="{B7527A74-2D87-4307-9531-5A57D9647EEB}" type="slidenum">
              <a:rPr lang="nl-BE" smtClean="0"/>
              <a:pPr/>
              <a:t>15</a:t>
            </a:fld>
            <a:endParaRPr lang="nl-BE"/>
          </a:p>
        </p:txBody>
      </p:sp>
      <p:sp>
        <p:nvSpPr>
          <p:cNvPr id="4" name="Titel 3">
            <a:extLst>
              <a:ext uri="{FF2B5EF4-FFF2-40B4-BE49-F238E27FC236}">
                <a16:creationId xmlns:a16="http://schemas.microsoft.com/office/drawing/2014/main" id="{883DB6C8-E338-4AE2-8673-312D97CD73D1}"/>
              </a:ext>
            </a:extLst>
          </p:cNvPr>
          <p:cNvSpPr>
            <a:spLocks noGrp="1"/>
          </p:cNvSpPr>
          <p:nvPr>
            <p:ph type="title"/>
          </p:nvPr>
        </p:nvSpPr>
        <p:spPr/>
        <p:txBody>
          <a:bodyPr/>
          <a:lstStyle/>
          <a:p>
            <a:r>
              <a:rPr lang="nl-BE" dirty="0"/>
              <a:t>Wanneer is iets RESTFULL?</a:t>
            </a:r>
          </a:p>
        </p:txBody>
      </p:sp>
      <p:sp>
        <p:nvSpPr>
          <p:cNvPr id="6" name="Tijdelijke aanduiding voor datum 5">
            <a:extLst>
              <a:ext uri="{FF2B5EF4-FFF2-40B4-BE49-F238E27FC236}">
                <a16:creationId xmlns:a16="http://schemas.microsoft.com/office/drawing/2014/main" id="{D7E78760-FBF8-4F50-B55D-BEA2AD800BD4}"/>
              </a:ext>
            </a:extLst>
          </p:cNvPr>
          <p:cNvSpPr>
            <a:spLocks noGrp="1"/>
          </p:cNvSpPr>
          <p:nvPr>
            <p:ph type="dt" sz="half" idx="10"/>
          </p:nvPr>
        </p:nvSpPr>
        <p:spPr/>
        <p:txBody>
          <a:bodyPr/>
          <a:lstStyle/>
          <a:p>
            <a:fld id="{529727CD-D882-45BB-B881-276E6D9AB830}" type="datetime1">
              <a:rPr lang="nl-BE" smtClean="0"/>
              <a:t>6/10/2025</a:t>
            </a:fld>
            <a:endParaRPr lang="nl-BE" dirty="0"/>
          </a:p>
        </p:txBody>
      </p:sp>
      <p:sp>
        <p:nvSpPr>
          <p:cNvPr id="7" name="Tijdelijke aanduiding voor voettekst 6">
            <a:extLst>
              <a:ext uri="{FF2B5EF4-FFF2-40B4-BE49-F238E27FC236}">
                <a16:creationId xmlns:a16="http://schemas.microsoft.com/office/drawing/2014/main" id="{FD87912A-FFC5-4C83-B4F2-6ABDC42BAB08}"/>
              </a:ext>
            </a:extLst>
          </p:cNvPr>
          <p:cNvSpPr>
            <a:spLocks noGrp="1"/>
          </p:cNvSpPr>
          <p:nvPr>
            <p:ph type="ftr" sz="quarter" idx="11"/>
          </p:nvPr>
        </p:nvSpPr>
        <p:spPr/>
        <p:txBody>
          <a:bodyPr/>
          <a:lstStyle/>
          <a:p>
            <a:r>
              <a:rPr lang="nl-BE"/>
              <a:t>PRI - Web API</a:t>
            </a:r>
            <a:endParaRPr lang="nl-BE" dirty="0"/>
          </a:p>
        </p:txBody>
      </p:sp>
    </p:spTree>
    <p:extLst>
      <p:ext uri="{BB962C8B-B14F-4D97-AF65-F5344CB8AC3E}">
        <p14:creationId xmlns:p14="http://schemas.microsoft.com/office/powerpoint/2010/main" val="951426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E6B517C3-58F0-4F3E-939A-8D87109CE2B7}"/>
              </a:ext>
            </a:extLst>
          </p:cNvPr>
          <p:cNvSpPr>
            <a:spLocks noGrp="1"/>
          </p:cNvSpPr>
          <p:nvPr>
            <p:ph type="ctrTitle"/>
          </p:nvPr>
        </p:nvSpPr>
        <p:spPr/>
        <p:txBody>
          <a:bodyPr/>
          <a:lstStyle/>
          <a:p>
            <a:r>
              <a:rPr lang="en-US" dirty="0"/>
              <a:t>HTTP methods/verbs</a:t>
            </a:r>
            <a:endParaRPr lang="nl-BE" dirty="0"/>
          </a:p>
        </p:txBody>
      </p:sp>
      <p:sp>
        <p:nvSpPr>
          <p:cNvPr id="8" name="Ondertitel 7">
            <a:extLst>
              <a:ext uri="{FF2B5EF4-FFF2-40B4-BE49-F238E27FC236}">
                <a16:creationId xmlns:a16="http://schemas.microsoft.com/office/drawing/2014/main" id="{23B9A51A-0C09-4C7E-B2BE-FAFDDD34EA93}"/>
              </a:ext>
            </a:extLst>
          </p:cNvPr>
          <p:cNvSpPr>
            <a:spLocks noGrp="1"/>
          </p:cNvSpPr>
          <p:nvPr>
            <p:ph type="subTitle" idx="1"/>
          </p:nvPr>
        </p:nvSpPr>
        <p:spPr/>
        <p:txBody>
          <a:bodyPr/>
          <a:lstStyle/>
          <a:p>
            <a:r>
              <a:rPr lang="nl-BE" dirty="0"/>
              <a:t>Communiceren met een API </a:t>
            </a:r>
          </a:p>
        </p:txBody>
      </p:sp>
    </p:spTree>
    <p:extLst>
      <p:ext uri="{BB962C8B-B14F-4D97-AF65-F5344CB8AC3E}">
        <p14:creationId xmlns:p14="http://schemas.microsoft.com/office/powerpoint/2010/main" val="3604788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jdelijke aanduiding voor tekst 8">
            <a:extLst>
              <a:ext uri="{FF2B5EF4-FFF2-40B4-BE49-F238E27FC236}">
                <a16:creationId xmlns:a16="http://schemas.microsoft.com/office/drawing/2014/main" id="{42BA68FC-77A7-454D-83CF-4492FC2C943F}"/>
              </a:ext>
            </a:extLst>
          </p:cNvPr>
          <p:cNvSpPr>
            <a:spLocks noGrp="1"/>
          </p:cNvSpPr>
          <p:nvPr>
            <p:ph type="body" sz="quarter" idx="17"/>
          </p:nvPr>
        </p:nvSpPr>
        <p:spPr/>
        <p:txBody>
          <a:bodyPr/>
          <a:lstStyle/>
          <a:p>
            <a:pPr marL="571500" indent="-571500">
              <a:buFont typeface="Arial" panose="020B0604020202020204" pitchFamily="34" charset="0"/>
              <a:buChar char="•"/>
            </a:pPr>
            <a:r>
              <a:rPr lang="nl-NL" dirty="0"/>
              <a:t>Aangezien communicatie over HTTP protocol beschikken we over HTTP-methoden:</a:t>
            </a:r>
          </a:p>
          <a:p>
            <a:pPr marL="571500" indent="-571500">
              <a:buFont typeface="Arial" panose="020B0604020202020204" pitchFamily="34" charset="0"/>
              <a:buChar char="•"/>
            </a:pPr>
            <a:endParaRPr lang="nl-BE" dirty="0"/>
          </a:p>
          <a:p>
            <a:pPr marL="571500" indent="-571500">
              <a:buFont typeface="Arial" panose="020B0604020202020204" pitchFamily="34" charset="0"/>
              <a:buChar char="•"/>
            </a:pPr>
            <a:endParaRPr lang="nl-BE" dirty="0"/>
          </a:p>
          <a:p>
            <a:pPr marL="571500" indent="-571500">
              <a:buFont typeface="Arial" panose="020B0604020202020204" pitchFamily="34" charset="0"/>
              <a:buChar char="•"/>
            </a:pPr>
            <a:endParaRPr lang="nl-BE" dirty="0"/>
          </a:p>
          <a:p>
            <a:pPr marL="571500" indent="-571500">
              <a:buFont typeface="Arial" panose="020B0604020202020204" pitchFamily="34" charset="0"/>
              <a:buChar char="•"/>
            </a:pPr>
            <a:endParaRPr lang="nl-BE" dirty="0"/>
          </a:p>
          <a:p>
            <a:pPr marL="571500" indent="-571500">
              <a:buFont typeface="Arial" panose="020B0604020202020204" pitchFamily="34" charset="0"/>
              <a:buChar char="•"/>
            </a:pPr>
            <a:endParaRPr lang="nl-BE" dirty="0"/>
          </a:p>
          <a:p>
            <a:pPr marL="571500" indent="-571500">
              <a:buFont typeface="Arial" panose="020B0604020202020204" pitchFamily="34" charset="0"/>
              <a:buChar char="•"/>
            </a:pPr>
            <a:endParaRPr lang="nl-BE" dirty="0"/>
          </a:p>
          <a:p>
            <a:pPr marL="571500" indent="-571500">
              <a:buFont typeface="Arial" panose="020B0604020202020204" pitchFamily="34" charset="0"/>
              <a:buChar char="•"/>
            </a:pPr>
            <a:endParaRPr lang="nl-BE" dirty="0"/>
          </a:p>
          <a:p>
            <a:pPr marL="571500" indent="-571500">
              <a:buFont typeface="Arial" panose="020B0604020202020204" pitchFamily="34" charset="0"/>
              <a:buChar char="•"/>
            </a:pPr>
            <a:endParaRPr lang="nl-BE" dirty="0"/>
          </a:p>
          <a:p>
            <a:pPr marL="571500" indent="-571500">
              <a:buFont typeface="Arial" panose="020B0604020202020204" pitchFamily="34" charset="0"/>
              <a:buChar char="•"/>
            </a:pPr>
            <a:r>
              <a:rPr lang="nl-NL" b="1" dirty="0">
                <a:solidFill>
                  <a:schemeClr val="accent1"/>
                </a:solidFill>
              </a:rPr>
              <a:t>CRUD acties die dus vertaald worden naar HTTP </a:t>
            </a:r>
            <a:r>
              <a:rPr lang="nl-NL" b="1" dirty="0" err="1">
                <a:solidFill>
                  <a:schemeClr val="accent1"/>
                </a:solidFill>
              </a:rPr>
              <a:t>methods</a:t>
            </a:r>
            <a:endParaRPr lang="nl-NL" b="1" dirty="0">
              <a:solidFill>
                <a:schemeClr val="accent1"/>
              </a:solidFill>
            </a:endParaRPr>
          </a:p>
          <a:p>
            <a:pPr marL="571500" indent="-571500">
              <a:buFont typeface="Arial" panose="020B0604020202020204" pitchFamily="34" charset="0"/>
              <a:buChar char="•"/>
            </a:pPr>
            <a:endParaRPr lang="nl-BE" dirty="0"/>
          </a:p>
        </p:txBody>
      </p:sp>
      <p:sp>
        <p:nvSpPr>
          <p:cNvPr id="3" name="Tijdelijke aanduiding voor dianummer 2">
            <a:extLst>
              <a:ext uri="{FF2B5EF4-FFF2-40B4-BE49-F238E27FC236}">
                <a16:creationId xmlns:a16="http://schemas.microsoft.com/office/drawing/2014/main" id="{9AAD835B-7940-44F7-B992-283A6C51CCE2}"/>
              </a:ext>
            </a:extLst>
          </p:cNvPr>
          <p:cNvSpPr>
            <a:spLocks noGrp="1"/>
          </p:cNvSpPr>
          <p:nvPr>
            <p:ph type="sldNum" sz="quarter" idx="12"/>
          </p:nvPr>
        </p:nvSpPr>
        <p:spPr/>
        <p:txBody>
          <a:bodyPr/>
          <a:lstStyle/>
          <a:p>
            <a:fld id="{B7527A74-2D87-4307-9531-5A57D9647EEB}" type="slidenum">
              <a:rPr lang="nl-BE" smtClean="0"/>
              <a:pPr/>
              <a:t>17</a:t>
            </a:fld>
            <a:endParaRPr lang="nl-BE"/>
          </a:p>
        </p:txBody>
      </p:sp>
      <p:sp>
        <p:nvSpPr>
          <p:cNvPr id="4" name="Titel 3">
            <a:extLst>
              <a:ext uri="{FF2B5EF4-FFF2-40B4-BE49-F238E27FC236}">
                <a16:creationId xmlns:a16="http://schemas.microsoft.com/office/drawing/2014/main" id="{883DB6C8-E338-4AE2-8673-312D97CD73D1}"/>
              </a:ext>
            </a:extLst>
          </p:cNvPr>
          <p:cNvSpPr>
            <a:spLocks noGrp="1"/>
          </p:cNvSpPr>
          <p:nvPr>
            <p:ph type="title"/>
          </p:nvPr>
        </p:nvSpPr>
        <p:spPr/>
        <p:txBody>
          <a:bodyPr/>
          <a:lstStyle/>
          <a:p>
            <a:r>
              <a:rPr lang="nl-BE" dirty="0"/>
              <a:t>HTTP </a:t>
            </a:r>
            <a:r>
              <a:rPr lang="nl-BE" dirty="0" err="1"/>
              <a:t>verbs</a:t>
            </a:r>
            <a:r>
              <a:rPr lang="nl-BE" dirty="0"/>
              <a:t> (of </a:t>
            </a:r>
            <a:r>
              <a:rPr lang="nl-BE" dirty="0" err="1"/>
              <a:t>methods</a:t>
            </a:r>
            <a:r>
              <a:rPr lang="nl-BE" dirty="0"/>
              <a:t>)</a:t>
            </a:r>
          </a:p>
        </p:txBody>
      </p:sp>
      <p:sp>
        <p:nvSpPr>
          <p:cNvPr id="6" name="Tijdelijke aanduiding voor datum 5">
            <a:extLst>
              <a:ext uri="{FF2B5EF4-FFF2-40B4-BE49-F238E27FC236}">
                <a16:creationId xmlns:a16="http://schemas.microsoft.com/office/drawing/2014/main" id="{D7E78760-FBF8-4F50-B55D-BEA2AD800BD4}"/>
              </a:ext>
            </a:extLst>
          </p:cNvPr>
          <p:cNvSpPr>
            <a:spLocks noGrp="1"/>
          </p:cNvSpPr>
          <p:nvPr>
            <p:ph type="dt" sz="half" idx="10"/>
          </p:nvPr>
        </p:nvSpPr>
        <p:spPr/>
        <p:txBody>
          <a:bodyPr/>
          <a:lstStyle/>
          <a:p>
            <a:fld id="{529727CD-D882-45BB-B881-276E6D9AB830}" type="datetime1">
              <a:rPr lang="nl-BE" smtClean="0"/>
              <a:t>6/10/2025</a:t>
            </a:fld>
            <a:endParaRPr lang="nl-BE" dirty="0"/>
          </a:p>
        </p:txBody>
      </p:sp>
      <p:sp>
        <p:nvSpPr>
          <p:cNvPr id="7" name="Tijdelijke aanduiding voor voettekst 6">
            <a:extLst>
              <a:ext uri="{FF2B5EF4-FFF2-40B4-BE49-F238E27FC236}">
                <a16:creationId xmlns:a16="http://schemas.microsoft.com/office/drawing/2014/main" id="{FD87912A-FFC5-4C83-B4F2-6ABDC42BAB08}"/>
              </a:ext>
            </a:extLst>
          </p:cNvPr>
          <p:cNvSpPr>
            <a:spLocks noGrp="1"/>
          </p:cNvSpPr>
          <p:nvPr>
            <p:ph type="ftr" sz="quarter" idx="11"/>
          </p:nvPr>
        </p:nvSpPr>
        <p:spPr/>
        <p:txBody>
          <a:bodyPr/>
          <a:lstStyle/>
          <a:p>
            <a:r>
              <a:rPr lang="nl-BE"/>
              <a:t>PRI - Web API</a:t>
            </a:r>
            <a:endParaRPr lang="nl-BE" dirty="0"/>
          </a:p>
        </p:txBody>
      </p:sp>
      <p:graphicFrame>
        <p:nvGraphicFramePr>
          <p:cNvPr id="2" name="Tabel 1">
            <a:extLst>
              <a:ext uri="{FF2B5EF4-FFF2-40B4-BE49-F238E27FC236}">
                <a16:creationId xmlns:a16="http://schemas.microsoft.com/office/drawing/2014/main" id="{4FCBAB93-A1A7-4291-A444-37D98978CF8E}"/>
              </a:ext>
            </a:extLst>
          </p:cNvPr>
          <p:cNvGraphicFramePr>
            <a:graphicFrameLocks noGrp="1"/>
          </p:cNvGraphicFramePr>
          <p:nvPr>
            <p:extLst>
              <p:ext uri="{D42A27DB-BD31-4B8C-83A1-F6EECF244321}">
                <p14:modId xmlns:p14="http://schemas.microsoft.com/office/powerpoint/2010/main" val="2989939983"/>
              </p:ext>
            </p:extLst>
          </p:nvPr>
        </p:nvGraphicFramePr>
        <p:xfrm>
          <a:off x="2536529" y="3004458"/>
          <a:ext cx="12006786" cy="5268769"/>
        </p:xfrm>
        <a:graphic>
          <a:graphicData uri="http://schemas.openxmlformats.org/drawingml/2006/table">
            <a:tbl>
              <a:tblPr firstRow="1" firstCol="1" bandRow="1">
                <a:tableStyleId>{00A15C55-8517-42AA-B614-E9B94910E393}</a:tableStyleId>
              </a:tblPr>
              <a:tblGrid>
                <a:gridCol w="4002262">
                  <a:extLst>
                    <a:ext uri="{9D8B030D-6E8A-4147-A177-3AD203B41FA5}">
                      <a16:colId xmlns:a16="http://schemas.microsoft.com/office/drawing/2014/main" val="156505012"/>
                    </a:ext>
                  </a:extLst>
                </a:gridCol>
                <a:gridCol w="4002262">
                  <a:extLst>
                    <a:ext uri="{9D8B030D-6E8A-4147-A177-3AD203B41FA5}">
                      <a16:colId xmlns:a16="http://schemas.microsoft.com/office/drawing/2014/main" val="1229295182"/>
                    </a:ext>
                  </a:extLst>
                </a:gridCol>
                <a:gridCol w="4002262">
                  <a:extLst>
                    <a:ext uri="{9D8B030D-6E8A-4147-A177-3AD203B41FA5}">
                      <a16:colId xmlns:a16="http://schemas.microsoft.com/office/drawing/2014/main" val="390522717"/>
                    </a:ext>
                  </a:extLst>
                </a:gridCol>
              </a:tblGrid>
              <a:tr h="420847">
                <a:tc>
                  <a:txBody>
                    <a:bodyPr/>
                    <a:lstStyle/>
                    <a:p>
                      <a:pPr algn="ctr">
                        <a:lnSpc>
                          <a:spcPct val="107000"/>
                        </a:lnSpc>
                        <a:spcBef>
                          <a:spcPts val="600"/>
                        </a:spcBef>
                        <a:spcAft>
                          <a:spcPts val="600"/>
                        </a:spcAft>
                      </a:pPr>
                      <a:r>
                        <a:rPr lang="nl-BE" sz="2600" dirty="0" err="1">
                          <a:effectLst/>
                        </a:rPr>
                        <a:t>HttpMethod</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60605" marR="160605" marT="0" marB="0"/>
                </a:tc>
                <a:tc>
                  <a:txBody>
                    <a:bodyPr/>
                    <a:lstStyle/>
                    <a:p>
                      <a:pPr algn="ctr">
                        <a:lnSpc>
                          <a:spcPct val="107000"/>
                        </a:lnSpc>
                        <a:spcBef>
                          <a:spcPts val="600"/>
                        </a:spcBef>
                        <a:spcAft>
                          <a:spcPts val="600"/>
                        </a:spcAft>
                      </a:pPr>
                      <a:r>
                        <a:rPr lang="nl-BE" sz="2600">
                          <a:effectLst/>
                        </a:rPr>
                        <a:t>Actie</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60605" marR="160605" marT="0" marB="0"/>
                </a:tc>
                <a:tc>
                  <a:txBody>
                    <a:bodyPr/>
                    <a:lstStyle/>
                    <a:p>
                      <a:pPr algn="ctr">
                        <a:lnSpc>
                          <a:spcPct val="107000"/>
                        </a:lnSpc>
                        <a:spcBef>
                          <a:spcPts val="600"/>
                        </a:spcBef>
                        <a:spcAft>
                          <a:spcPts val="600"/>
                        </a:spcAft>
                      </a:pPr>
                      <a:r>
                        <a:rPr lang="nl-BE" sz="2600">
                          <a:effectLst/>
                        </a:rPr>
                        <a:t>Omschrijving</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60605" marR="160605" marT="0" marB="0"/>
                </a:tc>
                <a:extLst>
                  <a:ext uri="{0D108BD9-81ED-4DB2-BD59-A6C34878D82A}">
                    <a16:rowId xmlns:a16="http://schemas.microsoft.com/office/drawing/2014/main" val="4144440770"/>
                  </a:ext>
                </a:extLst>
              </a:tr>
              <a:tr h="1488579">
                <a:tc>
                  <a:txBody>
                    <a:bodyPr/>
                    <a:lstStyle/>
                    <a:p>
                      <a:pPr>
                        <a:lnSpc>
                          <a:spcPct val="107000"/>
                        </a:lnSpc>
                        <a:spcBef>
                          <a:spcPts val="600"/>
                        </a:spcBef>
                        <a:spcAft>
                          <a:spcPts val="600"/>
                        </a:spcAft>
                      </a:pPr>
                      <a:r>
                        <a:rPr lang="nl-BE" sz="2600" dirty="0">
                          <a:effectLst/>
                        </a:rPr>
                        <a:t>GET</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60605" marR="160605" marT="0" marB="0"/>
                </a:tc>
                <a:tc>
                  <a:txBody>
                    <a:bodyPr/>
                    <a:lstStyle/>
                    <a:p>
                      <a:pPr>
                        <a:lnSpc>
                          <a:spcPct val="107000"/>
                        </a:lnSpc>
                        <a:spcBef>
                          <a:spcPts val="600"/>
                        </a:spcBef>
                        <a:spcAft>
                          <a:spcPts val="600"/>
                        </a:spcAft>
                      </a:pPr>
                      <a:r>
                        <a:rPr lang="nl-BE" sz="2600">
                          <a:effectLst/>
                        </a:rPr>
                        <a:t>R(ead)</a:t>
                      </a:r>
                      <a:br>
                        <a:rPr lang="nl-BE" sz="2600">
                          <a:effectLst/>
                        </a:rPr>
                      </a:br>
                      <a:r>
                        <a:rPr lang="nl-BE" sz="2600">
                          <a:effectLst/>
                        </a:rPr>
                        <a:t>R(etrieve)</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60605" marR="160605" marT="0" marB="0"/>
                </a:tc>
                <a:tc>
                  <a:txBody>
                    <a:bodyPr/>
                    <a:lstStyle/>
                    <a:p>
                      <a:pPr>
                        <a:lnSpc>
                          <a:spcPct val="107000"/>
                        </a:lnSpc>
                        <a:spcBef>
                          <a:spcPts val="600"/>
                        </a:spcBef>
                        <a:spcAft>
                          <a:spcPts val="600"/>
                        </a:spcAft>
                      </a:pPr>
                      <a:r>
                        <a:rPr lang="nl-BE" sz="2600">
                          <a:effectLst/>
                        </a:rPr>
                        <a:t>Data opvragen van de databron</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60605" marR="160605" marT="0" marB="0"/>
                </a:tc>
                <a:extLst>
                  <a:ext uri="{0D108BD9-81ED-4DB2-BD59-A6C34878D82A}">
                    <a16:rowId xmlns:a16="http://schemas.microsoft.com/office/drawing/2014/main" val="3046312202"/>
                  </a:ext>
                </a:extLst>
              </a:tr>
              <a:tr h="1119781">
                <a:tc>
                  <a:txBody>
                    <a:bodyPr/>
                    <a:lstStyle/>
                    <a:p>
                      <a:pPr>
                        <a:lnSpc>
                          <a:spcPct val="107000"/>
                        </a:lnSpc>
                        <a:spcBef>
                          <a:spcPts val="600"/>
                        </a:spcBef>
                        <a:spcAft>
                          <a:spcPts val="600"/>
                        </a:spcAft>
                      </a:pPr>
                      <a:r>
                        <a:rPr lang="nl-BE" sz="2600" dirty="0">
                          <a:effectLst/>
                        </a:rPr>
                        <a:t>POST</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60605" marR="160605" marT="0" marB="0"/>
                </a:tc>
                <a:tc>
                  <a:txBody>
                    <a:bodyPr/>
                    <a:lstStyle/>
                    <a:p>
                      <a:pPr>
                        <a:lnSpc>
                          <a:spcPct val="107000"/>
                        </a:lnSpc>
                        <a:spcBef>
                          <a:spcPts val="600"/>
                        </a:spcBef>
                        <a:spcAft>
                          <a:spcPts val="600"/>
                        </a:spcAft>
                      </a:pPr>
                      <a:r>
                        <a:rPr lang="nl-BE" sz="2600" dirty="0">
                          <a:effectLst/>
                        </a:rPr>
                        <a:t>C(</a:t>
                      </a:r>
                      <a:r>
                        <a:rPr lang="nl-BE" sz="2600" dirty="0" err="1">
                          <a:effectLst/>
                        </a:rPr>
                        <a:t>reate</a:t>
                      </a:r>
                      <a:r>
                        <a:rPr lang="nl-BE" sz="2600" dirty="0">
                          <a:effectLst/>
                        </a:rPr>
                        <a:t>)</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60605" marR="160605" marT="0" marB="0"/>
                </a:tc>
                <a:tc>
                  <a:txBody>
                    <a:bodyPr/>
                    <a:lstStyle/>
                    <a:p>
                      <a:pPr>
                        <a:lnSpc>
                          <a:spcPct val="107000"/>
                        </a:lnSpc>
                        <a:spcBef>
                          <a:spcPts val="600"/>
                        </a:spcBef>
                        <a:spcAft>
                          <a:spcPts val="600"/>
                        </a:spcAft>
                      </a:pPr>
                      <a:r>
                        <a:rPr lang="nl-BE" sz="2600" dirty="0">
                          <a:effectLst/>
                        </a:rPr>
                        <a:t>Data toevoegen</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60605" marR="160605" marT="0" marB="0"/>
                </a:tc>
                <a:extLst>
                  <a:ext uri="{0D108BD9-81ED-4DB2-BD59-A6C34878D82A}">
                    <a16:rowId xmlns:a16="http://schemas.microsoft.com/office/drawing/2014/main" val="2311792314"/>
                  </a:ext>
                </a:extLst>
              </a:tr>
              <a:tr h="1119781">
                <a:tc>
                  <a:txBody>
                    <a:bodyPr/>
                    <a:lstStyle/>
                    <a:p>
                      <a:pPr>
                        <a:lnSpc>
                          <a:spcPct val="107000"/>
                        </a:lnSpc>
                        <a:spcBef>
                          <a:spcPts val="600"/>
                        </a:spcBef>
                        <a:spcAft>
                          <a:spcPts val="600"/>
                        </a:spcAft>
                      </a:pPr>
                      <a:r>
                        <a:rPr lang="nl-BE" sz="2600">
                          <a:effectLst/>
                        </a:rPr>
                        <a:t>PUT</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60605" marR="160605" marT="0" marB="0"/>
                </a:tc>
                <a:tc>
                  <a:txBody>
                    <a:bodyPr/>
                    <a:lstStyle/>
                    <a:p>
                      <a:pPr>
                        <a:lnSpc>
                          <a:spcPct val="107000"/>
                        </a:lnSpc>
                        <a:spcBef>
                          <a:spcPts val="600"/>
                        </a:spcBef>
                        <a:spcAft>
                          <a:spcPts val="600"/>
                        </a:spcAft>
                      </a:pPr>
                      <a:r>
                        <a:rPr lang="nl-BE" sz="2600">
                          <a:effectLst/>
                        </a:rPr>
                        <a:t>U(pdate)</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60605" marR="160605" marT="0" marB="0"/>
                </a:tc>
                <a:tc>
                  <a:txBody>
                    <a:bodyPr/>
                    <a:lstStyle/>
                    <a:p>
                      <a:pPr>
                        <a:lnSpc>
                          <a:spcPct val="107000"/>
                        </a:lnSpc>
                        <a:spcBef>
                          <a:spcPts val="600"/>
                        </a:spcBef>
                        <a:spcAft>
                          <a:spcPts val="600"/>
                        </a:spcAft>
                      </a:pPr>
                      <a:r>
                        <a:rPr lang="nl-BE" sz="2600">
                          <a:effectLst/>
                        </a:rPr>
                        <a:t>Data editeren / toevoegen / andere verwerkingen</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60605" marR="160605" marT="0" marB="0"/>
                </a:tc>
                <a:extLst>
                  <a:ext uri="{0D108BD9-81ED-4DB2-BD59-A6C34878D82A}">
                    <a16:rowId xmlns:a16="http://schemas.microsoft.com/office/drawing/2014/main" val="1979191276"/>
                  </a:ext>
                </a:extLst>
              </a:tr>
              <a:tr h="1119781">
                <a:tc>
                  <a:txBody>
                    <a:bodyPr/>
                    <a:lstStyle/>
                    <a:p>
                      <a:pPr>
                        <a:lnSpc>
                          <a:spcPct val="107000"/>
                        </a:lnSpc>
                        <a:spcBef>
                          <a:spcPts val="600"/>
                        </a:spcBef>
                        <a:spcAft>
                          <a:spcPts val="600"/>
                        </a:spcAft>
                      </a:pPr>
                      <a:r>
                        <a:rPr lang="nl-BE" sz="2600">
                          <a:effectLst/>
                        </a:rPr>
                        <a:t>DELETE</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60605" marR="160605" marT="0" marB="0"/>
                </a:tc>
                <a:tc>
                  <a:txBody>
                    <a:bodyPr/>
                    <a:lstStyle/>
                    <a:p>
                      <a:pPr>
                        <a:lnSpc>
                          <a:spcPct val="107000"/>
                        </a:lnSpc>
                        <a:spcBef>
                          <a:spcPts val="600"/>
                        </a:spcBef>
                        <a:spcAft>
                          <a:spcPts val="600"/>
                        </a:spcAft>
                      </a:pPr>
                      <a:r>
                        <a:rPr lang="nl-BE" sz="2600">
                          <a:effectLst/>
                        </a:rPr>
                        <a:t>D(elete)</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60605" marR="160605" marT="0" marB="0"/>
                </a:tc>
                <a:tc>
                  <a:txBody>
                    <a:bodyPr/>
                    <a:lstStyle/>
                    <a:p>
                      <a:pPr>
                        <a:lnSpc>
                          <a:spcPct val="107000"/>
                        </a:lnSpc>
                        <a:spcBef>
                          <a:spcPts val="600"/>
                        </a:spcBef>
                        <a:spcAft>
                          <a:spcPts val="600"/>
                        </a:spcAft>
                      </a:pPr>
                      <a:r>
                        <a:rPr lang="nl-BE" sz="2600" dirty="0">
                          <a:effectLst/>
                        </a:rPr>
                        <a:t>Data verwijderen</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60605" marR="160605" marT="0" marB="0"/>
                </a:tc>
                <a:extLst>
                  <a:ext uri="{0D108BD9-81ED-4DB2-BD59-A6C34878D82A}">
                    <a16:rowId xmlns:a16="http://schemas.microsoft.com/office/drawing/2014/main" val="2189585001"/>
                  </a:ext>
                </a:extLst>
              </a:tr>
            </a:tbl>
          </a:graphicData>
        </a:graphic>
      </p:graphicFrame>
    </p:spTree>
    <p:extLst>
      <p:ext uri="{BB962C8B-B14F-4D97-AF65-F5344CB8AC3E}">
        <p14:creationId xmlns:p14="http://schemas.microsoft.com/office/powerpoint/2010/main" val="3060570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5" presetClass="entr" presetSubtype="0" fill="hold" grpId="0" nodeType="clickEffect">
                                  <p:stCondLst>
                                    <p:cond delay="0"/>
                                  </p:stCondLst>
                                  <p:childTnLst>
                                    <p:set>
                                      <p:cBhvr>
                                        <p:cTn id="14" dur="1" fill="hold">
                                          <p:stCondLst>
                                            <p:cond delay="0"/>
                                          </p:stCondLst>
                                        </p:cTn>
                                        <p:tgtEl>
                                          <p:spTgt spid="9">
                                            <p:txEl>
                                              <p:pRg st="9" end="9"/>
                                            </p:txEl>
                                          </p:spTgt>
                                        </p:tgtEl>
                                        <p:attrNameLst>
                                          <p:attrName>style.visibility</p:attrName>
                                        </p:attrNameLst>
                                      </p:cBhvr>
                                      <p:to>
                                        <p:strVal val="visible"/>
                                      </p:to>
                                    </p:set>
                                    <p:animEffect transition="in" filter="fade">
                                      <p:cBhvr>
                                        <p:cTn id="15" dur="2000"/>
                                        <p:tgtEl>
                                          <p:spTgt spid="9">
                                            <p:txEl>
                                              <p:pRg st="9" end="9"/>
                                            </p:txEl>
                                          </p:spTgt>
                                        </p:tgtEl>
                                      </p:cBhvr>
                                    </p:animEffect>
                                    <p:anim calcmode="lin" valueType="num">
                                      <p:cBhvr>
                                        <p:cTn id="16" dur="2000" fill="hold"/>
                                        <p:tgtEl>
                                          <p:spTgt spid="9">
                                            <p:txEl>
                                              <p:pRg st="9" end="9"/>
                                            </p:txEl>
                                          </p:spTgt>
                                        </p:tgtEl>
                                        <p:attrNameLst>
                                          <p:attrName>ppt_w</p:attrName>
                                        </p:attrNameLst>
                                      </p:cBhvr>
                                      <p:tavLst>
                                        <p:tav tm="0" fmla="#ppt_w*sin(2.5*pi*$)">
                                          <p:val>
                                            <p:fltVal val="0"/>
                                          </p:val>
                                        </p:tav>
                                        <p:tav tm="100000">
                                          <p:val>
                                            <p:fltVal val="1"/>
                                          </p:val>
                                        </p:tav>
                                      </p:tavLst>
                                    </p:anim>
                                    <p:anim calcmode="lin" valueType="num">
                                      <p:cBhvr>
                                        <p:cTn id="17" dur="2000" fill="hold"/>
                                        <p:tgtEl>
                                          <p:spTgt spid="9">
                                            <p:txEl>
                                              <p:pRg st="9" end="9"/>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E6B517C3-58F0-4F3E-939A-8D87109CE2B7}"/>
              </a:ext>
            </a:extLst>
          </p:cNvPr>
          <p:cNvSpPr>
            <a:spLocks noGrp="1"/>
          </p:cNvSpPr>
          <p:nvPr>
            <p:ph type="ctrTitle"/>
          </p:nvPr>
        </p:nvSpPr>
        <p:spPr/>
        <p:txBody>
          <a:bodyPr/>
          <a:lstStyle/>
          <a:p>
            <a:r>
              <a:rPr lang="en-US" dirty="0"/>
              <a:t>API ENDPOINTS</a:t>
            </a:r>
            <a:endParaRPr lang="nl-BE" dirty="0"/>
          </a:p>
        </p:txBody>
      </p:sp>
      <p:sp>
        <p:nvSpPr>
          <p:cNvPr id="8" name="Ondertitel 7">
            <a:extLst>
              <a:ext uri="{FF2B5EF4-FFF2-40B4-BE49-F238E27FC236}">
                <a16:creationId xmlns:a16="http://schemas.microsoft.com/office/drawing/2014/main" id="{23B9A51A-0C09-4C7E-B2BE-FAFDDD34EA93}"/>
              </a:ext>
            </a:extLst>
          </p:cNvPr>
          <p:cNvSpPr>
            <a:spLocks noGrp="1"/>
          </p:cNvSpPr>
          <p:nvPr>
            <p:ph type="subTitle" idx="1"/>
          </p:nvPr>
        </p:nvSpPr>
        <p:spPr/>
        <p:txBody>
          <a:bodyPr/>
          <a:lstStyle/>
          <a:p>
            <a:r>
              <a:rPr lang="nl-BE" dirty="0"/>
              <a:t>Communiceren met een API </a:t>
            </a:r>
          </a:p>
        </p:txBody>
      </p:sp>
    </p:spTree>
    <p:extLst>
      <p:ext uri="{BB962C8B-B14F-4D97-AF65-F5344CB8AC3E}">
        <p14:creationId xmlns:p14="http://schemas.microsoft.com/office/powerpoint/2010/main" val="2711328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jdelijke aanduiding voor tekst 8">
            <a:extLst>
              <a:ext uri="{FF2B5EF4-FFF2-40B4-BE49-F238E27FC236}">
                <a16:creationId xmlns:a16="http://schemas.microsoft.com/office/drawing/2014/main" id="{42BA68FC-77A7-454D-83CF-4492FC2C943F}"/>
              </a:ext>
            </a:extLst>
          </p:cNvPr>
          <p:cNvSpPr>
            <a:spLocks noGrp="1"/>
          </p:cNvSpPr>
          <p:nvPr>
            <p:ph type="body" sz="quarter" idx="17"/>
          </p:nvPr>
        </p:nvSpPr>
        <p:spPr/>
        <p:txBody>
          <a:bodyPr/>
          <a:lstStyle/>
          <a:p>
            <a:pPr marL="571500" indent="-571500">
              <a:buFont typeface="Arial" panose="020B0604020202020204" pitchFamily="34" charset="0"/>
              <a:buChar char="•"/>
            </a:pPr>
            <a:r>
              <a:rPr lang="nl-NL" dirty="0"/>
              <a:t>Is de </a:t>
            </a:r>
            <a:r>
              <a:rPr lang="nl-NL" b="1" dirty="0">
                <a:solidFill>
                  <a:schemeClr val="accent1"/>
                </a:solidFill>
              </a:rPr>
              <a:t>URL van de API </a:t>
            </a:r>
            <a:r>
              <a:rPr lang="nl-NL" dirty="0"/>
              <a:t>waarmee data op te vragen is.</a:t>
            </a:r>
          </a:p>
          <a:p>
            <a:pPr marL="571500" indent="-571500">
              <a:buFont typeface="Arial" panose="020B0604020202020204" pitchFamily="34" charset="0"/>
              <a:buChar char="•"/>
            </a:pPr>
            <a:r>
              <a:rPr lang="nl-NL" dirty="0"/>
              <a:t>Volgens REST opgebouwd (</a:t>
            </a:r>
            <a:r>
              <a:rPr lang="nl-NL" b="1" dirty="0">
                <a:solidFill>
                  <a:schemeClr val="accent1"/>
                </a:solidFill>
              </a:rPr>
              <a:t>éénduidig</a:t>
            </a:r>
            <a:r>
              <a:rPr lang="nl-NL" dirty="0"/>
              <a:t>)</a:t>
            </a:r>
          </a:p>
          <a:p>
            <a:pPr marL="571500" indent="-571500">
              <a:buFont typeface="Arial" panose="020B0604020202020204" pitchFamily="34" charset="0"/>
              <a:buChar char="•"/>
            </a:pPr>
            <a:r>
              <a:rPr lang="nl-NL" dirty="0"/>
              <a:t>Een endpoint kan meerdere keer voorkomen </a:t>
            </a:r>
            <a:r>
              <a:rPr lang="nl-NL" b="1" u="sng" dirty="0">
                <a:solidFill>
                  <a:schemeClr val="accent1"/>
                </a:solidFill>
              </a:rPr>
              <a:t>maar de HTTP </a:t>
            </a:r>
            <a:r>
              <a:rPr lang="nl-NL" b="1" u="sng" dirty="0" err="1">
                <a:solidFill>
                  <a:schemeClr val="accent1"/>
                </a:solidFill>
              </a:rPr>
              <a:t>method</a:t>
            </a:r>
            <a:r>
              <a:rPr lang="nl-NL" b="1" u="sng" dirty="0">
                <a:solidFill>
                  <a:schemeClr val="accent1"/>
                </a:solidFill>
              </a:rPr>
              <a:t> verschilt!</a:t>
            </a:r>
          </a:p>
          <a:p>
            <a:pPr marL="571500" indent="-571500">
              <a:buFont typeface="Arial" panose="020B0604020202020204" pitchFamily="34" charset="0"/>
              <a:buChar char="•"/>
            </a:pPr>
            <a:r>
              <a:rPr lang="nl-NL" dirty="0"/>
              <a:t>API endpoint is meestal te herkennen in de URL:</a:t>
            </a:r>
          </a:p>
          <a:p>
            <a:pPr marL="1257300" lvl="1" indent="-571500">
              <a:buFont typeface="Arial" panose="020B0604020202020204" pitchFamily="34" charset="0"/>
              <a:buChar char="•"/>
            </a:pPr>
            <a:r>
              <a:rPr lang="nl-NL" dirty="0">
                <a:solidFill>
                  <a:srgbClr val="44C8F5"/>
                </a:solidFill>
                <a:hlinkClick r:id="rId2">
                  <a:extLst>
                    <a:ext uri="{A12FA001-AC4F-418D-AE19-62706E023703}">
                      <ahyp:hlinkClr xmlns:ahyp="http://schemas.microsoft.com/office/drawing/2018/hyperlinkcolor" val="tx"/>
                    </a:ext>
                  </a:extLst>
                </a:hlinkClick>
              </a:rPr>
              <a:t>https://www.mijnshop.be/</a:t>
            </a:r>
            <a:r>
              <a:rPr lang="nl-NL" b="1" dirty="0">
                <a:solidFill>
                  <a:schemeClr val="accent1"/>
                </a:solidFill>
                <a:hlinkClick r:id="rId2">
                  <a:extLst>
                    <a:ext uri="{A12FA001-AC4F-418D-AE19-62706E023703}">
                      <ahyp:hlinkClr xmlns:ahyp="http://schemas.microsoft.com/office/drawing/2018/hyperlinkcolor" val="tx"/>
                    </a:ext>
                  </a:extLst>
                </a:hlinkClick>
              </a:rPr>
              <a:t>api/</a:t>
            </a:r>
            <a:endParaRPr lang="nl-NL" b="1" dirty="0">
              <a:solidFill>
                <a:schemeClr val="accent1"/>
              </a:solidFill>
            </a:endParaRPr>
          </a:p>
          <a:p>
            <a:pPr marL="1257300" lvl="1" indent="-571500">
              <a:buFont typeface="Arial" panose="020B0604020202020204" pitchFamily="34" charset="0"/>
              <a:buChar char="•"/>
            </a:pPr>
            <a:r>
              <a:rPr lang="nl-NL" dirty="0">
                <a:solidFill>
                  <a:srgbClr val="44C8F5"/>
                </a:solidFill>
                <a:hlinkClick r:id="rId3">
                  <a:extLst>
                    <a:ext uri="{A12FA001-AC4F-418D-AE19-62706E023703}">
                      <ahyp:hlinkClr xmlns:ahyp="http://schemas.microsoft.com/office/drawing/2018/hyperlinkcolor" val="tx"/>
                    </a:ext>
                  </a:extLst>
                </a:hlinkClick>
              </a:rPr>
              <a:t>https://</a:t>
            </a:r>
            <a:r>
              <a:rPr lang="nl-NL" b="1" dirty="0">
                <a:solidFill>
                  <a:schemeClr val="accent1"/>
                </a:solidFill>
                <a:hlinkClick r:id="rId3">
                  <a:extLst>
                    <a:ext uri="{A12FA001-AC4F-418D-AE19-62706E023703}">
                      <ahyp:hlinkClr xmlns:ahyp="http://schemas.microsoft.com/office/drawing/2018/hyperlinkcolor" val="tx"/>
                    </a:ext>
                  </a:extLst>
                </a:hlinkClick>
              </a:rPr>
              <a:t>api</a:t>
            </a:r>
            <a:r>
              <a:rPr lang="nl-NL" dirty="0">
                <a:solidFill>
                  <a:srgbClr val="44C8F5"/>
                </a:solidFill>
                <a:hlinkClick r:id="rId3">
                  <a:extLst>
                    <a:ext uri="{A12FA001-AC4F-418D-AE19-62706E023703}">
                      <ahyp:hlinkClr xmlns:ahyp="http://schemas.microsoft.com/office/drawing/2018/hyperlinkcolor" val="tx"/>
                    </a:ext>
                  </a:extLst>
                </a:hlinkClick>
              </a:rPr>
              <a:t>.mijnshop.be/</a:t>
            </a:r>
            <a:r>
              <a:rPr lang="nl-NL" dirty="0"/>
              <a:t> </a:t>
            </a:r>
          </a:p>
          <a:p>
            <a:pPr marL="1257300" lvl="1" indent="-571500">
              <a:buFont typeface="Arial" panose="020B0604020202020204" pitchFamily="34" charset="0"/>
              <a:buChar char="•"/>
            </a:pPr>
            <a:r>
              <a:rPr lang="nl-NL" dirty="0"/>
              <a:t>Beiden zijn goed, is gewoon een kwestie van voorkeur</a:t>
            </a:r>
          </a:p>
          <a:p>
            <a:pPr marL="1257300" lvl="1" indent="-571500">
              <a:buFont typeface="Arial" panose="020B0604020202020204" pitchFamily="34" charset="0"/>
              <a:buChar char="•"/>
            </a:pPr>
            <a:r>
              <a:rPr lang="nl-NL" dirty="0"/>
              <a:t>Wij gebruiken in de cursus </a:t>
            </a:r>
            <a:r>
              <a:rPr lang="nl-NL" dirty="0">
                <a:solidFill>
                  <a:srgbClr val="44C8F5"/>
                </a:solidFill>
                <a:hlinkClick r:id="rId4">
                  <a:extLst>
                    <a:ext uri="{A12FA001-AC4F-418D-AE19-62706E023703}">
                      <ahyp:hlinkClr xmlns:ahyp="http://schemas.microsoft.com/office/drawing/2018/hyperlinkcolor" val="tx"/>
                    </a:ext>
                  </a:extLst>
                </a:hlinkClick>
              </a:rPr>
              <a:t>https://www.onze-url.be/</a:t>
            </a:r>
            <a:r>
              <a:rPr lang="nl-NL" dirty="0">
                <a:solidFill>
                  <a:schemeClr val="accent1"/>
                </a:solidFill>
                <a:hlinkClick r:id="rId4">
                  <a:extLst>
                    <a:ext uri="{A12FA001-AC4F-418D-AE19-62706E023703}">
                      <ahyp:hlinkClr xmlns:ahyp="http://schemas.microsoft.com/office/drawing/2018/hyperlinkcolor" val="tx"/>
                    </a:ext>
                  </a:extLst>
                </a:hlinkClick>
              </a:rPr>
              <a:t>api/</a:t>
            </a:r>
            <a:r>
              <a:rPr lang="nl-NL" dirty="0">
                <a:solidFill>
                  <a:schemeClr val="accent1"/>
                </a:solidFill>
              </a:rPr>
              <a:t> </a:t>
            </a:r>
            <a:endParaRPr lang="nl-BE" dirty="0">
              <a:solidFill>
                <a:schemeClr val="accent1"/>
              </a:solidFill>
            </a:endParaRPr>
          </a:p>
        </p:txBody>
      </p:sp>
      <p:sp>
        <p:nvSpPr>
          <p:cNvPr id="3" name="Tijdelijke aanduiding voor dianummer 2">
            <a:extLst>
              <a:ext uri="{FF2B5EF4-FFF2-40B4-BE49-F238E27FC236}">
                <a16:creationId xmlns:a16="http://schemas.microsoft.com/office/drawing/2014/main" id="{9AAD835B-7940-44F7-B992-283A6C51CCE2}"/>
              </a:ext>
            </a:extLst>
          </p:cNvPr>
          <p:cNvSpPr>
            <a:spLocks noGrp="1"/>
          </p:cNvSpPr>
          <p:nvPr>
            <p:ph type="sldNum" sz="quarter" idx="12"/>
          </p:nvPr>
        </p:nvSpPr>
        <p:spPr/>
        <p:txBody>
          <a:bodyPr/>
          <a:lstStyle/>
          <a:p>
            <a:fld id="{B7527A74-2D87-4307-9531-5A57D9647EEB}" type="slidenum">
              <a:rPr lang="nl-BE" smtClean="0"/>
              <a:pPr/>
              <a:t>19</a:t>
            </a:fld>
            <a:endParaRPr lang="nl-BE"/>
          </a:p>
        </p:txBody>
      </p:sp>
      <p:sp>
        <p:nvSpPr>
          <p:cNvPr id="4" name="Titel 3">
            <a:extLst>
              <a:ext uri="{FF2B5EF4-FFF2-40B4-BE49-F238E27FC236}">
                <a16:creationId xmlns:a16="http://schemas.microsoft.com/office/drawing/2014/main" id="{883DB6C8-E338-4AE2-8673-312D97CD73D1}"/>
              </a:ext>
            </a:extLst>
          </p:cNvPr>
          <p:cNvSpPr>
            <a:spLocks noGrp="1"/>
          </p:cNvSpPr>
          <p:nvPr>
            <p:ph type="title"/>
          </p:nvPr>
        </p:nvSpPr>
        <p:spPr/>
        <p:txBody>
          <a:bodyPr/>
          <a:lstStyle/>
          <a:p>
            <a:r>
              <a:rPr lang="nl-BE" dirty="0"/>
              <a:t>API </a:t>
            </a:r>
            <a:r>
              <a:rPr lang="nl-BE" dirty="0" err="1"/>
              <a:t>Endpoints</a:t>
            </a:r>
            <a:endParaRPr lang="nl-BE" dirty="0"/>
          </a:p>
        </p:txBody>
      </p:sp>
      <p:sp>
        <p:nvSpPr>
          <p:cNvPr id="6" name="Tijdelijke aanduiding voor datum 5">
            <a:extLst>
              <a:ext uri="{FF2B5EF4-FFF2-40B4-BE49-F238E27FC236}">
                <a16:creationId xmlns:a16="http://schemas.microsoft.com/office/drawing/2014/main" id="{D7E78760-FBF8-4F50-B55D-BEA2AD800BD4}"/>
              </a:ext>
            </a:extLst>
          </p:cNvPr>
          <p:cNvSpPr>
            <a:spLocks noGrp="1"/>
          </p:cNvSpPr>
          <p:nvPr>
            <p:ph type="dt" sz="half" idx="10"/>
          </p:nvPr>
        </p:nvSpPr>
        <p:spPr/>
        <p:txBody>
          <a:bodyPr/>
          <a:lstStyle/>
          <a:p>
            <a:fld id="{529727CD-D882-45BB-B881-276E6D9AB830}" type="datetime1">
              <a:rPr lang="nl-BE" smtClean="0"/>
              <a:t>6/10/2025</a:t>
            </a:fld>
            <a:endParaRPr lang="nl-BE" dirty="0"/>
          </a:p>
        </p:txBody>
      </p:sp>
      <p:sp>
        <p:nvSpPr>
          <p:cNvPr id="7" name="Tijdelijke aanduiding voor voettekst 6">
            <a:extLst>
              <a:ext uri="{FF2B5EF4-FFF2-40B4-BE49-F238E27FC236}">
                <a16:creationId xmlns:a16="http://schemas.microsoft.com/office/drawing/2014/main" id="{FD87912A-FFC5-4C83-B4F2-6ABDC42BAB08}"/>
              </a:ext>
            </a:extLst>
          </p:cNvPr>
          <p:cNvSpPr>
            <a:spLocks noGrp="1"/>
          </p:cNvSpPr>
          <p:nvPr>
            <p:ph type="ftr" sz="quarter" idx="11"/>
          </p:nvPr>
        </p:nvSpPr>
        <p:spPr/>
        <p:txBody>
          <a:bodyPr/>
          <a:lstStyle/>
          <a:p>
            <a:r>
              <a:rPr lang="nl-BE"/>
              <a:t>PRI - Web API</a:t>
            </a:r>
            <a:endParaRPr lang="nl-BE" dirty="0"/>
          </a:p>
        </p:txBody>
      </p:sp>
    </p:spTree>
    <p:extLst>
      <p:ext uri="{BB962C8B-B14F-4D97-AF65-F5344CB8AC3E}">
        <p14:creationId xmlns:p14="http://schemas.microsoft.com/office/powerpoint/2010/main" val="2338902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jdelijke aanduiding voor tekst 7">
            <a:extLst>
              <a:ext uri="{FF2B5EF4-FFF2-40B4-BE49-F238E27FC236}">
                <a16:creationId xmlns:a16="http://schemas.microsoft.com/office/drawing/2014/main" id="{FB3FA4FB-F42C-4511-B494-BBEA9C36AB31}"/>
              </a:ext>
            </a:extLst>
          </p:cNvPr>
          <p:cNvSpPr>
            <a:spLocks noGrp="1"/>
          </p:cNvSpPr>
          <p:nvPr>
            <p:ph type="body" sz="quarter" idx="18"/>
          </p:nvPr>
        </p:nvSpPr>
        <p:spPr>
          <a:xfrm>
            <a:off x="10144652" y="2354401"/>
            <a:ext cx="7454042" cy="6107802"/>
          </a:xfrm>
          <a:solidFill>
            <a:schemeClr val="bg1"/>
          </a:solidFill>
        </p:spPr>
        <p:txBody>
          <a:bodyPr/>
          <a:lstStyle/>
          <a:p>
            <a:pPr marL="571500" indent="-571500">
              <a:buFont typeface="Arial" panose="020B0604020202020204" pitchFamily="34" charset="0"/>
              <a:buChar char="•"/>
            </a:pPr>
            <a:r>
              <a:rPr lang="nl-NL" dirty="0"/>
              <a:t>3x zelfde endpoint</a:t>
            </a:r>
          </a:p>
          <a:p>
            <a:pPr marL="571500" indent="-571500">
              <a:buFont typeface="Arial" panose="020B0604020202020204" pitchFamily="34" charset="0"/>
              <a:buChar char="•"/>
            </a:pPr>
            <a:r>
              <a:rPr lang="nl-NL" dirty="0"/>
              <a:t>Enkel HTTP </a:t>
            </a:r>
            <a:r>
              <a:rPr lang="nl-NL" dirty="0" err="1"/>
              <a:t>method</a:t>
            </a:r>
            <a:r>
              <a:rPr lang="nl-NL" dirty="0"/>
              <a:t> verschilt</a:t>
            </a:r>
          </a:p>
          <a:p>
            <a:pPr marL="571500" indent="-571500">
              <a:buFont typeface="Arial" panose="020B0604020202020204" pitchFamily="34" charset="0"/>
              <a:buChar char="•"/>
            </a:pPr>
            <a:r>
              <a:rPr lang="nl-NL" dirty="0"/>
              <a:t>Maar beschrijving is anders!</a:t>
            </a:r>
          </a:p>
          <a:p>
            <a:pPr marL="571500" indent="-571500">
              <a:buFont typeface="Arial" panose="020B0604020202020204" pitchFamily="34" charset="0"/>
              <a:buChar char="•"/>
            </a:pPr>
            <a:r>
              <a:rPr lang="nl-NL" dirty="0"/>
              <a:t>Voor communicatie hebben we dus:</a:t>
            </a:r>
          </a:p>
          <a:p>
            <a:pPr marL="1257300" lvl="1" indent="-571500">
              <a:buFont typeface="Arial" panose="020B0604020202020204" pitchFamily="34" charset="0"/>
              <a:buChar char="•"/>
            </a:pPr>
            <a:r>
              <a:rPr lang="nl-NL" dirty="0"/>
              <a:t>En het endpoint nodig</a:t>
            </a:r>
          </a:p>
          <a:p>
            <a:pPr marL="1257300" lvl="1" indent="-571500">
              <a:buFont typeface="Arial" panose="020B0604020202020204" pitchFamily="34" charset="0"/>
              <a:buChar char="•"/>
            </a:pPr>
            <a:r>
              <a:rPr lang="nl-NL" dirty="0"/>
              <a:t>En HTTP </a:t>
            </a:r>
            <a:r>
              <a:rPr lang="nl-NL" dirty="0" err="1"/>
              <a:t>method</a:t>
            </a:r>
            <a:r>
              <a:rPr lang="nl-NL" dirty="0"/>
              <a:t> nodig</a:t>
            </a:r>
          </a:p>
          <a:p>
            <a:pPr marL="571500" indent="-571500">
              <a:buFont typeface="Arial" panose="020B0604020202020204" pitchFamily="34" charset="0"/>
              <a:buChar char="•"/>
            </a:pPr>
            <a:r>
              <a:rPr lang="nl-NL" dirty="0"/>
              <a:t>Get resource </a:t>
            </a:r>
            <a:r>
              <a:rPr lang="nl-NL" dirty="0" err="1"/>
              <a:t>by</a:t>
            </a:r>
            <a:r>
              <a:rPr lang="nl-NL" dirty="0"/>
              <a:t> ID</a:t>
            </a:r>
          </a:p>
          <a:p>
            <a:pPr marL="571500" indent="-571500">
              <a:buFont typeface="Arial" panose="020B0604020202020204" pitchFamily="34" charset="0"/>
              <a:buChar char="•"/>
            </a:pPr>
            <a:r>
              <a:rPr lang="nl-NL" dirty="0"/>
              <a:t>Delete resource </a:t>
            </a:r>
            <a:r>
              <a:rPr lang="nl-NL" dirty="0" err="1"/>
              <a:t>by</a:t>
            </a:r>
            <a:r>
              <a:rPr lang="nl-NL" dirty="0"/>
              <a:t> ID</a:t>
            </a:r>
          </a:p>
        </p:txBody>
      </p:sp>
      <p:sp>
        <p:nvSpPr>
          <p:cNvPr id="5" name="Tijdelijke aanduiding voor tekst 4">
            <a:extLst>
              <a:ext uri="{FF2B5EF4-FFF2-40B4-BE49-F238E27FC236}">
                <a16:creationId xmlns:a16="http://schemas.microsoft.com/office/drawing/2014/main" id="{F459EA5A-CC99-4421-A358-407EC3E4A5F4}"/>
              </a:ext>
            </a:extLst>
          </p:cNvPr>
          <p:cNvSpPr>
            <a:spLocks noGrp="1"/>
          </p:cNvSpPr>
          <p:nvPr>
            <p:ph type="body" sz="quarter" idx="17"/>
          </p:nvPr>
        </p:nvSpPr>
        <p:spPr/>
        <p:txBody>
          <a:bodyPr/>
          <a:lstStyle/>
          <a:p>
            <a:endParaRPr lang="nl-BE"/>
          </a:p>
        </p:txBody>
      </p:sp>
      <p:sp>
        <p:nvSpPr>
          <p:cNvPr id="3" name="Tijdelijke aanduiding voor dianummer 2">
            <a:extLst>
              <a:ext uri="{FF2B5EF4-FFF2-40B4-BE49-F238E27FC236}">
                <a16:creationId xmlns:a16="http://schemas.microsoft.com/office/drawing/2014/main" id="{9AAD835B-7940-44F7-B992-283A6C51CCE2}"/>
              </a:ext>
            </a:extLst>
          </p:cNvPr>
          <p:cNvSpPr>
            <a:spLocks noGrp="1"/>
          </p:cNvSpPr>
          <p:nvPr>
            <p:ph type="sldNum" sz="quarter" idx="12"/>
          </p:nvPr>
        </p:nvSpPr>
        <p:spPr/>
        <p:txBody>
          <a:bodyPr/>
          <a:lstStyle/>
          <a:p>
            <a:fld id="{B7527A74-2D87-4307-9531-5A57D9647EEB}" type="slidenum">
              <a:rPr lang="nl-BE" smtClean="0"/>
              <a:pPr/>
              <a:t>20</a:t>
            </a:fld>
            <a:endParaRPr lang="nl-BE"/>
          </a:p>
        </p:txBody>
      </p:sp>
      <p:sp>
        <p:nvSpPr>
          <p:cNvPr id="4" name="Titel 3">
            <a:extLst>
              <a:ext uri="{FF2B5EF4-FFF2-40B4-BE49-F238E27FC236}">
                <a16:creationId xmlns:a16="http://schemas.microsoft.com/office/drawing/2014/main" id="{883DB6C8-E338-4AE2-8673-312D97CD73D1}"/>
              </a:ext>
            </a:extLst>
          </p:cNvPr>
          <p:cNvSpPr>
            <a:spLocks noGrp="1"/>
          </p:cNvSpPr>
          <p:nvPr>
            <p:ph type="title"/>
          </p:nvPr>
        </p:nvSpPr>
        <p:spPr/>
        <p:txBody>
          <a:bodyPr/>
          <a:lstStyle/>
          <a:p>
            <a:r>
              <a:rPr lang="nl-BE" dirty="0"/>
              <a:t>API </a:t>
            </a:r>
            <a:r>
              <a:rPr lang="nl-BE" dirty="0" err="1"/>
              <a:t>Endpoints</a:t>
            </a:r>
            <a:r>
              <a:rPr lang="nl-BE" dirty="0"/>
              <a:t> voorbeeld</a:t>
            </a:r>
          </a:p>
        </p:txBody>
      </p:sp>
      <p:sp>
        <p:nvSpPr>
          <p:cNvPr id="6" name="Tijdelijke aanduiding voor datum 5">
            <a:extLst>
              <a:ext uri="{FF2B5EF4-FFF2-40B4-BE49-F238E27FC236}">
                <a16:creationId xmlns:a16="http://schemas.microsoft.com/office/drawing/2014/main" id="{D7E78760-FBF8-4F50-B55D-BEA2AD800BD4}"/>
              </a:ext>
            </a:extLst>
          </p:cNvPr>
          <p:cNvSpPr>
            <a:spLocks noGrp="1"/>
          </p:cNvSpPr>
          <p:nvPr>
            <p:ph type="dt" sz="half" idx="10"/>
          </p:nvPr>
        </p:nvSpPr>
        <p:spPr/>
        <p:txBody>
          <a:bodyPr/>
          <a:lstStyle/>
          <a:p>
            <a:fld id="{529727CD-D882-45BB-B881-276E6D9AB830}" type="datetime1">
              <a:rPr lang="nl-BE" smtClean="0"/>
              <a:t>6/10/2025</a:t>
            </a:fld>
            <a:endParaRPr lang="nl-BE" dirty="0"/>
          </a:p>
        </p:txBody>
      </p:sp>
      <p:sp>
        <p:nvSpPr>
          <p:cNvPr id="7" name="Tijdelijke aanduiding voor voettekst 6">
            <a:extLst>
              <a:ext uri="{FF2B5EF4-FFF2-40B4-BE49-F238E27FC236}">
                <a16:creationId xmlns:a16="http://schemas.microsoft.com/office/drawing/2014/main" id="{FD87912A-FFC5-4C83-B4F2-6ABDC42BAB08}"/>
              </a:ext>
            </a:extLst>
          </p:cNvPr>
          <p:cNvSpPr>
            <a:spLocks noGrp="1"/>
          </p:cNvSpPr>
          <p:nvPr>
            <p:ph type="ftr" sz="quarter" idx="11"/>
          </p:nvPr>
        </p:nvSpPr>
        <p:spPr/>
        <p:txBody>
          <a:bodyPr/>
          <a:lstStyle/>
          <a:p>
            <a:r>
              <a:rPr lang="nl-BE"/>
              <a:t>PRI - Web API</a:t>
            </a:r>
            <a:endParaRPr lang="nl-BE" dirty="0"/>
          </a:p>
        </p:txBody>
      </p:sp>
      <p:graphicFrame>
        <p:nvGraphicFramePr>
          <p:cNvPr id="2" name="Tabel 1">
            <a:extLst>
              <a:ext uri="{FF2B5EF4-FFF2-40B4-BE49-F238E27FC236}">
                <a16:creationId xmlns:a16="http://schemas.microsoft.com/office/drawing/2014/main" id="{043B0C31-2717-4F49-BD46-EE45C7A3E542}"/>
              </a:ext>
            </a:extLst>
          </p:cNvPr>
          <p:cNvGraphicFramePr>
            <a:graphicFrameLocks noGrp="1"/>
          </p:cNvGraphicFramePr>
          <p:nvPr>
            <p:extLst>
              <p:ext uri="{D42A27DB-BD31-4B8C-83A1-F6EECF244321}">
                <p14:modId xmlns:p14="http://schemas.microsoft.com/office/powerpoint/2010/main" val="721560243"/>
              </p:ext>
            </p:extLst>
          </p:nvPr>
        </p:nvGraphicFramePr>
        <p:xfrm>
          <a:off x="173144" y="2338847"/>
          <a:ext cx="9971508" cy="4518239"/>
        </p:xfrm>
        <a:graphic>
          <a:graphicData uri="http://schemas.openxmlformats.org/drawingml/2006/table">
            <a:tbl>
              <a:tblPr firstRow="1" firstCol="1" bandRow="1">
                <a:tableStyleId>{00A15C55-8517-42AA-B614-E9B94910E393}</a:tableStyleId>
              </a:tblPr>
              <a:tblGrid>
                <a:gridCol w="2646978">
                  <a:extLst>
                    <a:ext uri="{9D8B030D-6E8A-4147-A177-3AD203B41FA5}">
                      <a16:colId xmlns:a16="http://schemas.microsoft.com/office/drawing/2014/main" val="2199604567"/>
                    </a:ext>
                  </a:extLst>
                </a:gridCol>
                <a:gridCol w="2500604">
                  <a:extLst>
                    <a:ext uri="{9D8B030D-6E8A-4147-A177-3AD203B41FA5}">
                      <a16:colId xmlns:a16="http://schemas.microsoft.com/office/drawing/2014/main" val="2315629542"/>
                    </a:ext>
                  </a:extLst>
                </a:gridCol>
                <a:gridCol w="4823926">
                  <a:extLst>
                    <a:ext uri="{9D8B030D-6E8A-4147-A177-3AD203B41FA5}">
                      <a16:colId xmlns:a16="http://schemas.microsoft.com/office/drawing/2014/main" val="204308105"/>
                    </a:ext>
                  </a:extLst>
                </a:gridCol>
              </a:tblGrid>
              <a:tr h="443815">
                <a:tc>
                  <a:txBody>
                    <a:bodyPr/>
                    <a:lstStyle/>
                    <a:p>
                      <a:pPr algn="ctr">
                        <a:lnSpc>
                          <a:spcPct val="107000"/>
                        </a:lnSpc>
                        <a:spcBef>
                          <a:spcPts val="600"/>
                        </a:spcBef>
                        <a:spcAft>
                          <a:spcPts val="600"/>
                        </a:spcAft>
                      </a:pPr>
                      <a:r>
                        <a:rPr lang="nl-BE" sz="2600">
                          <a:effectLst/>
                        </a:rPr>
                        <a:t>Enpoint</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gn="ctr">
                        <a:lnSpc>
                          <a:spcPct val="107000"/>
                        </a:lnSpc>
                        <a:spcBef>
                          <a:spcPts val="600"/>
                        </a:spcBef>
                        <a:spcAft>
                          <a:spcPts val="600"/>
                        </a:spcAft>
                      </a:pPr>
                      <a:r>
                        <a:rPr lang="nl-BE" sz="2600" dirty="0">
                          <a:effectLst/>
                        </a:rPr>
                        <a:t>methode</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gn="ctr">
                        <a:lnSpc>
                          <a:spcPct val="107000"/>
                        </a:lnSpc>
                        <a:spcBef>
                          <a:spcPts val="600"/>
                        </a:spcBef>
                        <a:spcAft>
                          <a:spcPts val="600"/>
                        </a:spcAft>
                      </a:pPr>
                      <a:r>
                        <a:rPr lang="nl-BE" sz="2600">
                          <a:effectLst/>
                        </a:rPr>
                        <a:t>Beschrijving</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extLst>
                  <a:ext uri="{0D108BD9-81ED-4DB2-BD59-A6C34878D82A}">
                    <a16:rowId xmlns:a16="http://schemas.microsoft.com/office/drawing/2014/main" val="3519238550"/>
                  </a:ext>
                </a:extLst>
              </a:tr>
              <a:tr h="676520">
                <a:tc>
                  <a:txBody>
                    <a:bodyPr/>
                    <a:lstStyle/>
                    <a:p>
                      <a:pPr>
                        <a:lnSpc>
                          <a:spcPct val="107000"/>
                        </a:lnSpc>
                        <a:spcBef>
                          <a:spcPts val="600"/>
                        </a:spcBef>
                        <a:spcAft>
                          <a:spcPts val="600"/>
                        </a:spcAft>
                      </a:pPr>
                      <a:r>
                        <a:rPr lang="nl-BE" sz="2600">
                          <a:effectLst/>
                        </a:rPr>
                        <a:t>/api/Products</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dirty="0">
                          <a:effectLst/>
                        </a:rPr>
                        <a:t>GET</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dirty="0">
                          <a:effectLst/>
                        </a:rPr>
                        <a:t>Geef een lijst van producten</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extLst>
                  <a:ext uri="{0D108BD9-81ED-4DB2-BD59-A6C34878D82A}">
                    <a16:rowId xmlns:a16="http://schemas.microsoft.com/office/drawing/2014/main" val="3658080354"/>
                  </a:ext>
                </a:extLst>
              </a:tr>
              <a:tr h="1022432">
                <a:tc>
                  <a:txBody>
                    <a:bodyPr/>
                    <a:lstStyle/>
                    <a:p>
                      <a:pPr>
                        <a:lnSpc>
                          <a:spcPct val="107000"/>
                        </a:lnSpc>
                        <a:spcBef>
                          <a:spcPts val="600"/>
                        </a:spcBef>
                        <a:spcAft>
                          <a:spcPts val="600"/>
                        </a:spcAft>
                      </a:pPr>
                      <a:r>
                        <a:rPr lang="nl-BE" sz="2600">
                          <a:effectLst/>
                        </a:rPr>
                        <a:t>/api/Products/2</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dirty="0">
                          <a:effectLst/>
                        </a:rPr>
                        <a:t>GET</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dirty="0">
                          <a:effectLst/>
                        </a:rPr>
                        <a:t>Geef de details van product met </a:t>
                      </a:r>
                      <a:r>
                        <a:rPr lang="nl-BE" sz="2600" dirty="0" err="1">
                          <a:effectLst/>
                        </a:rPr>
                        <a:t>id</a:t>
                      </a:r>
                      <a:r>
                        <a:rPr lang="nl-BE" sz="2600" dirty="0">
                          <a:effectLst/>
                        </a:rPr>
                        <a:t> 2</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extLst>
                  <a:ext uri="{0D108BD9-81ED-4DB2-BD59-A6C34878D82A}">
                    <a16:rowId xmlns:a16="http://schemas.microsoft.com/office/drawing/2014/main" val="4160002689"/>
                  </a:ext>
                </a:extLst>
              </a:tr>
              <a:tr h="1022432">
                <a:tc>
                  <a:txBody>
                    <a:bodyPr/>
                    <a:lstStyle/>
                    <a:p>
                      <a:pPr>
                        <a:lnSpc>
                          <a:spcPct val="107000"/>
                        </a:lnSpc>
                        <a:spcBef>
                          <a:spcPts val="600"/>
                        </a:spcBef>
                        <a:spcAft>
                          <a:spcPts val="600"/>
                        </a:spcAft>
                      </a:pPr>
                      <a:r>
                        <a:rPr lang="nl-BE" sz="2600">
                          <a:effectLst/>
                        </a:rPr>
                        <a:t>/api/Products</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a:effectLst/>
                        </a:rPr>
                        <a:t>PUT</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a:effectLst/>
                        </a:rPr>
                        <a:t>Bewerk de gegevens van een product</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extLst>
                  <a:ext uri="{0D108BD9-81ED-4DB2-BD59-A6C34878D82A}">
                    <a16:rowId xmlns:a16="http://schemas.microsoft.com/office/drawing/2014/main" val="4283369257"/>
                  </a:ext>
                </a:extLst>
              </a:tr>
              <a:tr h="676520">
                <a:tc>
                  <a:txBody>
                    <a:bodyPr/>
                    <a:lstStyle/>
                    <a:p>
                      <a:pPr>
                        <a:lnSpc>
                          <a:spcPct val="107000"/>
                        </a:lnSpc>
                        <a:spcBef>
                          <a:spcPts val="600"/>
                        </a:spcBef>
                        <a:spcAft>
                          <a:spcPts val="600"/>
                        </a:spcAft>
                      </a:pPr>
                      <a:r>
                        <a:rPr lang="nl-BE" sz="2600">
                          <a:effectLst/>
                        </a:rPr>
                        <a:t>/api/Products</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a:effectLst/>
                        </a:rPr>
                        <a:t>POST</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a:effectLst/>
                        </a:rPr>
                        <a:t>Voeg een product toe</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extLst>
                  <a:ext uri="{0D108BD9-81ED-4DB2-BD59-A6C34878D82A}">
                    <a16:rowId xmlns:a16="http://schemas.microsoft.com/office/drawing/2014/main" val="1994897838"/>
                  </a:ext>
                </a:extLst>
              </a:tr>
              <a:tr h="676520">
                <a:tc>
                  <a:txBody>
                    <a:bodyPr/>
                    <a:lstStyle/>
                    <a:p>
                      <a:pPr>
                        <a:lnSpc>
                          <a:spcPct val="107000"/>
                        </a:lnSpc>
                        <a:spcBef>
                          <a:spcPts val="600"/>
                        </a:spcBef>
                        <a:spcAft>
                          <a:spcPts val="600"/>
                        </a:spcAft>
                      </a:pPr>
                      <a:r>
                        <a:rPr lang="nl-BE" sz="2600" dirty="0">
                          <a:effectLst/>
                          <a:latin typeface="Calibri" panose="020F0502020204030204" pitchFamily="34" charset="0"/>
                          <a:ea typeface="Calibri" panose="020F0502020204030204" pitchFamily="34" charset="0"/>
                          <a:cs typeface="Times New Roman" panose="02020603050405020304" pitchFamily="18" charset="0"/>
                        </a:rPr>
                        <a:t>/</a:t>
                      </a:r>
                      <a:r>
                        <a:rPr lang="nl-BE" sz="2600" dirty="0" err="1">
                          <a:effectLst/>
                          <a:latin typeface="Calibri" panose="020F0502020204030204" pitchFamily="34" charset="0"/>
                          <a:ea typeface="Calibri" panose="020F0502020204030204" pitchFamily="34" charset="0"/>
                          <a:cs typeface="Times New Roman" panose="02020603050405020304" pitchFamily="18" charset="0"/>
                        </a:rPr>
                        <a:t>api</a:t>
                      </a:r>
                      <a:r>
                        <a:rPr lang="nl-BE" sz="2600" dirty="0">
                          <a:effectLst/>
                          <a:latin typeface="Calibri" panose="020F0502020204030204" pitchFamily="34" charset="0"/>
                          <a:ea typeface="Calibri" panose="020F0502020204030204" pitchFamily="34" charset="0"/>
                          <a:cs typeface="Times New Roman" panose="02020603050405020304" pitchFamily="18" charset="0"/>
                        </a:rPr>
                        <a:t>/</a:t>
                      </a:r>
                      <a:r>
                        <a:rPr lang="nl-BE" sz="2600" dirty="0" err="1">
                          <a:effectLst/>
                          <a:latin typeface="Calibri" panose="020F0502020204030204" pitchFamily="34" charset="0"/>
                          <a:ea typeface="Calibri" panose="020F0502020204030204" pitchFamily="34" charset="0"/>
                          <a:cs typeface="Times New Roman" panose="02020603050405020304" pitchFamily="18" charset="0"/>
                        </a:rPr>
                        <a:t>Products</a:t>
                      </a:r>
                      <a:r>
                        <a:rPr lang="nl-BE" sz="2600" dirty="0">
                          <a:effectLst/>
                          <a:latin typeface="Calibri" panose="020F0502020204030204" pitchFamily="34" charset="0"/>
                          <a:ea typeface="Calibri" panose="020F0502020204030204" pitchFamily="34" charset="0"/>
                          <a:cs typeface="Times New Roman" panose="02020603050405020304" pitchFamily="18" charset="0"/>
                        </a:rPr>
                        <a:t>/2</a:t>
                      </a:r>
                    </a:p>
                  </a:txBody>
                  <a:tcPr marL="158696" marR="158696" marT="0" marB="0"/>
                </a:tc>
                <a:tc>
                  <a:txBody>
                    <a:bodyPr/>
                    <a:lstStyle/>
                    <a:p>
                      <a:pPr>
                        <a:lnSpc>
                          <a:spcPct val="107000"/>
                        </a:lnSpc>
                        <a:spcBef>
                          <a:spcPts val="600"/>
                        </a:spcBef>
                        <a:spcAft>
                          <a:spcPts val="600"/>
                        </a:spcAft>
                      </a:pPr>
                      <a:r>
                        <a:rPr lang="nl-BE" sz="2600" dirty="0">
                          <a:effectLst/>
                          <a:latin typeface="Calibri" panose="020F0502020204030204" pitchFamily="34" charset="0"/>
                          <a:ea typeface="Calibri" panose="020F0502020204030204" pitchFamily="34" charset="0"/>
                          <a:cs typeface="Times New Roman" panose="02020603050405020304" pitchFamily="18" charset="0"/>
                        </a:rPr>
                        <a:t>DELETE</a:t>
                      </a:r>
                    </a:p>
                  </a:txBody>
                  <a:tcPr marL="158696" marR="158696" marT="0" marB="0"/>
                </a:tc>
                <a:tc>
                  <a:txBody>
                    <a:bodyPr/>
                    <a:lstStyle/>
                    <a:p>
                      <a:pPr>
                        <a:lnSpc>
                          <a:spcPct val="107000"/>
                        </a:lnSpc>
                        <a:spcBef>
                          <a:spcPts val="600"/>
                        </a:spcBef>
                        <a:spcAft>
                          <a:spcPts val="600"/>
                        </a:spcAft>
                      </a:pPr>
                      <a:r>
                        <a:rPr lang="nl-BE" sz="2600" dirty="0">
                          <a:effectLst/>
                          <a:latin typeface="Calibri" panose="020F0502020204030204" pitchFamily="34" charset="0"/>
                          <a:ea typeface="Calibri" panose="020F0502020204030204" pitchFamily="34" charset="0"/>
                          <a:cs typeface="Times New Roman" panose="02020603050405020304" pitchFamily="18" charset="0"/>
                        </a:rPr>
                        <a:t>Verwijder een product met </a:t>
                      </a:r>
                      <a:r>
                        <a:rPr lang="nl-BE" sz="2600" dirty="0" err="1">
                          <a:effectLst/>
                          <a:latin typeface="Calibri" panose="020F0502020204030204" pitchFamily="34" charset="0"/>
                          <a:ea typeface="Calibri" panose="020F0502020204030204" pitchFamily="34" charset="0"/>
                          <a:cs typeface="Times New Roman" panose="02020603050405020304" pitchFamily="18" charset="0"/>
                        </a:rPr>
                        <a:t>id</a:t>
                      </a:r>
                      <a:r>
                        <a:rPr lang="nl-BE" sz="2600" dirty="0">
                          <a:effectLst/>
                          <a:latin typeface="Calibri" panose="020F0502020204030204" pitchFamily="34" charset="0"/>
                          <a:ea typeface="Calibri" panose="020F0502020204030204" pitchFamily="34" charset="0"/>
                          <a:cs typeface="Times New Roman" panose="02020603050405020304" pitchFamily="18" charset="0"/>
                        </a:rPr>
                        <a:t> 2</a:t>
                      </a:r>
                    </a:p>
                  </a:txBody>
                  <a:tcPr marL="158696" marR="158696" marT="0" marB="0"/>
                </a:tc>
                <a:extLst>
                  <a:ext uri="{0D108BD9-81ED-4DB2-BD59-A6C34878D82A}">
                    <a16:rowId xmlns:a16="http://schemas.microsoft.com/office/drawing/2014/main" val="2067163181"/>
                  </a:ext>
                </a:extLst>
              </a:tr>
            </a:tbl>
          </a:graphicData>
        </a:graphic>
      </p:graphicFrame>
      <p:sp>
        <p:nvSpPr>
          <p:cNvPr id="10" name="Rechthoek: afgeronde hoeken 9">
            <a:extLst>
              <a:ext uri="{FF2B5EF4-FFF2-40B4-BE49-F238E27FC236}">
                <a16:creationId xmlns:a16="http://schemas.microsoft.com/office/drawing/2014/main" id="{34B7F9BE-070F-41C7-AE03-A49906F4F889}"/>
              </a:ext>
            </a:extLst>
          </p:cNvPr>
          <p:cNvSpPr/>
          <p:nvPr/>
        </p:nvSpPr>
        <p:spPr>
          <a:xfrm>
            <a:off x="173144" y="2836506"/>
            <a:ext cx="2360645" cy="419878"/>
          </a:xfrm>
          <a:prstGeom prst="roundRect">
            <a:avLst/>
          </a:prstGeom>
          <a:solidFill>
            <a:srgbClr val="EC008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1" name="Rechthoek: afgeronde hoeken 10">
            <a:extLst>
              <a:ext uri="{FF2B5EF4-FFF2-40B4-BE49-F238E27FC236}">
                <a16:creationId xmlns:a16="http://schemas.microsoft.com/office/drawing/2014/main" id="{45BA219D-29F5-4F1C-8CC6-5F6770F68726}"/>
              </a:ext>
            </a:extLst>
          </p:cNvPr>
          <p:cNvSpPr/>
          <p:nvPr/>
        </p:nvSpPr>
        <p:spPr>
          <a:xfrm>
            <a:off x="173143" y="4519126"/>
            <a:ext cx="2360645" cy="419878"/>
          </a:xfrm>
          <a:prstGeom prst="roundRect">
            <a:avLst/>
          </a:prstGeom>
          <a:solidFill>
            <a:srgbClr val="EC008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2" name="Rechthoek: afgeronde hoeken 11">
            <a:extLst>
              <a:ext uri="{FF2B5EF4-FFF2-40B4-BE49-F238E27FC236}">
                <a16:creationId xmlns:a16="http://schemas.microsoft.com/office/drawing/2014/main" id="{580ECF4D-0187-465B-B752-610E569D2681}"/>
              </a:ext>
            </a:extLst>
          </p:cNvPr>
          <p:cNvSpPr/>
          <p:nvPr/>
        </p:nvSpPr>
        <p:spPr>
          <a:xfrm>
            <a:off x="173143" y="5548674"/>
            <a:ext cx="2360645" cy="419878"/>
          </a:xfrm>
          <a:prstGeom prst="roundRect">
            <a:avLst/>
          </a:prstGeom>
          <a:solidFill>
            <a:srgbClr val="EC008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4" name="Rechthoek: afgeronde hoeken 13">
            <a:extLst>
              <a:ext uri="{FF2B5EF4-FFF2-40B4-BE49-F238E27FC236}">
                <a16:creationId xmlns:a16="http://schemas.microsoft.com/office/drawing/2014/main" id="{D69ECC6C-7260-4301-8A1E-270813BC3696}"/>
              </a:ext>
            </a:extLst>
          </p:cNvPr>
          <p:cNvSpPr/>
          <p:nvPr/>
        </p:nvSpPr>
        <p:spPr>
          <a:xfrm>
            <a:off x="173144" y="2842730"/>
            <a:ext cx="2360645" cy="419878"/>
          </a:xfrm>
          <a:prstGeom prst="roundRect">
            <a:avLst/>
          </a:prstGeom>
          <a:solidFill>
            <a:srgbClr val="EC008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5" name="Rechthoek: afgeronde hoeken 14">
            <a:extLst>
              <a:ext uri="{FF2B5EF4-FFF2-40B4-BE49-F238E27FC236}">
                <a16:creationId xmlns:a16="http://schemas.microsoft.com/office/drawing/2014/main" id="{4CF17A16-6B6F-4FD8-9BD1-18E9496C924F}"/>
              </a:ext>
            </a:extLst>
          </p:cNvPr>
          <p:cNvSpPr/>
          <p:nvPr/>
        </p:nvSpPr>
        <p:spPr>
          <a:xfrm>
            <a:off x="173143" y="4525350"/>
            <a:ext cx="2360645" cy="419878"/>
          </a:xfrm>
          <a:prstGeom prst="roundRect">
            <a:avLst/>
          </a:prstGeom>
          <a:solidFill>
            <a:srgbClr val="EC008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6" name="Rechthoek: afgeronde hoeken 15">
            <a:extLst>
              <a:ext uri="{FF2B5EF4-FFF2-40B4-BE49-F238E27FC236}">
                <a16:creationId xmlns:a16="http://schemas.microsoft.com/office/drawing/2014/main" id="{676F1304-3A0F-4F61-ADE7-610C9B69EE4F}"/>
              </a:ext>
            </a:extLst>
          </p:cNvPr>
          <p:cNvSpPr/>
          <p:nvPr/>
        </p:nvSpPr>
        <p:spPr>
          <a:xfrm>
            <a:off x="173143" y="5554898"/>
            <a:ext cx="2360645" cy="419878"/>
          </a:xfrm>
          <a:prstGeom prst="roundRect">
            <a:avLst/>
          </a:prstGeom>
          <a:solidFill>
            <a:srgbClr val="EC008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8" name="Rechthoek: afgeronde hoeken 17">
            <a:extLst>
              <a:ext uri="{FF2B5EF4-FFF2-40B4-BE49-F238E27FC236}">
                <a16:creationId xmlns:a16="http://schemas.microsoft.com/office/drawing/2014/main" id="{234D11F7-F77E-47DD-8406-E4DB1B889422}"/>
              </a:ext>
            </a:extLst>
          </p:cNvPr>
          <p:cNvSpPr/>
          <p:nvPr/>
        </p:nvSpPr>
        <p:spPr>
          <a:xfrm>
            <a:off x="270588" y="3461657"/>
            <a:ext cx="9759820" cy="840746"/>
          </a:xfrm>
          <a:prstGeom prst="roundRect">
            <a:avLst/>
          </a:prstGeom>
          <a:solidFill>
            <a:srgbClr val="FFF200">
              <a:alpha val="50196"/>
            </a:srgb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nl-BE"/>
          </a:p>
        </p:txBody>
      </p:sp>
      <p:sp>
        <p:nvSpPr>
          <p:cNvPr id="19" name="Rechthoek: afgeronde hoeken 17">
            <a:extLst>
              <a:ext uri="{FF2B5EF4-FFF2-40B4-BE49-F238E27FC236}">
                <a16:creationId xmlns:a16="http://schemas.microsoft.com/office/drawing/2014/main" id="{A0008F84-F2B7-4C91-AF10-CBAA64341E02}"/>
              </a:ext>
            </a:extLst>
          </p:cNvPr>
          <p:cNvSpPr/>
          <p:nvPr/>
        </p:nvSpPr>
        <p:spPr>
          <a:xfrm>
            <a:off x="270588" y="6031894"/>
            <a:ext cx="9759820" cy="840746"/>
          </a:xfrm>
          <a:prstGeom prst="roundRect">
            <a:avLst/>
          </a:prstGeom>
          <a:solidFill>
            <a:srgbClr val="FFF200">
              <a:alpha val="50196"/>
            </a:srgb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203641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8">
                                            <p:bg/>
                                          </p:spTgt>
                                        </p:tgtEl>
                                        <p:attrNameLst>
                                          <p:attrName>style.visibility</p:attrName>
                                        </p:attrNameLst>
                                      </p:cBhvr>
                                      <p:to>
                                        <p:strVal val="visible"/>
                                      </p:to>
                                    </p:set>
                                    <p:anim calcmode="lin" valueType="num">
                                      <p:cBhvr additive="base">
                                        <p:cTn id="7" dur="500" fill="hold"/>
                                        <p:tgtEl>
                                          <p:spTgt spid="8">
                                            <p:bg/>
                                          </p:spTgt>
                                        </p:tgtEl>
                                        <p:attrNameLst>
                                          <p:attrName>ppt_x</p:attrName>
                                        </p:attrNameLst>
                                      </p:cBhvr>
                                      <p:tavLst>
                                        <p:tav tm="0">
                                          <p:val>
                                            <p:strVal val="#ppt_x"/>
                                          </p:val>
                                        </p:tav>
                                        <p:tav tm="100000">
                                          <p:val>
                                            <p:strVal val="#ppt_x"/>
                                          </p:val>
                                        </p:tav>
                                      </p:tavLst>
                                    </p:anim>
                                    <p:anim calcmode="lin" valueType="num">
                                      <p:cBhvr additive="base">
                                        <p:cTn id="8" dur="500" fill="hold"/>
                                        <p:tgtEl>
                                          <p:spTgt spid="8">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additive="base">
                                        <p:cTn id="13"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0" end="0"/>
                                            </p:txEl>
                                          </p:spTgt>
                                        </p:tgtEl>
                                        <p:attrNameLst>
                                          <p:attrName>ppt_y</p:attrName>
                                        </p:attrNameLst>
                                      </p:cBhvr>
                                      <p:tavLst>
                                        <p:tav tm="0">
                                          <p:val>
                                            <p:strVal val="1+#ppt_h/2"/>
                                          </p:val>
                                        </p:tav>
                                        <p:tav tm="100000">
                                          <p:val>
                                            <p:strVal val="#ppt_y"/>
                                          </p:val>
                                        </p:tav>
                                      </p:tavLst>
                                    </p:anim>
                                  </p:childTnLst>
                                </p:cTn>
                              </p:par>
                              <p:par>
                                <p:cTn id="15" presetID="16" presetClass="entr" presetSubtype="21"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arn(inVertical)">
                                      <p:cBhvr>
                                        <p:cTn id="20" dur="500"/>
                                        <p:tgtEl>
                                          <p:spTgt spid="11"/>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arn(inVertical)">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8">
                                            <p:txEl>
                                              <p:pRg st="1" end="1"/>
                                            </p:txEl>
                                          </p:spTgt>
                                        </p:tgtEl>
                                        <p:attrNameLst>
                                          <p:attrName>style.visibility</p:attrName>
                                        </p:attrNameLst>
                                      </p:cBhvr>
                                      <p:to>
                                        <p:strVal val="visible"/>
                                      </p:to>
                                    </p:set>
                                    <p:anim calcmode="lin" valueType="num">
                                      <p:cBhvr additive="base">
                                        <p:cTn id="28"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8">
                                            <p:txEl>
                                              <p:pRg st="1" end="1"/>
                                            </p:txEl>
                                          </p:spTgt>
                                        </p:tgtEl>
                                        <p:attrNameLst>
                                          <p:attrName>ppt_y</p:attrName>
                                        </p:attrNameLst>
                                      </p:cBhvr>
                                      <p:tavLst>
                                        <p:tav tm="0">
                                          <p:val>
                                            <p:strVal val="1+#ppt_h/2"/>
                                          </p:val>
                                        </p:tav>
                                        <p:tav tm="100000">
                                          <p:val>
                                            <p:strVal val="#ppt_y"/>
                                          </p:val>
                                        </p:tav>
                                      </p:tavLst>
                                    </p:anim>
                                  </p:childTnLst>
                                </p:cTn>
                              </p:par>
                              <p:par>
                                <p:cTn id="30" presetID="1"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childTnLst>
                                </p:cTn>
                              </p:par>
                            </p:childTnLst>
                          </p:cTn>
                        </p:par>
                        <p:par>
                          <p:cTn id="36" fill="hold">
                            <p:stCondLst>
                              <p:cond delay="500"/>
                            </p:stCondLst>
                            <p:childTnLst>
                              <p:par>
                                <p:cTn id="37" presetID="63" presetClass="path" presetSubtype="0" accel="50000" decel="50000" fill="hold" grpId="1" nodeType="afterEffect">
                                  <p:stCondLst>
                                    <p:cond delay="0"/>
                                  </p:stCondLst>
                                  <p:childTnLst>
                                    <p:animMotion origin="layout" path="M 1.66667E-6 7.40741E-7 L 0.14592 -0.00201 " pathEditMode="relative" rAng="0" ptsTypes="AA">
                                      <p:cBhvr>
                                        <p:cTn id="38" dur="2000" fill="hold"/>
                                        <p:tgtEl>
                                          <p:spTgt spid="14"/>
                                        </p:tgtEl>
                                        <p:attrNameLst>
                                          <p:attrName>ppt_x</p:attrName>
                                          <p:attrName>ppt_y</p:attrName>
                                        </p:attrNameLst>
                                      </p:cBhvr>
                                      <p:rCtr x="7292" y="-108"/>
                                    </p:animMotion>
                                  </p:childTnLst>
                                </p:cTn>
                              </p:par>
                              <p:par>
                                <p:cTn id="39" presetID="63" presetClass="path" presetSubtype="0" accel="50000" decel="50000" fill="hold" grpId="1" nodeType="withEffect">
                                  <p:stCondLst>
                                    <p:cond delay="0"/>
                                  </p:stCondLst>
                                  <p:childTnLst>
                                    <p:animMotion origin="layout" path="M 1.66667E-6 4.93827E-7 L 0.14644 -0.00309 " pathEditMode="relative" rAng="0" ptsTypes="AA">
                                      <p:cBhvr>
                                        <p:cTn id="40" dur="2000" fill="hold"/>
                                        <p:tgtEl>
                                          <p:spTgt spid="15"/>
                                        </p:tgtEl>
                                        <p:attrNameLst>
                                          <p:attrName>ppt_x</p:attrName>
                                          <p:attrName>ppt_y</p:attrName>
                                        </p:attrNameLst>
                                      </p:cBhvr>
                                      <p:rCtr x="7318" y="-154"/>
                                    </p:animMotion>
                                  </p:childTnLst>
                                </p:cTn>
                              </p:par>
                              <p:par>
                                <p:cTn id="41" presetID="63" presetClass="path" presetSubtype="0" accel="50000" decel="50000" fill="hold" grpId="1" nodeType="withEffect">
                                  <p:stCondLst>
                                    <p:cond delay="0"/>
                                  </p:stCondLst>
                                  <p:childTnLst>
                                    <p:animMotion origin="layout" path="M 1.66667E-6 4.93827E-7 L 0.14748 -0.00062 " pathEditMode="relative" rAng="0" ptsTypes="AA">
                                      <p:cBhvr>
                                        <p:cTn id="42" dur="2000" fill="hold"/>
                                        <p:tgtEl>
                                          <p:spTgt spid="16"/>
                                        </p:tgtEl>
                                        <p:attrNameLst>
                                          <p:attrName>ppt_x</p:attrName>
                                          <p:attrName>ppt_y</p:attrName>
                                        </p:attrNameLst>
                                      </p:cBhvr>
                                      <p:rCtr x="7370" y="-31"/>
                                    </p:animMotion>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8">
                                            <p:txEl>
                                              <p:pRg st="2" end="2"/>
                                            </p:txEl>
                                          </p:spTgt>
                                        </p:tgtEl>
                                        <p:attrNameLst>
                                          <p:attrName>style.visibility</p:attrName>
                                        </p:attrNameLst>
                                      </p:cBhvr>
                                      <p:to>
                                        <p:strVal val="visible"/>
                                      </p:to>
                                    </p:set>
                                    <p:anim calcmode="lin" valueType="num">
                                      <p:cBhvr additive="base">
                                        <p:cTn id="4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8">
                                            <p:txEl>
                                              <p:pRg st="3" end="3"/>
                                            </p:txEl>
                                          </p:spTgt>
                                        </p:tgtEl>
                                        <p:attrNameLst>
                                          <p:attrName>style.visibility</p:attrName>
                                        </p:attrNameLst>
                                      </p:cBhvr>
                                      <p:to>
                                        <p:strVal val="visible"/>
                                      </p:to>
                                    </p:set>
                                    <p:anim calcmode="lin" valueType="num">
                                      <p:cBhvr additive="base">
                                        <p:cTn id="5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8">
                                            <p:txEl>
                                              <p:pRg st="3" end="3"/>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8">
                                            <p:txEl>
                                              <p:pRg st="4" end="4"/>
                                            </p:txEl>
                                          </p:spTgt>
                                        </p:tgtEl>
                                        <p:attrNameLst>
                                          <p:attrName>style.visibility</p:attrName>
                                        </p:attrNameLst>
                                      </p:cBhvr>
                                      <p:to>
                                        <p:strVal val="visible"/>
                                      </p:to>
                                    </p:set>
                                    <p:anim calcmode="lin" valueType="num">
                                      <p:cBhvr additive="base">
                                        <p:cTn id="5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8">
                                            <p:txEl>
                                              <p:pRg st="4" end="4"/>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8">
                                            <p:txEl>
                                              <p:pRg st="5" end="5"/>
                                            </p:txEl>
                                          </p:spTgt>
                                        </p:tgtEl>
                                        <p:attrNameLst>
                                          <p:attrName>style.visibility</p:attrName>
                                        </p:attrNameLst>
                                      </p:cBhvr>
                                      <p:to>
                                        <p:strVal val="visible"/>
                                      </p:to>
                                    </p:set>
                                    <p:anim calcmode="lin" valueType="num">
                                      <p:cBhvr additive="base">
                                        <p:cTn id="6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8">
                                            <p:txEl>
                                              <p:pRg st="6" end="6"/>
                                            </p:txEl>
                                          </p:spTgt>
                                        </p:tgtEl>
                                        <p:attrNameLst>
                                          <p:attrName>style.visibility</p:attrName>
                                        </p:attrNameLst>
                                      </p:cBhvr>
                                      <p:to>
                                        <p:strVal val="visible"/>
                                      </p:to>
                                    </p:set>
                                    <p:anim calcmode="lin" valueType="num">
                                      <p:cBhvr additive="base">
                                        <p:cTn id="6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8">
                                            <p:txEl>
                                              <p:pRg st="7" end="7"/>
                                            </p:txEl>
                                          </p:spTgt>
                                        </p:tgtEl>
                                        <p:attrNameLst>
                                          <p:attrName>style.visibility</p:attrName>
                                        </p:attrNameLst>
                                      </p:cBhvr>
                                      <p:to>
                                        <p:strVal val="visible"/>
                                      </p:to>
                                    </p:set>
                                    <p:anim calcmode="lin" valueType="num">
                                      <p:cBhvr additive="base">
                                        <p:cTn id="73"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8">
                                            <p:txEl>
                                              <p:pRg st="7" end="7"/>
                                            </p:txEl>
                                          </p:spTgt>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 calcmode="lin" valueType="num">
                                      <p:cBhvr additive="base">
                                        <p:cTn id="77" dur="500" fill="hold"/>
                                        <p:tgtEl>
                                          <p:spTgt spid="18"/>
                                        </p:tgtEl>
                                        <p:attrNameLst>
                                          <p:attrName>ppt_x</p:attrName>
                                        </p:attrNameLst>
                                      </p:cBhvr>
                                      <p:tavLst>
                                        <p:tav tm="0">
                                          <p:val>
                                            <p:strVal val="#ppt_x"/>
                                          </p:val>
                                        </p:tav>
                                        <p:tav tm="100000">
                                          <p:val>
                                            <p:strVal val="#ppt_x"/>
                                          </p:val>
                                        </p:tav>
                                      </p:tavLst>
                                    </p:anim>
                                    <p:anim calcmode="lin" valueType="num">
                                      <p:cBhvr additive="base">
                                        <p:cTn id="78" dur="500" fill="hold"/>
                                        <p:tgtEl>
                                          <p:spTgt spid="18"/>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19"/>
                                        </p:tgtEl>
                                        <p:attrNameLst>
                                          <p:attrName>style.visibility</p:attrName>
                                        </p:attrNameLst>
                                      </p:cBhvr>
                                      <p:to>
                                        <p:strVal val="visible"/>
                                      </p:to>
                                    </p:set>
                                    <p:anim calcmode="lin" valueType="num">
                                      <p:cBhvr additive="base">
                                        <p:cTn id="81" dur="500" fill="hold"/>
                                        <p:tgtEl>
                                          <p:spTgt spid="19"/>
                                        </p:tgtEl>
                                        <p:attrNameLst>
                                          <p:attrName>ppt_x</p:attrName>
                                        </p:attrNameLst>
                                      </p:cBhvr>
                                      <p:tavLst>
                                        <p:tav tm="0">
                                          <p:val>
                                            <p:strVal val="#ppt_x"/>
                                          </p:val>
                                        </p:tav>
                                        <p:tav tm="100000">
                                          <p:val>
                                            <p:strVal val="#ppt_x"/>
                                          </p:val>
                                        </p:tav>
                                      </p:tavLst>
                                    </p:anim>
                                    <p:anim calcmode="lin" valueType="num">
                                      <p:cBhvr additive="base">
                                        <p:cTn id="8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animBg="1"/>
      <p:bldP spid="10" grpId="0" animBg="1"/>
      <p:bldP spid="11" grpId="0" animBg="1"/>
      <p:bldP spid="12" grpId="0" animBg="1"/>
      <p:bldP spid="14" grpId="0" animBg="1"/>
      <p:bldP spid="14" grpId="1" animBg="1"/>
      <p:bldP spid="15" grpId="0" animBg="1"/>
      <p:bldP spid="15" grpId="1" animBg="1"/>
      <p:bldP spid="16" grpId="0" animBg="1"/>
      <p:bldP spid="16" grpId="1" animBg="1"/>
      <p:bldP spid="18" grpId="0" animBg="1"/>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9AAD835B-7940-44F7-B992-283A6C51CCE2}"/>
              </a:ext>
            </a:extLst>
          </p:cNvPr>
          <p:cNvSpPr>
            <a:spLocks noGrp="1"/>
          </p:cNvSpPr>
          <p:nvPr>
            <p:ph type="sldNum" sz="quarter" idx="12"/>
          </p:nvPr>
        </p:nvSpPr>
        <p:spPr/>
        <p:txBody>
          <a:bodyPr/>
          <a:lstStyle/>
          <a:p>
            <a:fld id="{B7527A74-2D87-4307-9531-5A57D9647EEB}" type="slidenum">
              <a:rPr lang="nl-BE" smtClean="0"/>
              <a:pPr/>
              <a:t>21</a:t>
            </a:fld>
            <a:endParaRPr lang="nl-BE"/>
          </a:p>
        </p:txBody>
      </p:sp>
      <p:sp>
        <p:nvSpPr>
          <p:cNvPr id="4" name="Titel 3">
            <a:extLst>
              <a:ext uri="{FF2B5EF4-FFF2-40B4-BE49-F238E27FC236}">
                <a16:creationId xmlns:a16="http://schemas.microsoft.com/office/drawing/2014/main" id="{883DB6C8-E338-4AE2-8673-312D97CD73D1}"/>
              </a:ext>
            </a:extLst>
          </p:cNvPr>
          <p:cNvSpPr>
            <a:spLocks noGrp="1"/>
          </p:cNvSpPr>
          <p:nvPr>
            <p:ph type="title"/>
          </p:nvPr>
        </p:nvSpPr>
        <p:spPr/>
        <p:txBody>
          <a:bodyPr/>
          <a:lstStyle/>
          <a:p>
            <a:r>
              <a:rPr lang="nl-BE" dirty="0"/>
              <a:t>API </a:t>
            </a:r>
            <a:r>
              <a:rPr lang="nl-BE" dirty="0" err="1"/>
              <a:t>Endpoints</a:t>
            </a:r>
            <a:r>
              <a:rPr lang="nl-BE" dirty="0"/>
              <a:t> Request en Response</a:t>
            </a:r>
          </a:p>
        </p:txBody>
      </p:sp>
      <p:sp>
        <p:nvSpPr>
          <p:cNvPr id="6" name="Tijdelijke aanduiding voor datum 5">
            <a:extLst>
              <a:ext uri="{FF2B5EF4-FFF2-40B4-BE49-F238E27FC236}">
                <a16:creationId xmlns:a16="http://schemas.microsoft.com/office/drawing/2014/main" id="{D7E78760-FBF8-4F50-B55D-BEA2AD800BD4}"/>
              </a:ext>
            </a:extLst>
          </p:cNvPr>
          <p:cNvSpPr>
            <a:spLocks noGrp="1"/>
          </p:cNvSpPr>
          <p:nvPr>
            <p:ph type="dt" sz="half" idx="10"/>
          </p:nvPr>
        </p:nvSpPr>
        <p:spPr/>
        <p:txBody>
          <a:bodyPr/>
          <a:lstStyle/>
          <a:p>
            <a:fld id="{529727CD-D882-45BB-B881-276E6D9AB830}" type="datetime1">
              <a:rPr lang="nl-BE" smtClean="0"/>
              <a:t>6/10/2025</a:t>
            </a:fld>
            <a:endParaRPr lang="nl-BE" dirty="0"/>
          </a:p>
        </p:txBody>
      </p:sp>
      <p:sp>
        <p:nvSpPr>
          <p:cNvPr id="7" name="Tijdelijke aanduiding voor voettekst 6">
            <a:extLst>
              <a:ext uri="{FF2B5EF4-FFF2-40B4-BE49-F238E27FC236}">
                <a16:creationId xmlns:a16="http://schemas.microsoft.com/office/drawing/2014/main" id="{FD87912A-FFC5-4C83-B4F2-6ABDC42BAB08}"/>
              </a:ext>
            </a:extLst>
          </p:cNvPr>
          <p:cNvSpPr>
            <a:spLocks noGrp="1"/>
          </p:cNvSpPr>
          <p:nvPr>
            <p:ph type="ftr" sz="quarter" idx="11"/>
          </p:nvPr>
        </p:nvSpPr>
        <p:spPr/>
        <p:txBody>
          <a:bodyPr/>
          <a:lstStyle/>
          <a:p>
            <a:r>
              <a:rPr lang="nl-BE"/>
              <a:t>PRI - Web API</a:t>
            </a:r>
            <a:endParaRPr lang="nl-BE" dirty="0"/>
          </a:p>
        </p:txBody>
      </p:sp>
      <p:graphicFrame>
        <p:nvGraphicFramePr>
          <p:cNvPr id="2" name="Tabel 1">
            <a:extLst>
              <a:ext uri="{FF2B5EF4-FFF2-40B4-BE49-F238E27FC236}">
                <a16:creationId xmlns:a16="http://schemas.microsoft.com/office/drawing/2014/main" id="{043B0C31-2717-4F49-BD46-EE45C7A3E542}"/>
              </a:ext>
            </a:extLst>
          </p:cNvPr>
          <p:cNvGraphicFramePr>
            <a:graphicFrameLocks noGrp="1"/>
          </p:cNvGraphicFramePr>
          <p:nvPr>
            <p:extLst>
              <p:ext uri="{D42A27DB-BD31-4B8C-83A1-F6EECF244321}">
                <p14:modId xmlns:p14="http://schemas.microsoft.com/office/powerpoint/2010/main" val="1953616097"/>
              </p:ext>
            </p:extLst>
          </p:nvPr>
        </p:nvGraphicFramePr>
        <p:xfrm>
          <a:off x="2287105" y="2642971"/>
          <a:ext cx="13715500" cy="5564846"/>
        </p:xfrm>
        <a:graphic>
          <a:graphicData uri="http://schemas.openxmlformats.org/drawingml/2006/table">
            <a:tbl>
              <a:tblPr firstRow="1" firstCol="1" bandRow="1">
                <a:tableStyleId>{00A15C55-8517-42AA-B614-E9B94910E393}</a:tableStyleId>
              </a:tblPr>
              <a:tblGrid>
                <a:gridCol w="2743100">
                  <a:extLst>
                    <a:ext uri="{9D8B030D-6E8A-4147-A177-3AD203B41FA5}">
                      <a16:colId xmlns:a16="http://schemas.microsoft.com/office/drawing/2014/main" val="2199604567"/>
                    </a:ext>
                  </a:extLst>
                </a:gridCol>
                <a:gridCol w="2743100">
                  <a:extLst>
                    <a:ext uri="{9D8B030D-6E8A-4147-A177-3AD203B41FA5}">
                      <a16:colId xmlns:a16="http://schemas.microsoft.com/office/drawing/2014/main" val="2315629542"/>
                    </a:ext>
                  </a:extLst>
                </a:gridCol>
                <a:gridCol w="2743100">
                  <a:extLst>
                    <a:ext uri="{9D8B030D-6E8A-4147-A177-3AD203B41FA5}">
                      <a16:colId xmlns:a16="http://schemas.microsoft.com/office/drawing/2014/main" val="204308105"/>
                    </a:ext>
                  </a:extLst>
                </a:gridCol>
                <a:gridCol w="2743100">
                  <a:extLst>
                    <a:ext uri="{9D8B030D-6E8A-4147-A177-3AD203B41FA5}">
                      <a16:colId xmlns:a16="http://schemas.microsoft.com/office/drawing/2014/main" val="2049260412"/>
                    </a:ext>
                  </a:extLst>
                </a:gridCol>
                <a:gridCol w="2743100">
                  <a:extLst>
                    <a:ext uri="{9D8B030D-6E8A-4147-A177-3AD203B41FA5}">
                      <a16:colId xmlns:a16="http://schemas.microsoft.com/office/drawing/2014/main" val="1854360678"/>
                    </a:ext>
                  </a:extLst>
                </a:gridCol>
              </a:tblGrid>
              <a:tr h="546621">
                <a:tc>
                  <a:txBody>
                    <a:bodyPr/>
                    <a:lstStyle/>
                    <a:p>
                      <a:pPr algn="ctr">
                        <a:lnSpc>
                          <a:spcPct val="107000"/>
                        </a:lnSpc>
                        <a:spcBef>
                          <a:spcPts val="600"/>
                        </a:spcBef>
                        <a:spcAft>
                          <a:spcPts val="600"/>
                        </a:spcAft>
                      </a:pPr>
                      <a:r>
                        <a:rPr lang="nl-BE" sz="2600">
                          <a:effectLst/>
                        </a:rPr>
                        <a:t>Enpoint</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gn="ctr">
                        <a:lnSpc>
                          <a:spcPct val="107000"/>
                        </a:lnSpc>
                        <a:spcBef>
                          <a:spcPts val="600"/>
                        </a:spcBef>
                        <a:spcAft>
                          <a:spcPts val="600"/>
                        </a:spcAft>
                      </a:pPr>
                      <a:r>
                        <a:rPr lang="nl-BE" sz="2600">
                          <a:effectLst/>
                        </a:rPr>
                        <a:t>methode</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gn="ctr">
                        <a:lnSpc>
                          <a:spcPct val="107000"/>
                        </a:lnSpc>
                        <a:spcBef>
                          <a:spcPts val="600"/>
                        </a:spcBef>
                        <a:spcAft>
                          <a:spcPts val="600"/>
                        </a:spcAft>
                      </a:pPr>
                      <a:r>
                        <a:rPr lang="nl-BE" sz="2600">
                          <a:effectLst/>
                        </a:rPr>
                        <a:t>Beschrijving</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gn="ctr">
                        <a:lnSpc>
                          <a:spcPct val="107000"/>
                        </a:lnSpc>
                        <a:spcBef>
                          <a:spcPts val="600"/>
                        </a:spcBef>
                        <a:spcAft>
                          <a:spcPts val="600"/>
                        </a:spcAft>
                      </a:pPr>
                      <a:r>
                        <a:rPr lang="nl-BE" sz="2600">
                          <a:effectLst/>
                        </a:rPr>
                        <a:t>Request</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gn="ctr">
                        <a:lnSpc>
                          <a:spcPct val="107000"/>
                        </a:lnSpc>
                        <a:spcBef>
                          <a:spcPts val="600"/>
                        </a:spcBef>
                        <a:spcAft>
                          <a:spcPts val="600"/>
                        </a:spcAft>
                      </a:pPr>
                      <a:r>
                        <a:rPr lang="nl-BE" sz="2600">
                          <a:effectLst/>
                        </a:rPr>
                        <a:t>Response</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extLst>
                  <a:ext uri="{0D108BD9-81ED-4DB2-BD59-A6C34878D82A}">
                    <a16:rowId xmlns:a16="http://schemas.microsoft.com/office/drawing/2014/main" val="3519238550"/>
                  </a:ext>
                </a:extLst>
              </a:tr>
              <a:tr h="833229">
                <a:tc>
                  <a:txBody>
                    <a:bodyPr/>
                    <a:lstStyle/>
                    <a:p>
                      <a:pPr>
                        <a:lnSpc>
                          <a:spcPct val="107000"/>
                        </a:lnSpc>
                        <a:spcBef>
                          <a:spcPts val="600"/>
                        </a:spcBef>
                        <a:spcAft>
                          <a:spcPts val="600"/>
                        </a:spcAft>
                      </a:pPr>
                      <a:r>
                        <a:rPr lang="nl-BE" sz="2600">
                          <a:effectLst/>
                        </a:rPr>
                        <a:t>/api/Products</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a:effectLst/>
                        </a:rPr>
                        <a:t>GET</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dirty="0">
                          <a:effectLst/>
                        </a:rPr>
                        <a:t>Geef een lijst van producten</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dirty="0">
                          <a:effectLst/>
                        </a:rPr>
                        <a:t>Niets</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a:effectLst/>
                        </a:rPr>
                        <a:t>Collectie van producten</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extLst>
                  <a:ext uri="{0D108BD9-81ED-4DB2-BD59-A6C34878D82A}">
                    <a16:rowId xmlns:a16="http://schemas.microsoft.com/office/drawing/2014/main" val="3658080354"/>
                  </a:ext>
                </a:extLst>
              </a:tr>
              <a:tr h="1259269">
                <a:tc>
                  <a:txBody>
                    <a:bodyPr/>
                    <a:lstStyle/>
                    <a:p>
                      <a:pPr>
                        <a:lnSpc>
                          <a:spcPct val="107000"/>
                        </a:lnSpc>
                        <a:spcBef>
                          <a:spcPts val="600"/>
                        </a:spcBef>
                        <a:spcAft>
                          <a:spcPts val="600"/>
                        </a:spcAft>
                      </a:pPr>
                      <a:r>
                        <a:rPr lang="nl-BE" sz="2600">
                          <a:effectLst/>
                        </a:rPr>
                        <a:t>/api/Products/2</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dirty="0">
                          <a:effectLst/>
                        </a:rPr>
                        <a:t>GET</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dirty="0">
                          <a:effectLst/>
                        </a:rPr>
                        <a:t>Geef de details van product met </a:t>
                      </a:r>
                      <a:r>
                        <a:rPr lang="nl-BE" sz="2600" dirty="0" err="1">
                          <a:effectLst/>
                        </a:rPr>
                        <a:t>id</a:t>
                      </a:r>
                      <a:r>
                        <a:rPr lang="nl-BE" sz="2600" dirty="0">
                          <a:effectLst/>
                        </a:rPr>
                        <a:t> 2</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a:effectLst/>
                        </a:rPr>
                        <a:t>Niets</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a:effectLst/>
                        </a:rPr>
                        <a:t>Product met ID 2</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extLst>
                  <a:ext uri="{0D108BD9-81ED-4DB2-BD59-A6C34878D82A}">
                    <a16:rowId xmlns:a16="http://schemas.microsoft.com/office/drawing/2014/main" val="4160002689"/>
                  </a:ext>
                </a:extLst>
              </a:tr>
              <a:tr h="1259269">
                <a:tc>
                  <a:txBody>
                    <a:bodyPr/>
                    <a:lstStyle/>
                    <a:p>
                      <a:pPr>
                        <a:lnSpc>
                          <a:spcPct val="107000"/>
                        </a:lnSpc>
                        <a:spcBef>
                          <a:spcPts val="600"/>
                        </a:spcBef>
                        <a:spcAft>
                          <a:spcPts val="600"/>
                        </a:spcAft>
                      </a:pPr>
                      <a:r>
                        <a:rPr lang="nl-BE" sz="2600">
                          <a:effectLst/>
                        </a:rPr>
                        <a:t>/api/Products</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a:effectLst/>
                        </a:rPr>
                        <a:t>PUT</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a:effectLst/>
                        </a:rPr>
                        <a:t>Bewerk de gegevens van een product</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dirty="0">
                          <a:effectLst/>
                        </a:rPr>
                        <a:t>Product</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dirty="0">
                          <a:effectLst/>
                        </a:rPr>
                        <a:t>Niets</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extLst>
                  <a:ext uri="{0D108BD9-81ED-4DB2-BD59-A6C34878D82A}">
                    <a16:rowId xmlns:a16="http://schemas.microsoft.com/office/drawing/2014/main" val="4283369257"/>
                  </a:ext>
                </a:extLst>
              </a:tr>
              <a:tr h="833229">
                <a:tc>
                  <a:txBody>
                    <a:bodyPr/>
                    <a:lstStyle/>
                    <a:p>
                      <a:pPr>
                        <a:lnSpc>
                          <a:spcPct val="107000"/>
                        </a:lnSpc>
                        <a:spcBef>
                          <a:spcPts val="600"/>
                        </a:spcBef>
                        <a:spcAft>
                          <a:spcPts val="600"/>
                        </a:spcAft>
                      </a:pPr>
                      <a:r>
                        <a:rPr lang="nl-BE" sz="2600">
                          <a:effectLst/>
                        </a:rPr>
                        <a:t>/api/Products</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a:effectLst/>
                        </a:rPr>
                        <a:t>POST</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a:effectLst/>
                        </a:rPr>
                        <a:t>Voeg een product toe</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a:effectLst/>
                        </a:rPr>
                        <a:t>Product</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a:effectLst/>
                        </a:rPr>
                        <a:t>Product</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extLst>
                  <a:ext uri="{0D108BD9-81ED-4DB2-BD59-A6C34878D82A}">
                    <a16:rowId xmlns:a16="http://schemas.microsoft.com/office/drawing/2014/main" val="1994897838"/>
                  </a:ext>
                </a:extLst>
              </a:tr>
              <a:tr h="833229">
                <a:tc>
                  <a:txBody>
                    <a:bodyPr/>
                    <a:lstStyle/>
                    <a:p>
                      <a:pPr>
                        <a:lnSpc>
                          <a:spcPct val="107000"/>
                        </a:lnSpc>
                        <a:spcBef>
                          <a:spcPts val="600"/>
                        </a:spcBef>
                        <a:spcAft>
                          <a:spcPts val="600"/>
                        </a:spcAft>
                      </a:pPr>
                      <a:r>
                        <a:rPr lang="nl-BE" sz="2600" dirty="0">
                          <a:effectLst/>
                        </a:rPr>
                        <a:t>/</a:t>
                      </a:r>
                      <a:r>
                        <a:rPr lang="nl-BE" sz="2600" dirty="0" err="1">
                          <a:effectLst/>
                        </a:rPr>
                        <a:t>api</a:t>
                      </a:r>
                      <a:r>
                        <a:rPr lang="nl-BE" sz="2600" dirty="0">
                          <a:effectLst/>
                        </a:rPr>
                        <a:t>/</a:t>
                      </a:r>
                      <a:r>
                        <a:rPr lang="nl-BE" sz="2600" dirty="0" err="1">
                          <a:effectLst/>
                        </a:rPr>
                        <a:t>Products</a:t>
                      </a:r>
                      <a:r>
                        <a:rPr lang="nl-BE" sz="2600" dirty="0">
                          <a:effectLst/>
                        </a:rPr>
                        <a:t>/2</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a:effectLst/>
                        </a:rPr>
                        <a:t>DEL</a:t>
                      </a:r>
                      <a:endParaRPr lang="nl-BE" sz="260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dirty="0">
                          <a:effectLst/>
                        </a:rPr>
                        <a:t>Verwijder een product met </a:t>
                      </a:r>
                      <a:r>
                        <a:rPr lang="nl-BE" sz="2600" dirty="0" err="1">
                          <a:effectLst/>
                        </a:rPr>
                        <a:t>id</a:t>
                      </a:r>
                      <a:r>
                        <a:rPr lang="nl-BE" sz="2600" dirty="0">
                          <a:effectLst/>
                        </a:rPr>
                        <a:t> 2</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dirty="0">
                          <a:effectLst/>
                        </a:rPr>
                        <a:t>Niets</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tc>
                  <a:txBody>
                    <a:bodyPr/>
                    <a:lstStyle/>
                    <a:p>
                      <a:pPr>
                        <a:lnSpc>
                          <a:spcPct val="107000"/>
                        </a:lnSpc>
                        <a:spcBef>
                          <a:spcPts val="600"/>
                        </a:spcBef>
                        <a:spcAft>
                          <a:spcPts val="600"/>
                        </a:spcAft>
                      </a:pPr>
                      <a:r>
                        <a:rPr lang="nl-BE" sz="2600" dirty="0">
                          <a:effectLst/>
                        </a:rPr>
                        <a:t>Niets</a:t>
                      </a:r>
                      <a:endParaRPr lang="nl-BE"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158696" marR="158696" marT="0" marB="0"/>
                </a:tc>
                <a:extLst>
                  <a:ext uri="{0D108BD9-81ED-4DB2-BD59-A6C34878D82A}">
                    <a16:rowId xmlns:a16="http://schemas.microsoft.com/office/drawing/2014/main" val="3895567890"/>
                  </a:ext>
                </a:extLst>
              </a:tr>
            </a:tbl>
          </a:graphicData>
        </a:graphic>
      </p:graphicFrame>
    </p:spTree>
    <p:extLst>
      <p:ext uri="{BB962C8B-B14F-4D97-AF65-F5344CB8AC3E}">
        <p14:creationId xmlns:p14="http://schemas.microsoft.com/office/powerpoint/2010/main" val="3169443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2D2DB011-7D39-4627-9DCB-19947E4E5F6D}"/>
              </a:ext>
            </a:extLst>
          </p:cNvPr>
          <p:cNvSpPr>
            <a:spLocks noGrp="1"/>
          </p:cNvSpPr>
          <p:nvPr>
            <p:ph type="body" sz="quarter" idx="17"/>
          </p:nvPr>
        </p:nvSpPr>
        <p:spPr/>
        <p:txBody>
          <a:bodyPr/>
          <a:lstStyle/>
          <a:p>
            <a:pPr marL="571500" indent="-571500">
              <a:buFont typeface="Arial" panose="020B0604020202020204" pitchFamily="34" charset="0"/>
              <a:buChar char="•"/>
            </a:pPr>
            <a:r>
              <a:rPr lang="nl-NL" dirty="0"/>
              <a:t>Altijd in het meervoud!</a:t>
            </a:r>
          </a:p>
          <a:p>
            <a:pPr marL="571500" indent="-571500">
              <a:buFont typeface="Arial" panose="020B0604020202020204" pitchFamily="34" charset="0"/>
              <a:buChar char="•"/>
            </a:pPr>
            <a:r>
              <a:rPr lang="nl-NL" dirty="0"/>
              <a:t>Bevat de resource/data/</a:t>
            </a:r>
            <a:r>
              <a:rPr lang="nl-NL" dirty="0" err="1"/>
              <a:t>entity</a:t>
            </a:r>
            <a:r>
              <a:rPr lang="nl-NL" dirty="0"/>
              <a:t> naam</a:t>
            </a:r>
          </a:p>
          <a:p>
            <a:pPr marL="571500" indent="-571500">
              <a:buFont typeface="Arial" panose="020B0604020202020204" pitchFamily="34" charset="0"/>
              <a:buChar char="•"/>
            </a:pPr>
            <a:r>
              <a:rPr lang="nl-NL" dirty="0"/>
              <a:t>Combinaties moeten duidelijk zijn, bijvoorbeeld geef alle producten van een bepaalde categorie:</a:t>
            </a:r>
            <a:endParaRPr lang="nl-BE" dirty="0"/>
          </a:p>
        </p:txBody>
      </p:sp>
      <p:sp>
        <p:nvSpPr>
          <p:cNvPr id="3" name="Tijdelijke aanduiding voor dianummer 2">
            <a:extLst>
              <a:ext uri="{FF2B5EF4-FFF2-40B4-BE49-F238E27FC236}">
                <a16:creationId xmlns:a16="http://schemas.microsoft.com/office/drawing/2014/main" id="{346257E7-0256-4DFD-9384-DDB6F2844353}"/>
              </a:ext>
            </a:extLst>
          </p:cNvPr>
          <p:cNvSpPr>
            <a:spLocks noGrp="1"/>
          </p:cNvSpPr>
          <p:nvPr>
            <p:ph type="sldNum" sz="quarter" idx="12"/>
          </p:nvPr>
        </p:nvSpPr>
        <p:spPr/>
        <p:txBody>
          <a:bodyPr/>
          <a:lstStyle/>
          <a:p>
            <a:fld id="{B7527A74-2D87-4307-9531-5A57D9647EEB}" type="slidenum">
              <a:rPr lang="nl-BE" smtClean="0"/>
              <a:pPr/>
              <a:t>22</a:t>
            </a:fld>
            <a:endParaRPr lang="nl-BE"/>
          </a:p>
        </p:txBody>
      </p:sp>
      <p:sp>
        <p:nvSpPr>
          <p:cNvPr id="4" name="Titel 3">
            <a:extLst>
              <a:ext uri="{FF2B5EF4-FFF2-40B4-BE49-F238E27FC236}">
                <a16:creationId xmlns:a16="http://schemas.microsoft.com/office/drawing/2014/main" id="{5E033069-930E-484C-9785-5718B7E7E2DE}"/>
              </a:ext>
            </a:extLst>
          </p:cNvPr>
          <p:cNvSpPr>
            <a:spLocks noGrp="1"/>
          </p:cNvSpPr>
          <p:nvPr>
            <p:ph type="title"/>
          </p:nvPr>
        </p:nvSpPr>
        <p:spPr/>
        <p:txBody>
          <a:bodyPr/>
          <a:lstStyle/>
          <a:p>
            <a:r>
              <a:rPr lang="nl-NL" dirty="0"/>
              <a:t>Afspraken omtrent </a:t>
            </a:r>
            <a:r>
              <a:rPr lang="nl-NL" dirty="0" err="1"/>
              <a:t>endpoints</a:t>
            </a:r>
            <a:endParaRPr lang="nl-BE" dirty="0"/>
          </a:p>
        </p:txBody>
      </p:sp>
      <p:sp>
        <p:nvSpPr>
          <p:cNvPr id="7" name="Tijdelijke aanduiding voor tekst 6">
            <a:extLst>
              <a:ext uri="{FF2B5EF4-FFF2-40B4-BE49-F238E27FC236}">
                <a16:creationId xmlns:a16="http://schemas.microsoft.com/office/drawing/2014/main" id="{17C028D3-6F44-440A-BB05-265E3D019472}"/>
              </a:ext>
            </a:extLst>
          </p:cNvPr>
          <p:cNvSpPr>
            <a:spLocks noGrp="1"/>
          </p:cNvSpPr>
          <p:nvPr>
            <p:ph type="body" sz="quarter" idx="18"/>
          </p:nvPr>
        </p:nvSpPr>
        <p:spPr>
          <a:xfrm>
            <a:off x="9144000" y="2354401"/>
            <a:ext cx="8454694" cy="6107802"/>
          </a:xfrm>
        </p:spPr>
        <p:txBody>
          <a:bodyPr/>
          <a:lstStyle/>
          <a:p>
            <a:r>
              <a:rPr lang="nl-NL" dirty="0"/>
              <a:t>/</a:t>
            </a:r>
            <a:r>
              <a:rPr lang="nl-NL" dirty="0" err="1"/>
              <a:t>api</a:t>
            </a:r>
            <a:r>
              <a:rPr lang="nl-NL" dirty="0"/>
              <a:t>/</a:t>
            </a:r>
            <a:r>
              <a:rPr lang="nl-NL" dirty="0" err="1"/>
              <a:t>product</a:t>
            </a:r>
            <a:r>
              <a:rPr lang="nl-NL" b="1" dirty="0" err="1">
                <a:solidFill>
                  <a:schemeClr val="accent1"/>
                </a:solidFill>
              </a:rPr>
              <a:t>S</a:t>
            </a:r>
            <a:r>
              <a:rPr lang="nl-NL" dirty="0"/>
              <a:t> </a:t>
            </a:r>
            <a:r>
              <a:rPr lang="nl-NL" sz="2400" dirty="0"/>
              <a:t>of</a:t>
            </a:r>
            <a:r>
              <a:rPr lang="nl-NL" dirty="0"/>
              <a:t> /</a:t>
            </a:r>
            <a:r>
              <a:rPr lang="nl-NL" dirty="0" err="1"/>
              <a:t>api</a:t>
            </a:r>
            <a:r>
              <a:rPr lang="nl-NL" dirty="0"/>
              <a:t>/</a:t>
            </a:r>
            <a:r>
              <a:rPr lang="nl-NL" dirty="0" err="1"/>
              <a:t>categor</a:t>
            </a:r>
            <a:r>
              <a:rPr lang="nl-NL" b="1" dirty="0" err="1">
                <a:solidFill>
                  <a:schemeClr val="accent1"/>
                </a:solidFill>
              </a:rPr>
              <a:t>ies</a:t>
            </a:r>
            <a:r>
              <a:rPr lang="nl-NL" dirty="0"/>
              <a:t> </a:t>
            </a:r>
            <a:r>
              <a:rPr lang="nl-NL" sz="2400" dirty="0"/>
              <a:t>of</a:t>
            </a:r>
            <a:r>
              <a:rPr lang="nl-NL" dirty="0"/>
              <a:t> …</a:t>
            </a:r>
          </a:p>
          <a:p>
            <a:r>
              <a:rPr lang="nl-NL" dirty="0"/>
              <a:t>/</a:t>
            </a:r>
            <a:r>
              <a:rPr lang="nl-NL" dirty="0" err="1"/>
              <a:t>api</a:t>
            </a:r>
            <a:r>
              <a:rPr lang="nl-NL" dirty="0"/>
              <a:t>/</a:t>
            </a:r>
            <a:r>
              <a:rPr lang="nl-NL" b="1" dirty="0" err="1">
                <a:solidFill>
                  <a:schemeClr val="accent1"/>
                </a:solidFill>
              </a:rPr>
              <a:t>artists</a:t>
            </a:r>
            <a:r>
              <a:rPr lang="nl-NL" dirty="0"/>
              <a:t> </a:t>
            </a:r>
            <a:r>
              <a:rPr lang="nl-NL" sz="2400" dirty="0"/>
              <a:t>of</a:t>
            </a:r>
            <a:r>
              <a:rPr lang="nl-NL" dirty="0"/>
              <a:t> /</a:t>
            </a:r>
            <a:r>
              <a:rPr lang="nl-NL" dirty="0" err="1"/>
              <a:t>api</a:t>
            </a:r>
            <a:r>
              <a:rPr lang="nl-NL" dirty="0"/>
              <a:t>/</a:t>
            </a:r>
            <a:r>
              <a:rPr lang="nl-NL" b="1" dirty="0" err="1">
                <a:solidFill>
                  <a:schemeClr val="accent1"/>
                </a:solidFill>
              </a:rPr>
              <a:t>products</a:t>
            </a:r>
            <a:r>
              <a:rPr lang="nl-NL" dirty="0"/>
              <a:t> </a:t>
            </a:r>
            <a:r>
              <a:rPr lang="nl-NL" sz="2400" dirty="0"/>
              <a:t>of</a:t>
            </a:r>
            <a:r>
              <a:rPr lang="nl-NL" dirty="0"/>
              <a:t> /</a:t>
            </a:r>
            <a:r>
              <a:rPr lang="nl-NL" dirty="0" err="1"/>
              <a:t>api</a:t>
            </a:r>
            <a:r>
              <a:rPr lang="nl-NL" dirty="0"/>
              <a:t>/</a:t>
            </a:r>
            <a:r>
              <a:rPr lang="nl-NL" b="1" dirty="0" err="1">
                <a:solidFill>
                  <a:schemeClr val="accent1"/>
                </a:solidFill>
              </a:rPr>
              <a:t>students</a:t>
            </a:r>
            <a:endParaRPr lang="nl-NL" b="1" dirty="0">
              <a:solidFill>
                <a:schemeClr val="accent1"/>
              </a:solidFill>
            </a:endParaRPr>
          </a:p>
          <a:p>
            <a:r>
              <a:rPr lang="nl-NL" dirty="0"/>
              <a:t>/</a:t>
            </a:r>
            <a:r>
              <a:rPr lang="nl-NL" dirty="0" err="1"/>
              <a:t>api</a:t>
            </a:r>
            <a:r>
              <a:rPr lang="nl-NL" dirty="0">
                <a:solidFill>
                  <a:schemeClr val="accent1"/>
                </a:solidFill>
              </a:rPr>
              <a:t>/</a:t>
            </a:r>
            <a:r>
              <a:rPr lang="nl-NL" dirty="0" err="1">
                <a:solidFill>
                  <a:schemeClr val="accent1"/>
                </a:solidFill>
              </a:rPr>
              <a:t>categories</a:t>
            </a:r>
            <a:r>
              <a:rPr lang="nl-NL" dirty="0">
                <a:solidFill>
                  <a:schemeClr val="accent1"/>
                </a:solidFill>
              </a:rPr>
              <a:t>/{</a:t>
            </a:r>
            <a:r>
              <a:rPr lang="nl-NL" dirty="0" err="1">
                <a:solidFill>
                  <a:schemeClr val="accent1"/>
                </a:solidFill>
              </a:rPr>
              <a:t>id-category</a:t>
            </a:r>
            <a:r>
              <a:rPr lang="nl-NL" dirty="0">
                <a:solidFill>
                  <a:schemeClr val="accent1"/>
                </a:solidFill>
              </a:rPr>
              <a:t>}/</a:t>
            </a:r>
            <a:r>
              <a:rPr lang="nl-NL" dirty="0" err="1">
                <a:solidFill>
                  <a:schemeClr val="accent1"/>
                </a:solidFill>
              </a:rPr>
              <a:t>products</a:t>
            </a:r>
            <a:endParaRPr lang="nl-BE" dirty="0"/>
          </a:p>
        </p:txBody>
      </p:sp>
      <p:sp>
        <p:nvSpPr>
          <p:cNvPr id="5" name="Tijdelijke aanduiding voor datum 4">
            <a:extLst>
              <a:ext uri="{FF2B5EF4-FFF2-40B4-BE49-F238E27FC236}">
                <a16:creationId xmlns:a16="http://schemas.microsoft.com/office/drawing/2014/main" id="{FC99E251-FA9D-4441-AFC9-C107CB3E64BA}"/>
              </a:ext>
            </a:extLst>
          </p:cNvPr>
          <p:cNvSpPr>
            <a:spLocks noGrp="1"/>
          </p:cNvSpPr>
          <p:nvPr>
            <p:ph type="dt" sz="half" idx="10"/>
          </p:nvPr>
        </p:nvSpPr>
        <p:spPr/>
        <p:txBody>
          <a:bodyPr/>
          <a:lstStyle/>
          <a:p>
            <a:fld id="{E64C2695-B263-4353-BD48-CC1D21F07CE5}" type="datetime1">
              <a:rPr lang="nl-BE" smtClean="0"/>
              <a:t>6/10/2025</a:t>
            </a:fld>
            <a:endParaRPr lang="nl-BE" dirty="0"/>
          </a:p>
        </p:txBody>
      </p:sp>
      <p:sp>
        <p:nvSpPr>
          <p:cNvPr id="6" name="Tijdelijke aanduiding voor voettekst 5">
            <a:extLst>
              <a:ext uri="{FF2B5EF4-FFF2-40B4-BE49-F238E27FC236}">
                <a16:creationId xmlns:a16="http://schemas.microsoft.com/office/drawing/2014/main" id="{D1862F82-B307-493A-B8CF-D78CF6070ED6}"/>
              </a:ext>
            </a:extLst>
          </p:cNvPr>
          <p:cNvSpPr>
            <a:spLocks noGrp="1"/>
          </p:cNvSpPr>
          <p:nvPr>
            <p:ph type="ftr" sz="quarter" idx="11"/>
          </p:nvPr>
        </p:nvSpPr>
        <p:spPr/>
        <p:txBody>
          <a:bodyPr/>
          <a:lstStyle/>
          <a:p>
            <a:r>
              <a:rPr lang="nl-BE"/>
              <a:t>PRI - Web API</a:t>
            </a:r>
            <a:endParaRPr lang="nl-BE" dirty="0"/>
          </a:p>
        </p:txBody>
      </p:sp>
    </p:spTree>
    <p:extLst>
      <p:ext uri="{BB962C8B-B14F-4D97-AF65-F5344CB8AC3E}">
        <p14:creationId xmlns:p14="http://schemas.microsoft.com/office/powerpoint/2010/main" val="3844280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2" presetClass="entr" presetSubtype="4" fill="hold" grpId="0"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anim calcmode="lin" valueType="num">
                                      <p:cBhvr additive="base">
                                        <p:cTn id="9"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0"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par>
                                <p:cTn id="15" presetID="2" presetClass="entr" presetSubtype="4" fill="hold" grpId="0" nodeType="with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 calcmode="lin" valueType="num">
                                      <p:cBhvr additive="base">
                                        <p:cTn id="1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par>
                                <p:cTn id="23" presetID="2" presetClass="entr" presetSubtype="4" fill="hold" grpId="0" nodeType="with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anim calcmode="lin" valueType="num">
                                      <p:cBhvr additive="base">
                                        <p:cTn id="2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7"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2D2DB011-7D39-4627-9DCB-19947E4E5F6D}"/>
              </a:ext>
            </a:extLst>
          </p:cNvPr>
          <p:cNvSpPr>
            <a:spLocks noGrp="1"/>
          </p:cNvSpPr>
          <p:nvPr>
            <p:ph type="body" sz="quarter" idx="17"/>
          </p:nvPr>
        </p:nvSpPr>
        <p:spPr/>
        <p:txBody>
          <a:bodyPr/>
          <a:lstStyle/>
          <a:p>
            <a:pPr marL="571500" indent="-571500">
              <a:buFont typeface="Arial" panose="020B0604020202020204" pitchFamily="34" charset="0"/>
              <a:buChar char="•"/>
            </a:pPr>
            <a:r>
              <a:rPr lang="nl-NL" dirty="0"/>
              <a:t>/</a:t>
            </a:r>
            <a:r>
              <a:rPr lang="nl-NL" dirty="0" err="1"/>
              <a:t>api</a:t>
            </a:r>
            <a:r>
              <a:rPr lang="nl-NL" dirty="0"/>
              <a:t>/</a:t>
            </a:r>
            <a:r>
              <a:rPr lang="nl-NL" b="1" dirty="0" err="1"/>
              <a:t>DeleteProduct</a:t>
            </a:r>
            <a:r>
              <a:rPr lang="nl-NL" dirty="0"/>
              <a:t> met HTTP Delete</a:t>
            </a:r>
          </a:p>
          <a:p>
            <a:pPr marL="571500" indent="-571500">
              <a:buFont typeface="Arial" panose="020B0604020202020204" pitchFamily="34" charset="0"/>
              <a:buChar char="•"/>
            </a:pPr>
            <a:r>
              <a:rPr lang="nl-NL" dirty="0"/>
              <a:t>/</a:t>
            </a:r>
            <a:r>
              <a:rPr lang="nl-NL" dirty="0" err="1"/>
              <a:t>api</a:t>
            </a:r>
            <a:r>
              <a:rPr lang="nl-NL" dirty="0"/>
              <a:t>/</a:t>
            </a:r>
            <a:r>
              <a:rPr lang="nl-NL" b="1" dirty="0" err="1"/>
              <a:t>UpdateProduct</a:t>
            </a:r>
            <a:r>
              <a:rPr lang="nl-NL" dirty="0"/>
              <a:t> met HTTP Put</a:t>
            </a:r>
          </a:p>
          <a:p>
            <a:pPr marL="571500" indent="-571500">
              <a:buFont typeface="Arial" panose="020B0604020202020204" pitchFamily="34" charset="0"/>
              <a:buChar char="•"/>
            </a:pPr>
            <a:r>
              <a:rPr lang="nl-NL" dirty="0"/>
              <a:t>/</a:t>
            </a:r>
            <a:r>
              <a:rPr lang="nl-NL" dirty="0" err="1"/>
              <a:t>api</a:t>
            </a:r>
            <a:r>
              <a:rPr lang="nl-NL" dirty="0"/>
              <a:t>/</a:t>
            </a:r>
            <a:r>
              <a:rPr lang="nl-NL" b="1" dirty="0" err="1"/>
              <a:t>CreateNewProduct</a:t>
            </a:r>
            <a:r>
              <a:rPr lang="nl-NL" dirty="0"/>
              <a:t> met HTTP Post</a:t>
            </a:r>
          </a:p>
          <a:p>
            <a:pPr marL="571500" indent="-571500">
              <a:buFont typeface="Arial" panose="020B0604020202020204" pitchFamily="34" charset="0"/>
              <a:buChar char="•"/>
            </a:pPr>
            <a:r>
              <a:rPr lang="nl-NL" dirty="0"/>
              <a:t>/</a:t>
            </a:r>
            <a:r>
              <a:rPr lang="nl-NL" dirty="0" err="1"/>
              <a:t>api</a:t>
            </a:r>
            <a:r>
              <a:rPr lang="nl-NL" dirty="0"/>
              <a:t>/</a:t>
            </a:r>
            <a:r>
              <a:rPr lang="nl-NL" b="1" dirty="0" err="1"/>
              <a:t>GetAllProductsFromCategory</a:t>
            </a:r>
            <a:r>
              <a:rPr lang="nl-NL" dirty="0"/>
              <a:t> met HTTP Get</a:t>
            </a:r>
          </a:p>
          <a:p>
            <a:pPr marL="571500" indent="-571500">
              <a:buFont typeface="Arial" panose="020B0604020202020204" pitchFamily="34" charset="0"/>
              <a:buChar char="•"/>
            </a:pPr>
            <a:r>
              <a:rPr lang="nl-NL" dirty="0"/>
              <a:t>…</a:t>
            </a:r>
          </a:p>
          <a:p>
            <a:pPr marL="571500" indent="-571500">
              <a:buFont typeface="Arial" panose="020B0604020202020204" pitchFamily="34" charset="0"/>
              <a:buChar char="•"/>
            </a:pPr>
            <a:endParaRPr lang="nl-NL" dirty="0"/>
          </a:p>
          <a:p>
            <a:pPr marL="571500" indent="-571500">
              <a:buFont typeface="Arial" panose="020B0604020202020204" pitchFamily="34" charset="0"/>
              <a:buChar char="•"/>
            </a:pPr>
            <a:r>
              <a:rPr lang="nl-NL" dirty="0"/>
              <a:t>Indien je dit wel zou doen zondig je tegen de REST principes!</a:t>
            </a:r>
            <a:endParaRPr lang="nl-BE" dirty="0"/>
          </a:p>
        </p:txBody>
      </p:sp>
      <p:sp>
        <p:nvSpPr>
          <p:cNvPr id="3" name="Tijdelijke aanduiding voor dianummer 2">
            <a:extLst>
              <a:ext uri="{FF2B5EF4-FFF2-40B4-BE49-F238E27FC236}">
                <a16:creationId xmlns:a16="http://schemas.microsoft.com/office/drawing/2014/main" id="{346257E7-0256-4DFD-9384-DDB6F2844353}"/>
              </a:ext>
            </a:extLst>
          </p:cNvPr>
          <p:cNvSpPr>
            <a:spLocks noGrp="1"/>
          </p:cNvSpPr>
          <p:nvPr>
            <p:ph type="sldNum" sz="quarter" idx="12"/>
          </p:nvPr>
        </p:nvSpPr>
        <p:spPr/>
        <p:txBody>
          <a:bodyPr/>
          <a:lstStyle/>
          <a:p>
            <a:fld id="{B7527A74-2D87-4307-9531-5A57D9647EEB}" type="slidenum">
              <a:rPr lang="nl-BE" smtClean="0"/>
              <a:pPr/>
              <a:t>23</a:t>
            </a:fld>
            <a:endParaRPr lang="nl-BE"/>
          </a:p>
        </p:txBody>
      </p:sp>
      <p:sp>
        <p:nvSpPr>
          <p:cNvPr id="4" name="Titel 3">
            <a:extLst>
              <a:ext uri="{FF2B5EF4-FFF2-40B4-BE49-F238E27FC236}">
                <a16:creationId xmlns:a16="http://schemas.microsoft.com/office/drawing/2014/main" id="{5E033069-930E-484C-9785-5718B7E7E2DE}"/>
              </a:ext>
            </a:extLst>
          </p:cNvPr>
          <p:cNvSpPr>
            <a:spLocks noGrp="1"/>
          </p:cNvSpPr>
          <p:nvPr>
            <p:ph type="title"/>
          </p:nvPr>
        </p:nvSpPr>
        <p:spPr/>
        <p:txBody>
          <a:bodyPr/>
          <a:lstStyle/>
          <a:p>
            <a:r>
              <a:rPr lang="nl-NL" dirty="0"/>
              <a:t>Wat doen we NIET?</a:t>
            </a:r>
            <a:endParaRPr lang="nl-BE" dirty="0"/>
          </a:p>
        </p:txBody>
      </p:sp>
      <p:sp>
        <p:nvSpPr>
          <p:cNvPr id="5" name="Tijdelijke aanduiding voor datum 4">
            <a:extLst>
              <a:ext uri="{FF2B5EF4-FFF2-40B4-BE49-F238E27FC236}">
                <a16:creationId xmlns:a16="http://schemas.microsoft.com/office/drawing/2014/main" id="{FC99E251-FA9D-4441-AFC9-C107CB3E64BA}"/>
              </a:ext>
            </a:extLst>
          </p:cNvPr>
          <p:cNvSpPr>
            <a:spLocks noGrp="1"/>
          </p:cNvSpPr>
          <p:nvPr>
            <p:ph type="dt" sz="half" idx="10"/>
          </p:nvPr>
        </p:nvSpPr>
        <p:spPr/>
        <p:txBody>
          <a:bodyPr/>
          <a:lstStyle/>
          <a:p>
            <a:fld id="{E64C2695-B263-4353-BD48-CC1D21F07CE5}" type="datetime1">
              <a:rPr lang="nl-BE" smtClean="0"/>
              <a:t>6/10/2025</a:t>
            </a:fld>
            <a:endParaRPr lang="nl-BE" dirty="0"/>
          </a:p>
        </p:txBody>
      </p:sp>
      <p:sp>
        <p:nvSpPr>
          <p:cNvPr id="6" name="Tijdelijke aanduiding voor voettekst 5">
            <a:extLst>
              <a:ext uri="{FF2B5EF4-FFF2-40B4-BE49-F238E27FC236}">
                <a16:creationId xmlns:a16="http://schemas.microsoft.com/office/drawing/2014/main" id="{D1862F82-B307-493A-B8CF-D78CF6070ED6}"/>
              </a:ext>
            </a:extLst>
          </p:cNvPr>
          <p:cNvSpPr>
            <a:spLocks noGrp="1"/>
          </p:cNvSpPr>
          <p:nvPr>
            <p:ph type="ftr" sz="quarter" idx="11"/>
          </p:nvPr>
        </p:nvSpPr>
        <p:spPr/>
        <p:txBody>
          <a:bodyPr/>
          <a:lstStyle/>
          <a:p>
            <a:r>
              <a:rPr lang="nl-BE"/>
              <a:t>PRI - Web API</a:t>
            </a:r>
            <a:endParaRPr lang="nl-BE" dirty="0"/>
          </a:p>
        </p:txBody>
      </p:sp>
      <p:pic>
        <p:nvPicPr>
          <p:cNvPr id="10" name="Graphic 9">
            <a:extLst>
              <a:ext uri="{FF2B5EF4-FFF2-40B4-BE49-F238E27FC236}">
                <a16:creationId xmlns:a16="http://schemas.microsoft.com/office/drawing/2014/main" id="{9EFBC5C1-CB85-4840-A89F-5AA4A9B32F6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67775" y="2438787"/>
            <a:ext cx="552450" cy="552450"/>
          </a:xfrm>
          <a:prstGeom prst="rect">
            <a:avLst/>
          </a:prstGeom>
        </p:spPr>
      </p:pic>
      <p:pic>
        <p:nvPicPr>
          <p:cNvPr id="11" name="Graphic 10">
            <a:extLst>
              <a:ext uri="{FF2B5EF4-FFF2-40B4-BE49-F238E27FC236}">
                <a16:creationId xmlns:a16="http://schemas.microsoft.com/office/drawing/2014/main" id="{F1AB5736-F590-48D0-B1D5-D18E4F093A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45734" y="3095040"/>
            <a:ext cx="552450" cy="552450"/>
          </a:xfrm>
          <a:prstGeom prst="rect">
            <a:avLst/>
          </a:prstGeom>
        </p:spPr>
      </p:pic>
      <p:pic>
        <p:nvPicPr>
          <p:cNvPr id="12" name="Graphic 11">
            <a:extLst>
              <a:ext uri="{FF2B5EF4-FFF2-40B4-BE49-F238E27FC236}">
                <a16:creationId xmlns:a16="http://schemas.microsoft.com/office/drawing/2014/main" id="{81B60636-31B4-4F99-8C09-F932FE27F8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61720" y="3826400"/>
            <a:ext cx="552450" cy="552450"/>
          </a:xfrm>
          <a:prstGeom prst="rect">
            <a:avLst/>
          </a:prstGeom>
        </p:spPr>
      </p:pic>
      <p:pic>
        <p:nvPicPr>
          <p:cNvPr id="13" name="Graphic 12">
            <a:extLst>
              <a:ext uri="{FF2B5EF4-FFF2-40B4-BE49-F238E27FC236}">
                <a16:creationId xmlns:a16="http://schemas.microsoft.com/office/drawing/2014/main" id="{86D1B954-CAF9-4709-9026-174F3E3691F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49614" y="4482653"/>
            <a:ext cx="552450" cy="552450"/>
          </a:xfrm>
          <a:prstGeom prst="rect">
            <a:avLst/>
          </a:prstGeom>
        </p:spPr>
      </p:pic>
    </p:spTree>
    <p:extLst>
      <p:ext uri="{BB962C8B-B14F-4D97-AF65-F5344CB8AC3E}">
        <p14:creationId xmlns:p14="http://schemas.microsoft.com/office/powerpoint/2010/main" val="4169568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53" presetClass="entr" presetSubtype="16" fill="hold" nodeType="withEffect">
                                  <p:stCondLst>
                                    <p:cond delay="0"/>
                                  </p:stCondLst>
                                  <p:childTnLst>
                                    <p:set>
                                      <p:cBhvr>
                                        <p:cTn id="8" dur="1" fill="hold">
                                          <p:stCondLst>
                                            <p:cond delay="0"/>
                                          </p:stCondLst>
                                        </p:cTn>
                                        <p:tgtEl>
                                          <p:spTgt spid="10"/>
                                        </p:tgtEl>
                                        <p:attrNameLst>
                                          <p:attrName>style.visibility</p:attrName>
                                        </p:attrNameLst>
                                      </p:cBhvr>
                                      <p:to>
                                        <p:strVal val="visible"/>
                                      </p:to>
                                    </p:set>
                                    <p:anim calcmode="lin" valueType="num">
                                      <p:cBhvr>
                                        <p:cTn id="9" dur="500" fill="hold"/>
                                        <p:tgtEl>
                                          <p:spTgt spid="10"/>
                                        </p:tgtEl>
                                        <p:attrNameLst>
                                          <p:attrName>ppt_w</p:attrName>
                                        </p:attrNameLst>
                                      </p:cBhvr>
                                      <p:tavLst>
                                        <p:tav tm="0">
                                          <p:val>
                                            <p:fltVal val="0"/>
                                          </p:val>
                                        </p:tav>
                                        <p:tav tm="100000">
                                          <p:val>
                                            <p:strVal val="#ppt_w"/>
                                          </p:val>
                                        </p:tav>
                                      </p:tavLst>
                                    </p:anim>
                                    <p:anim calcmode="lin" valueType="num">
                                      <p:cBhvr>
                                        <p:cTn id="10" dur="500" fill="hold"/>
                                        <p:tgtEl>
                                          <p:spTgt spid="10"/>
                                        </p:tgtEl>
                                        <p:attrNameLst>
                                          <p:attrName>ppt_h</p:attrName>
                                        </p:attrNameLst>
                                      </p:cBhvr>
                                      <p:tavLst>
                                        <p:tav tm="0">
                                          <p:val>
                                            <p:fltVal val="0"/>
                                          </p:val>
                                        </p:tav>
                                        <p:tav tm="100000">
                                          <p:val>
                                            <p:strVal val="#ppt_h"/>
                                          </p:val>
                                        </p:tav>
                                      </p:tavLst>
                                    </p:anim>
                                    <p:animEffect transition="in" filter="fad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childTnLst>
                                </p:cTn>
                              </p:par>
                              <p:par>
                                <p:cTn id="16" presetID="53" presetClass="entr" presetSubtype="16"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ppt_w</p:attrName>
                                        </p:attrNameLst>
                                      </p:cBhvr>
                                      <p:tavLst>
                                        <p:tav tm="0">
                                          <p:val>
                                            <p:fltVal val="0"/>
                                          </p:val>
                                        </p:tav>
                                        <p:tav tm="100000">
                                          <p:val>
                                            <p:strVal val="#ppt_w"/>
                                          </p:val>
                                        </p:tav>
                                      </p:tavLst>
                                    </p:anim>
                                    <p:anim calcmode="lin" valueType="num">
                                      <p:cBhvr>
                                        <p:cTn id="19" dur="500" fill="hold"/>
                                        <p:tgtEl>
                                          <p:spTgt spid="11"/>
                                        </p:tgtEl>
                                        <p:attrNameLst>
                                          <p:attrName>ppt_h</p:attrName>
                                        </p:attrNameLst>
                                      </p:cBhvr>
                                      <p:tavLst>
                                        <p:tav tm="0">
                                          <p:val>
                                            <p:fltVal val="0"/>
                                          </p:val>
                                        </p:tav>
                                        <p:tav tm="100000">
                                          <p:val>
                                            <p:strVal val="#ppt_h"/>
                                          </p:val>
                                        </p:tav>
                                      </p:tavLst>
                                    </p:anim>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childTnLst>
                                </p:cTn>
                              </p:par>
                              <p:par>
                                <p:cTn id="25" presetID="53" presetClass="entr" presetSubtype="16"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
                                            <p:txEl>
                                              <p:pRg st="3" end="3"/>
                                            </p:txEl>
                                          </p:spTgt>
                                        </p:tgtEl>
                                        <p:attrNameLst>
                                          <p:attrName>style.visibility</p:attrName>
                                        </p:attrNameLst>
                                      </p:cBhvr>
                                      <p:to>
                                        <p:strVal val="visible"/>
                                      </p:to>
                                    </p:set>
                                  </p:childTnLst>
                                </p:cTn>
                              </p:par>
                              <p:par>
                                <p:cTn id="34" presetID="53" presetClass="entr" presetSubtype="16"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animEffect transition="in" filter="fade">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E6B517C3-58F0-4F3E-939A-8D87109CE2B7}"/>
              </a:ext>
            </a:extLst>
          </p:cNvPr>
          <p:cNvSpPr>
            <a:spLocks noGrp="1"/>
          </p:cNvSpPr>
          <p:nvPr>
            <p:ph type="ctrTitle"/>
          </p:nvPr>
        </p:nvSpPr>
        <p:spPr/>
        <p:txBody>
          <a:bodyPr/>
          <a:lstStyle/>
          <a:p>
            <a:r>
              <a:rPr lang="en-US" dirty="0"/>
              <a:t>HTTP Response codes</a:t>
            </a:r>
            <a:endParaRPr lang="nl-BE" dirty="0"/>
          </a:p>
        </p:txBody>
      </p:sp>
      <p:sp>
        <p:nvSpPr>
          <p:cNvPr id="8" name="Ondertitel 7">
            <a:extLst>
              <a:ext uri="{FF2B5EF4-FFF2-40B4-BE49-F238E27FC236}">
                <a16:creationId xmlns:a16="http://schemas.microsoft.com/office/drawing/2014/main" id="{23B9A51A-0C09-4C7E-B2BE-FAFDDD34EA93}"/>
              </a:ext>
            </a:extLst>
          </p:cNvPr>
          <p:cNvSpPr>
            <a:spLocks noGrp="1"/>
          </p:cNvSpPr>
          <p:nvPr>
            <p:ph type="subTitle" idx="1"/>
          </p:nvPr>
        </p:nvSpPr>
        <p:spPr/>
        <p:txBody>
          <a:bodyPr/>
          <a:lstStyle/>
          <a:p>
            <a:r>
              <a:rPr lang="nl-BE" dirty="0"/>
              <a:t>Communiceren met een API </a:t>
            </a:r>
          </a:p>
        </p:txBody>
      </p:sp>
    </p:spTree>
    <p:extLst>
      <p:ext uri="{BB962C8B-B14F-4D97-AF65-F5344CB8AC3E}">
        <p14:creationId xmlns:p14="http://schemas.microsoft.com/office/powerpoint/2010/main" val="138742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CFC8DB0A-A295-4FEC-91EE-D233F33F4514}"/>
              </a:ext>
            </a:extLst>
          </p:cNvPr>
          <p:cNvSpPr>
            <a:spLocks noGrp="1"/>
          </p:cNvSpPr>
          <p:nvPr>
            <p:ph type="body" sz="quarter" idx="17"/>
          </p:nvPr>
        </p:nvSpPr>
        <p:spPr/>
        <p:txBody>
          <a:bodyPr/>
          <a:lstStyle/>
          <a:p>
            <a:pPr marL="571500" indent="-571500">
              <a:buFont typeface="Arial" panose="020B0604020202020204" pitchFamily="34" charset="0"/>
              <a:buChar char="•"/>
            </a:pPr>
            <a:r>
              <a:rPr lang="nl-NL" dirty="0"/>
              <a:t>Net zoals een MVC webserver zal ook een API response codes terugsturen naar de clients</a:t>
            </a:r>
          </a:p>
          <a:p>
            <a:pPr marL="571500" indent="-571500">
              <a:buFont typeface="Arial" panose="020B0604020202020204" pitchFamily="34" charset="0"/>
              <a:buChar char="•"/>
            </a:pPr>
            <a:r>
              <a:rPr lang="nl-NL" dirty="0"/>
              <a:t>Kunnen ingedeeld worden in 5 groepen:</a:t>
            </a:r>
          </a:p>
          <a:p>
            <a:pPr marL="571500" indent="-571500">
              <a:buFont typeface="Arial" panose="020B0604020202020204" pitchFamily="34" charset="0"/>
              <a:buChar char="•"/>
            </a:pPr>
            <a:r>
              <a:rPr lang="nl-NL" dirty="0"/>
              <a:t>1xx </a:t>
            </a:r>
            <a:r>
              <a:rPr lang="nl-NL" dirty="0" err="1"/>
              <a:t>Informational</a:t>
            </a:r>
            <a:endParaRPr lang="nl-NL" dirty="0"/>
          </a:p>
          <a:p>
            <a:pPr marL="571500" indent="-571500">
              <a:buFont typeface="Arial" panose="020B0604020202020204" pitchFamily="34" charset="0"/>
              <a:buChar char="•"/>
            </a:pPr>
            <a:r>
              <a:rPr lang="nl-NL" dirty="0"/>
              <a:t>2xx </a:t>
            </a:r>
            <a:r>
              <a:rPr lang="nl-NL" dirty="0" err="1"/>
              <a:t>Success</a:t>
            </a:r>
            <a:endParaRPr lang="nl-NL" dirty="0"/>
          </a:p>
          <a:p>
            <a:pPr marL="571500" indent="-571500">
              <a:buFont typeface="Arial" panose="020B0604020202020204" pitchFamily="34" charset="0"/>
              <a:buChar char="•"/>
            </a:pPr>
            <a:r>
              <a:rPr lang="nl-NL" dirty="0"/>
              <a:t>3xx </a:t>
            </a:r>
            <a:r>
              <a:rPr lang="nl-NL" dirty="0" err="1"/>
              <a:t>Redirection</a:t>
            </a:r>
            <a:endParaRPr lang="nl-NL" dirty="0"/>
          </a:p>
          <a:p>
            <a:pPr marL="571500" indent="-571500">
              <a:buFont typeface="Arial" panose="020B0604020202020204" pitchFamily="34" charset="0"/>
              <a:buChar char="•"/>
            </a:pPr>
            <a:r>
              <a:rPr lang="nl-NL" dirty="0"/>
              <a:t>4xx Client Error</a:t>
            </a:r>
          </a:p>
          <a:p>
            <a:pPr marL="571500" indent="-571500">
              <a:buFont typeface="Arial" panose="020B0604020202020204" pitchFamily="34" charset="0"/>
              <a:buChar char="•"/>
            </a:pPr>
            <a:r>
              <a:rPr lang="nl-NL" dirty="0"/>
              <a:t>5xx Server Error</a:t>
            </a:r>
            <a:endParaRPr lang="nl-BE" dirty="0"/>
          </a:p>
        </p:txBody>
      </p:sp>
      <p:sp>
        <p:nvSpPr>
          <p:cNvPr id="3" name="Tijdelijke aanduiding voor dianummer 2">
            <a:extLst>
              <a:ext uri="{FF2B5EF4-FFF2-40B4-BE49-F238E27FC236}">
                <a16:creationId xmlns:a16="http://schemas.microsoft.com/office/drawing/2014/main" id="{0C6356A3-BD52-4F3E-8D7D-AE2C96862812}"/>
              </a:ext>
            </a:extLst>
          </p:cNvPr>
          <p:cNvSpPr>
            <a:spLocks noGrp="1"/>
          </p:cNvSpPr>
          <p:nvPr>
            <p:ph type="sldNum" sz="quarter" idx="12"/>
          </p:nvPr>
        </p:nvSpPr>
        <p:spPr/>
        <p:txBody>
          <a:bodyPr/>
          <a:lstStyle/>
          <a:p>
            <a:fld id="{B7527A74-2D87-4307-9531-5A57D9647EEB}" type="slidenum">
              <a:rPr lang="nl-BE" smtClean="0"/>
              <a:pPr/>
              <a:t>25</a:t>
            </a:fld>
            <a:endParaRPr lang="nl-BE"/>
          </a:p>
        </p:txBody>
      </p:sp>
      <p:sp>
        <p:nvSpPr>
          <p:cNvPr id="4" name="Titel 3">
            <a:extLst>
              <a:ext uri="{FF2B5EF4-FFF2-40B4-BE49-F238E27FC236}">
                <a16:creationId xmlns:a16="http://schemas.microsoft.com/office/drawing/2014/main" id="{F000DD84-729C-4E77-B602-08C9B4E49716}"/>
              </a:ext>
            </a:extLst>
          </p:cNvPr>
          <p:cNvSpPr>
            <a:spLocks noGrp="1"/>
          </p:cNvSpPr>
          <p:nvPr>
            <p:ph type="title"/>
          </p:nvPr>
        </p:nvSpPr>
        <p:spPr/>
        <p:txBody>
          <a:bodyPr/>
          <a:lstStyle/>
          <a:p>
            <a:r>
              <a:rPr lang="nl-NL" dirty="0"/>
              <a:t>HTTP Response codes</a:t>
            </a:r>
            <a:endParaRPr lang="nl-BE" dirty="0"/>
          </a:p>
        </p:txBody>
      </p:sp>
      <p:sp>
        <p:nvSpPr>
          <p:cNvPr id="5" name="Tijdelijke aanduiding voor datum 4">
            <a:extLst>
              <a:ext uri="{FF2B5EF4-FFF2-40B4-BE49-F238E27FC236}">
                <a16:creationId xmlns:a16="http://schemas.microsoft.com/office/drawing/2014/main" id="{9D56BB83-E5B8-473E-ABF1-1E8E35F44E7E}"/>
              </a:ext>
            </a:extLst>
          </p:cNvPr>
          <p:cNvSpPr>
            <a:spLocks noGrp="1"/>
          </p:cNvSpPr>
          <p:nvPr>
            <p:ph type="dt" sz="half" idx="10"/>
          </p:nvPr>
        </p:nvSpPr>
        <p:spPr/>
        <p:txBody>
          <a:bodyPr/>
          <a:lstStyle/>
          <a:p>
            <a:fld id="{E64C2695-B263-4353-BD48-CC1D21F07CE5}" type="datetime1">
              <a:rPr lang="nl-BE" smtClean="0"/>
              <a:t>6/10/2025</a:t>
            </a:fld>
            <a:endParaRPr lang="nl-BE" dirty="0"/>
          </a:p>
        </p:txBody>
      </p:sp>
      <p:sp>
        <p:nvSpPr>
          <p:cNvPr id="6" name="Tijdelijke aanduiding voor voettekst 5">
            <a:extLst>
              <a:ext uri="{FF2B5EF4-FFF2-40B4-BE49-F238E27FC236}">
                <a16:creationId xmlns:a16="http://schemas.microsoft.com/office/drawing/2014/main" id="{FDA56A7D-A69A-47AF-A84B-97C00B1A6005}"/>
              </a:ext>
            </a:extLst>
          </p:cNvPr>
          <p:cNvSpPr>
            <a:spLocks noGrp="1"/>
          </p:cNvSpPr>
          <p:nvPr>
            <p:ph type="ftr" sz="quarter" idx="11"/>
          </p:nvPr>
        </p:nvSpPr>
        <p:spPr/>
        <p:txBody>
          <a:bodyPr/>
          <a:lstStyle/>
          <a:p>
            <a:r>
              <a:rPr lang="nl-BE"/>
              <a:t>PRI - Web API</a:t>
            </a:r>
            <a:endParaRPr lang="nl-BE" dirty="0"/>
          </a:p>
        </p:txBody>
      </p:sp>
    </p:spTree>
    <p:extLst>
      <p:ext uri="{BB962C8B-B14F-4D97-AF65-F5344CB8AC3E}">
        <p14:creationId xmlns:p14="http://schemas.microsoft.com/office/powerpoint/2010/main" val="25669802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CFC8DB0A-A295-4FEC-91EE-D233F33F4514}"/>
              </a:ext>
            </a:extLst>
          </p:cNvPr>
          <p:cNvSpPr>
            <a:spLocks noGrp="1"/>
          </p:cNvSpPr>
          <p:nvPr>
            <p:ph type="body" sz="quarter" idx="17"/>
          </p:nvPr>
        </p:nvSpPr>
        <p:spPr/>
        <p:txBody>
          <a:bodyPr/>
          <a:lstStyle/>
          <a:p>
            <a:pPr marL="571500" indent="-571500">
              <a:buFont typeface="Arial" panose="020B0604020202020204" pitchFamily="34" charset="0"/>
              <a:buChar char="•"/>
            </a:pPr>
            <a:r>
              <a:rPr lang="nl-NL" dirty="0"/>
              <a:t>Enkele veel voorkomende:</a:t>
            </a:r>
          </a:p>
          <a:p>
            <a:pPr marL="571500" indent="-571500">
              <a:buFont typeface="Arial" panose="020B0604020202020204" pitchFamily="34" charset="0"/>
              <a:buChar char="•"/>
            </a:pPr>
            <a:r>
              <a:rPr lang="nl-NL" dirty="0"/>
              <a:t>200 – OK</a:t>
            </a:r>
          </a:p>
          <a:p>
            <a:pPr marL="571500" indent="-571500">
              <a:buFont typeface="Arial" panose="020B0604020202020204" pitchFamily="34" charset="0"/>
              <a:buChar char="•"/>
            </a:pPr>
            <a:r>
              <a:rPr lang="nl-NL" dirty="0"/>
              <a:t>201 – </a:t>
            </a:r>
            <a:r>
              <a:rPr lang="nl-NL" dirty="0" err="1"/>
              <a:t>Created</a:t>
            </a:r>
            <a:r>
              <a:rPr lang="nl-NL" dirty="0"/>
              <a:t> (bij POST)</a:t>
            </a:r>
          </a:p>
          <a:p>
            <a:pPr marL="571500" indent="-571500">
              <a:buFont typeface="Arial" panose="020B0604020202020204" pitchFamily="34" charset="0"/>
              <a:buChar char="•"/>
            </a:pPr>
            <a:r>
              <a:rPr lang="nl-NL" dirty="0"/>
              <a:t>400 Bad </a:t>
            </a:r>
            <a:r>
              <a:rPr lang="nl-NL" dirty="0" err="1"/>
              <a:t>Request</a:t>
            </a:r>
            <a:endParaRPr lang="nl-NL" dirty="0"/>
          </a:p>
          <a:p>
            <a:pPr marL="571500" indent="-571500">
              <a:buFont typeface="Arial" panose="020B0604020202020204" pitchFamily="34" charset="0"/>
              <a:buChar char="•"/>
            </a:pPr>
            <a:r>
              <a:rPr lang="nl-NL" dirty="0"/>
              <a:t>401 </a:t>
            </a:r>
            <a:r>
              <a:rPr lang="nl-NL" dirty="0" err="1"/>
              <a:t>Unauthorized</a:t>
            </a:r>
            <a:endParaRPr lang="nl-NL" dirty="0"/>
          </a:p>
          <a:p>
            <a:pPr marL="571500" indent="-571500">
              <a:buFont typeface="Arial" panose="020B0604020202020204" pitchFamily="34" charset="0"/>
              <a:buChar char="•"/>
            </a:pPr>
            <a:r>
              <a:rPr lang="nl-NL" dirty="0"/>
              <a:t>403 </a:t>
            </a:r>
            <a:r>
              <a:rPr lang="nl-NL" dirty="0" err="1"/>
              <a:t>Forbidden</a:t>
            </a:r>
            <a:endParaRPr lang="nl-NL" dirty="0"/>
          </a:p>
          <a:p>
            <a:pPr marL="571500" indent="-571500">
              <a:buFont typeface="Arial" panose="020B0604020202020204" pitchFamily="34" charset="0"/>
              <a:buChar char="•"/>
            </a:pPr>
            <a:r>
              <a:rPr lang="nl-NL" dirty="0"/>
              <a:t>404 </a:t>
            </a:r>
            <a:r>
              <a:rPr lang="nl-NL" dirty="0" err="1"/>
              <a:t>Not</a:t>
            </a:r>
            <a:r>
              <a:rPr lang="nl-NL" dirty="0"/>
              <a:t> Found</a:t>
            </a:r>
          </a:p>
          <a:p>
            <a:pPr marL="571500" indent="-571500">
              <a:buFont typeface="Arial" panose="020B0604020202020204" pitchFamily="34" charset="0"/>
              <a:buChar char="•"/>
            </a:pPr>
            <a:r>
              <a:rPr lang="nl-NL" dirty="0"/>
              <a:t>500 </a:t>
            </a:r>
            <a:r>
              <a:rPr lang="nl-NL" dirty="0" err="1"/>
              <a:t>Internal</a:t>
            </a:r>
            <a:r>
              <a:rPr lang="nl-NL" dirty="0"/>
              <a:t> Server Error</a:t>
            </a:r>
            <a:endParaRPr lang="nl-BE" dirty="0"/>
          </a:p>
        </p:txBody>
      </p:sp>
      <p:sp>
        <p:nvSpPr>
          <p:cNvPr id="3" name="Tijdelijke aanduiding voor dianummer 2">
            <a:extLst>
              <a:ext uri="{FF2B5EF4-FFF2-40B4-BE49-F238E27FC236}">
                <a16:creationId xmlns:a16="http://schemas.microsoft.com/office/drawing/2014/main" id="{0C6356A3-BD52-4F3E-8D7D-AE2C96862812}"/>
              </a:ext>
            </a:extLst>
          </p:cNvPr>
          <p:cNvSpPr>
            <a:spLocks noGrp="1"/>
          </p:cNvSpPr>
          <p:nvPr>
            <p:ph type="sldNum" sz="quarter" idx="12"/>
          </p:nvPr>
        </p:nvSpPr>
        <p:spPr/>
        <p:txBody>
          <a:bodyPr/>
          <a:lstStyle/>
          <a:p>
            <a:fld id="{B7527A74-2D87-4307-9531-5A57D9647EEB}" type="slidenum">
              <a:rPr lang="nl-BE" smtClean="0"/>
              <a:pPr/>
              <a:t>26</a:t>
            </a:fld>
            <a:endParaRPr lang="nl-BE"/>
          </a:p>
        </p:txBody>
      </p:sp>
      <p:sp>
        <p:nvSpPr>
          <p:cNvPr id="4" name="Titel 3">
            <a:extLst>
              <a:ext uri="{FF2B5EF4-FFF2-40B4-BE49-F238E27FC236}">
                <a16:creationId xmlns:a16="http://schemas.microsoft.com/office/drawing/2014/main" id="{F000DD84-729C-4E77-B602-08C9B4E49716}"/>
              </a:ext>
            </a:extLst>
          </p:cNvPr>
          <p:cNvSpPr>
            <a:spLocks noGrp="1"/>
          </p:cNvSpPr>
          <p:nvPr>
            <p:ph type="title"/>
          </p:nvPr>
        </p:nvSpPr>
        <p:spPr/>
        <p:txBody>
          <a:bodyPr/>
          <a:lstStyle/>
          <a:p>
            <a:r>
              <a:rPr lang="nl-NL" dirty="0"/>
              <a:t>HTTP Response codes</a:t>
            </a:r>
            <a:endParaRPr lang="nl-BE" dirty="0"/>
          </a:p>
        </p:txBody>
      </p:sp>
      <p:sp>
        <p:nvSpPr>
          <p:cNvPr id="5" name="Tijdelijke aanduiding voor datum 4">
            <a:extLst>
              <a:ext uri="{FF2B5EF4-FFF2-40B4-BE49-F238E27FC236}">
                <a16:creationId xmlns:a16="http://schemas.microsoft.com/office/drawing/2014/main" id="{9D56BB83-E5B8-473E-ABF1-1E8E35F44E7E}"/>
              </a:ext>
            </a:extLst>
          </p:cNvPr>
          <p:cNvSpPr>
            <a:spLocks noGrp="1"/>
          </p:cNvSpPr>
          <p:nvPr>
            <p:ph type="dt" sz="half" idx="10"/>
          </p:nvPr>
        </p:nvSpPr>
        <p:spPr/>
        <p:txBody>
          <a:bodyPr/>
          <a:lstStyle/>
          <a:p>
            <a:fld id="{E64C2695-B263-4353-BD48-CC1D21F07CE5}" type="datetime1">
              <a:rPr lang="nl-BE" smtClean="0"/>
              <a:t>6/10/2025</a:t>
            </a:fld>
            <a:endParaRPr lang="nl-BE" dirty="0"/>
          </a:p>
        </p:txBody>
      </p:sp>
      <p:sp>
        <p:nvSpPr>
          <p:cNvPr id="6" name="Tijdelijke aanduiding voor voettekst 5">
            <a:extLst>
              <a:ext uri="{FF2B5EF4-FFF2-40B4-BE49-F238E27FC236}">
                <a16:creationId xmlns:a16="http://schemas.microsoft.com/office/drawing/2014/main" id="{FDA56A7D-A69A-47AF-A84B-97C00B1A6005}"/>
              </a:ext>
            </a:extLst>
          </p:cNvPr>
          <p:cNvSpPr>
            <a:spLocks noGrp="1"/>
          </p:cNvSpPr>
          <p:nvPr>
            <p:ph type="ftr" sz="quarter" idx="11"/>
          </p:nvPr>
        </p:nvSpPr>
        <p:spPr/>
        <p:txBody>
          <a:bodyPr/>
          <a:lstStyle/>
          <a:p>
            <a:r>
              <a:rPr lang="nl-BE"/>
              <a:t>PRI - Web API</a:t>
            </a:r>
            <a:endParaRPr lang="nl-BE" dirty="0"/>
          </a:p>
        </p:txBody>
      </p:sp>
    </p:spTree>
    <p:extLst>
      <p:ext uri="{BB962C8B-B14F-4D97-AF65-F5344CB8AC3E}">
        <p14:creationId xmlns:p14="http://schemas.microsoft.com/office/powerpoint/2010/main" val="2370253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E6B517C3-58F0-4F3E-939A-8D87109CE2B7}"/>
              </a:ext>
            </a:extLst>
          </p:cNvPr>
          <p:cNvSpPr>
            <a:spLocks noGrp="1"/>
          </p:cNvSpPr>
          <p:nvPr>
            <p:ph type="ctrTitle"/>
          </p:nvPr>
        </p:nvSpPr>
        <p:spPr/>
        <p:txBody>
          <a:bodyPr/>
          <a:lstStyle/>
          <a:p>
            <a:r>
              <a:rPr lang="en-US" dirty="0"/>
              <a:t>Data Transfer Objects</a:t>
            </a:r>
            <a:endParaRPr lang="nl-BE" dirty="0"/>
          </a:p>
        </p:txBody>
      </p:sp>
      <p:sp>
        <p:nvSpPr>
          <p:cNvPr id="8" name="Ondertitel 7">
            <a:extLst>
              <a:ext uri="{FF2B5EF4-FFF2-40B4-BE49-F238E27FC236}">
                <a16:creationId xmlns:a16="http://schemas.microsoft.com/office/drawing/2014/main" id="{23B9A51A-0C09-4C7E-B2BE-FAFDDD34EA93}"/>
              </a:ext>
            </a:extLst>
          </p:cNvPr>
          <p:cNvSpPr>
            <a:spLocks noGrp="1"/>
          </p:cNvSpPr>
          <p:nvPr>
            <p:ph type="subTitle" idx="1"/>
          </p:nvPr>
        </p:nvSpPr>
        <p:spPr/>
        <p:txBody>
          <a:bodyPr/>
          <a:lstStyle/>
          <a:p>
            <a:r>
              <a:rPr lang="nl-BE" dirty="0"/>
              <a:t>Communiceren met een API </a:t>
            </a:r>
          </a:p>
        </p:txBody>
      </p:sp>
    </p:spTree>
    <p:extLst>
      <p:ext uri="{BB962C8B-B14F-4D97-AF65-F5344CB8AC3E}">
        <p14:creationId xmlns:p14="http://schemas.microsoft.com/office/powerpoint/2010/main" val="23239123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99DADBD-8F08-4AB4-A64C-361BCFD3A54B}"/>
              </a:ext>
            </a:extLst>
          </p:cNvPr>
          <p:cNvSpPr>
            <a:spLocks noGrp="1"/>
          </p:cNvSpPr>
          <p:nvPr>
            <p:ph type="body" sz="quarter" idx="17"/>
          </p:nvPr>
        </p:nvSpPr>
        <p:spPr/>
        <p:txBody>
          <a:bodyPr/>
          <a:lstStyle/>
          <a:p>
            <a:pPr marL="571500" indent="-571500">
              <a:buFont typeface="Arial" panose="020B0604020202020204" pitchFamily="34" charset="0"/>
              <a:buChar char="•"/>
            </a:pPr>
            <a:r>
              <a:rPr lang="nl-NL" dirty="0"/>
              <a:t>Maar net zoals bij een MVC gaan we onze </a:t>
            </a:r>
            <a:r>
              <a:rPr lang="nl-NL" b="1" dirty="0" err="1">
                <a:solidFill>
                  <a:schemeClr val="accent1"/>
                </a:solidFill>
              </a:rPr>
              <a:t>entities</a:t>
            </a:r>
            <a:r>
              <a:rPr lang="nl-NL" b="1" dirty="0">
                <a:solidFill>
                  <a:schemeClr val="accent1"/>
                </a:solidFill>
              </a:rPr>
              <a:t> nooit</a:t>
            </a:r>
            <a:r>
              <a:rPr lang="nl-NL" dirty="0"/>
              <a:t> rechtstreeks </a:t>
            </a:r>
            <a:r>
              <a:rPr lang="nl-NL" b="1" dirty="0">
                <a:solidFill>
                  <a:schemeClr val="accent1"/>
                </a:solidFill>
              </a:rPr>
              <a:t>doorsturen</a:t>
            </a:r>
            <a:r>
              <a:rPr lang="nl-NL" dirty="0"/>
              <a:t> naar de gebruiker.</a:t>
            </a:r>
          </a:p>
          <a:p>
            <a:pPr marL="571500" indent="-571500">
              <a:buFont typeface="Arial" panose="020B0604020202020204" pitchFamily="34" charset="0"/>
              <a:buChar char="•"/>
            </a:pPr>
            <a:r>
              <a:rPr lang="nl-NL" dirty="0" err="1"/>
              <a:t>Ipv</a:t>
            </a:r>
            <a:r>
              <a:rPr lang="nl-NL" dirty="0"/>
              <a:t> een </a:t>
            </a:r>
            <a:r>
              <a:rPr lang="nl-NL" dirty="0" err="1"/>
              <a:t>ViewModel</a:t>
            </a:r>
            <a:r>
              <a:rPr lang="nl-NL" dirty="0"/>
              <a:t> gebruiken we bij een API een </a:t>
            </a:r>
            <a:r>
              <a:rPr lang="nl-NL" b="1" dirty="0">
                <a:solidFill>
                  <a:schemeClr val="accent1"/>
                </a:solidFill>
              </a:rPr>
              <a:t>DTO (Data Transfer Object)</a:t>
            </a:r>
          </a:p>
          <a:p>
            <a:pPr marL="571500" indent="-571500">
              <a:buFont typeface="Arial" panose="020B0604020202020204" pitchFamily="34" charset="0"/>
              <a:buChar char="•"/>
            </a:pPr>
            <a:r>
              <a:rPr lang="nl-NL" dirty="0" err="1"/>
              <a:t>Entities</a:t>
            </a:r>
            <a:r>
              <a:rPr lang="nl-NL" dirty="0"/>
              <a:t> naar DTO en omgekeerd noemen we </a:t>
            </a:r>
            <a:r>
              <a:rPr lang="nl-NL" b="1" dirty="0">
                <a:solidFill>
                  <a:schemeClr val="accent1"/>
                </a:solidFill>
              </a:rPr>
              <a:t>mapping</a:t>
            </a:r>
          </a:p>
          <a:p>
            <a:pPr marL="1257300" lvl="1" indent="-571500">
              <a:buFont typeface="Arial" panose="020B0604020202020204" pitchFamily="34" charset="0"/>
              <a:buChar char="•"/>
            </a:pPr>
            <a:r>
              <a:rPr lang="nl-NL" dirty="0"/>
              <a:t>Kan via bijvoorbeeld </a:t>
            </a:r>
            <a:r>
              <a:rPr lang="nl-NL" b="1" dirty="0">
                <a:solidFill>
                  <a:schemeClr val="accent1"/>
                </a:solidFill>
              </a:rPr>
              <a:t>.Select() </a:t>
            </a:r>
            <a:r>
              <a:rPr lang="nl-NL" dirty="0"/>
              <a:t>LINQ methode</a:t>
            </a:r>
          </a:p>
          <a:p>
            <a:pPr marL="1257300" lvl="1" indent="-571500">
              <a:buFont typeface="Arial" panose="020B0604020202020204" pitchFamily="34" charset="0"/>
              <a:buChar char="•"/>
            </a:pPr>
            <a:r>
              <a:rPr lang="nl-NL" dirty="0"/>
              <a:t>Of via </a:t>
            </a:r>
            <a:r>
              <a:rPr lang="nl-NL" b="1" dirty="0">
                <a:solidFill>
                  <a:schemeClr val="accent1"/>
                </a:solidFill>
              </a:rPr>
              <a:t>AutoMapper</a:t>
            </a:r>
            <a:r>
              <a:rPr lang="nl-NL" dirty="0"/>
              <a:t>, mits wij deze configureren voor onze mapping.</a:t>
            </a:r>
          </a:p>
          <a:p>
            <a:pPr marL="571500" indent="-571500">
              <a:buFont typeface="Arial" panose="020B0604020202020204" pitchFamily="34" charset="0"/>
              <a:buChar char="•"/>
            </a:pPr>
            <a:r>
              <a:rPr lang="nl-NL" dirty="0" err="1"/>
              <a:t>DTO’s</a:t>
            </a:r>
            <a:r>
              <a:rPr lang="nl-NL" dirty="0"/>
              <a:t> zorgen ervoor:</a:t>
            </a:r>
          </a:p>
          <a:p>
            <a:pPr marL="1257300" lvl="1" indent="-571500">
              <a:buFont typeface="Arial" panose="020B0604020202020204" pitchFamily="34" charset="0"/>
              <a:buChar char="•"/>
            </a:pPr>
            <a:r>
              <a:rPr lang="nl-NL" dirty="0"/>
              <a:t>dat we niet alle data uit de database meegeven aan de client. (maar kan wel)</a:t>
            </a:r>
          </a:p>
          <a:p>
            <a:pPr marL="1257300" lvl="1" indent="-571500">
              <a:buFont typeface="Arial" panose="020B0604020202020204" pitchFamily="34" charset="0"/>
              <a:buChar char="•"/>
            </a:pPr>
            <a:r>
              <a:rPr lang="nl-NL" dirty="0"/>
              <a:t>Platter (“</a:t>
            </a:r>
            <a:r>
              <a:rPr lang="nl-NL" dirty="0" err="1"/>
              <a:t>flatten</a:t>
            </a:r>
            <a:r>
              <a:rPr lang="nl-NL" dirty="0"/>
              <a:t>”) maken van geneste objecten</a:t>
            </a:r>
          </a:p>
          <a:p>
            <a:pPr marL="1257300" lvl="1" indent="-571500">
              <a:buFont typeface="Arial" panose="020B0604020202020204" pitchFamily="34" charset="0"/>
              <a:buChar char="•"/>
            </a:pPr>
            <a:r>
              <a:rPr lang="nl-NL" dirty="0"/>
              <a:t>Verwijderen van </a:t>
            </a:r>
            <a:r>
              <a:rPr lang="nl-NL" dirty="0" err="1"/>
              <a:t>circular</a:t>
            </a:r>
            <a:r>
              <a:rPr lang="nl-NL" dirty="0"/>
              <a:t> </a:t>
            </a:r>
            <a:r>
              <a:rPr lang="nl-NL" dirty="0" err="1"/>
              <a:t>references</a:t>
            </a:r>
            <a:endParaRPr lang="nl-BE" dirty="0"/>
          </a:p>
        </p:txBody>
      </p:sp>
      <p:sp>
        <p:nvSpPr>
          <p:cNvPr id="3" name="Tijdelijke aanduiding voor dianummer 2">
            <a:extLst>
              <a:ext uri="{FF2B5EF4-FFF2-40B4-BE49-F238E27FC236}">
                <a16:creationId xmlns:a16="http://schemas.microsoft.com/office/drawing/2014/main" id="{CE4259C6-647E-4F64-B36F-BBA0CB3C23B8}"/>
              </a:ext>
            </a:extLst>
          </p:cNvPr>
          <p:cNvSpPr>
            <a:spLocks noGrp="1"/>
          </p:cNvSpPr>
          <p:nvPr>
            <p:ph type="sldNum" sz="quarter" idx="12"/>
          </p:nvPr>
        </p:nvSpPr>
        <p:spPr/>
        <p:txBody>
          <a:bodyPr/>
          <a:lstStyle/>
          <a:p>
            <a:fld id="{B7527A74-2D87-4307-9531-5A57D9647EEB}" type="slidenum">
              <a:rPr lang="nl-BE" smtClean="0"/>
              <a:pPr/>
              <a:t>28</a:t>
            </a:fld>
            <a:endParaRPr lang="nl-BE"/>
          </a:p>
        </p:txBody>
      </p:sp>
      <p:sp>
        <p:nvSpPr>
          <p:cNvPr id="4" name="Titel 3">
            <a:extLst>
              <a:ext uri="{FF2B5EF4-FFF2-40B4-BE49-F238E27FC236}">
                <a16:creationId xmlns:a16="http://schemas.microsoft.com/office/drawing/2014/main" id="{47EB8CC0-88FD-47BC-81B8-78FAB3ABBD13}"/>
              </a:ext>
            </a:extLst>
          </p:cNvPr>
          <p:cNvSpPr>
            <a:spLocks noGrp="1"/>
          </p:cNvSpPr>
          <p:nvPr>
            <p:ph type="title"/>
          </p:nvPr>
        </p:nvSpPr>
        <p:spPr/>
        <p:txBody>
          <a:bodyPr/>
          <a:lstStyle/>
          <a:p>
            <a:r>
              <a:rPr lang="nl-NL" dirty="0" err="1"/>
              <a:t>Entities</a:t>
            </a:r>
            <a:r>
              <a:rPr lang="nl-NL" dirty="0"/>
              <a:t> en </a:t>
            </a:r>
            <a:r>
              <a:rPr lang="nl-NL" dirty="0" err="1"/>
              <a:t>DTO’s</a:t>
            </a:r>
            <a:endParaRPr lang="nl-BE" dirty="0"/>
          </a:p>
        </p:txBody>
      </p:sp>
      <p:sp>
        <p:nvSpPr>
          <p:cNvPr id="5" name="Tijdelijke aanduiding voor datum 4">
            <a:extLst>
              <a:ext uri="{FF2B5EF4-FFF2-40B4-BE49-F238E27FC236}">
                <a16:creationId xmlns:a16="http://schemas.microsoft.com/office/drawing/2014/main" id="{B88EF9C4-7AB7-48C4-BEB1-1FBC52264B08}"/>
              </a:ext>
            </a:extLst>
          </p:cNvPr>
          <p:cNvSpPr>
            <a:spLocks noGrp="1"/>
          </p:cNvSpPr>
          <p:nvPr>
            <p:ph type="dt" sz="half" idx="10"/>
          </p:nvPr>
        </p:nvSpPr>
        <p:spPr/>
        <p:txBody>
          <a:bodyPr/>
          <a:lstStyle/>
          <a:p>
            <a:fld id="{E64C2695-B263-4353-BD48-CC1D21F07CE5}" type="datetime1">
              <a:rPr lang="nl-BE" smtClean="0"/>
              <a:t>6/10/2025</a:t>
            </a:fld>
            <a:endParaRPr lang="nl-BE" dirty="0"/>
          </a:p>
        </p:txBody>
      </p:sp>
      <p:sp>
        <p:nvSpPr>
          <p:cNvPr id="6" name="Tijdelijke aanduiding voor voettekst 5">
            <a:extLst>
              <a:ext uri="{FF2B5EF4-FFF2-40B4-BE49-F238E27FC236}">
                <a16:creationId xmlns:a16="http://schemas.microsoft.com/office/drawing/2014/main" id="{E488E398-4263-423B-BEE0-D395FEA72A58}"/>
              </a:ext>
            </a:extLst>
          </p:cNvPr>
          <p:cNvSpPr>
            <a:spLocks noGrp="1"/>
          </p:cNvSpPr>
          <p:nvPr>
            <p:ph type="ftr" sz="quarter" idx="11"/>
          </p:nvPr>
        </p:nvSpPr>
        <p:spPr/>
        <p:txBody>
          <a:bodyPr/>
          <a:lstStyle/>
          <a:p>
            <a:r>
              <a:rPr lang="nl-BE"/>
              <a:t>PRI - Web API</a:t>
            </a:r>
            <a:endParaRPr lang="nl-BE" dirty="0"/>
          </a:p>
        </p:txBody>
      </p:sp>
    </p:spTree>
    <p:extLst>
      <p:ext uri="{BB962C8B-B14F-4D97-AF65-F5344CB8AC3E}">
        <p14:creationId xmlns:p14="http://schemas.microsoft.com/office/powerpoint/2010/main" val="2150062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99DADBD-8F08-4AB4-A64C-361BCFD3A54B}"/>
              </a:ext>
            </a:extLst>
          </p:cNvPr>
          <p:cNvSpPr>
            <a:spLocks noGrp="1"/>
          </p:cNvSpPr>
          <p:nvPr>
            <p:ph type="body" sz="quarter" idx="17"/>
          </p:nvPr>
        </p:nvSpPr>
        <p:spPr/>
        <p:txBody>
          <a:bodyPr/>
          <a:lstStyle/>
          <a:p>
            <a:pPr marL="571500" indent="-571500">
              <a:buFont typeface="Arial" panose="020B0604020202020204" pitchFamily="34" charset="0"/>
              <a:buChar char="•"/>
            </a:pPr>
            <a:r>
              <a:rPr lang="nl-NL" dirty="0"/>
              <a:t>Bij je inschrijving in de opleiding werd bepaalde data bewaard die nodig is voor administratieve zaken, financiële zaken, … </a:t>
            </a:r>
          </a:p>
          <a:p>
            <a:pPr marL="571500" indent="-571500">
              <a:buFont typeface="Arial" panose="020B0604020202020204" pitchFamily="34" charset="0"/>
              <a:buChar char="•"/>
            </a:pPr>
            <a:r>
              <a:rPr lang="nl-NL" dirty="0"/>
              <a:t>Student </a:t>
            </a:r>
            <a:r>
              <a:rPr lang="nl-NL" dirty="0" err="1"/>
              <a:t>entity</a:t>
            </a:r>
            <a:r>
              <a:rPr lang="nl-NL" dirty="0"/>
              <a:t> zou er dan zo kunnen uitzien in de database: </a:t>
            </a:r>
            <a:endParaRPr lang="nl-BE" dirty="0"/>
          </a:p>
        </p:txBody>
      </p:sp>
      <p:sp>
        <p:nvSpPr>
          <p:cNvPr id="3" name="Tijdelijke aanduiding voor dianummer 2">
            <a:extLst>
              <a:ext uri="{FF2B5EF4-FFF2-40B4-BE49-F238E27FC236}">
                <a16:creationId xmlns:a16="http://schemas.microsoft.com/office/drawing/2014/main" id="{CE4259C6-647E-4F64-B36F-BBA0CB3C23B8}"/>
              </a:ext>
            </a:extLst>
          </p:cNvPr>
          <p:cNvSpPr>
            <a:spLocks noGrp="1"/>
          </p:cNvSpPr>
          <p:nvPr>
            <p:ph type="sldNum" sz="quarter" idx="12"/>
          </p:nvPr>
        </p:nvSpPr>
        <p:spPr/>
        <p:txBody>
          <a:bodyPr/>
          <a:lstStyle/>
          <a:p>
            <a:fld id="{B7527A74-2D87-4307-9531-5A57D9647EEB}" type="slidenum">
              <a:rPr lang="nl-BE" smtClean="0"/>
              <a:pPr/>
              <a:t>29</a:t>
            </a:fld>
            <a:endParaRPr lang="nl-BE"/>
          </a:p>
        </p:txBody>
      </p:sp>
      <p:sp>
        <p:nvSpPr>
          <p:cNvPr id="4" name="Titel 3">
            <a:extLst>
              <a:ext uri="{FF2B5EF4-FFF2-40B4-BE49-F238E27FC236}">
                <a16:creationId xmlns:a16="http://schemas.microsoft.com/office/drawing/2014/main" id="{47EB8CC0-88FD-47BC-81B8-78FAB3ABBD13}"/>
              </a:ext>
            </a:extLst>
          </p:cNvPr>
          <p:cNvSpPr>
            <a:spLocks noGrp="1"/>
          </p:cNvSpPr>
          <p:nvPr>
            <p:ph type="title"/>
          </p:nvPr>
        </p:nvSpPr>
        <p:spPr/>
        <p:txBody>
          <a:bodyPr/>
          <a:lstStyle/>
          <a:p>
            <a:r>
              <a:rPr lang="nl-NL" dirty="0"/>
              <a:t>Voorbeeld DTO </a:t>
            </a:r>
            <a:r>
              <a:rPr lang="nl-NL" dirty="0" err="1"/>
              <a:t>vs</a:t>
            </a:r>
            <a:r>
              <a:rPr lang="nl-NL" dirty="0"/>
              <a:t> </a:t>
            </a:r>
            <a:r>
              <a:rPr lang="nl-NL" dirty="0" err="1"/>
              <a:t>Entity</a:t>
            </a:r>
            <a:r>
              <a:rPr lang="nl-NL" dirty="0"/>
              <a:t> Student</a:t>
            </a:r>
            <a:endParaRPr lang="nl-BE" dirty="0"/>
          </a:p>
        </p:txBody>
      </p:sp>
      <p:sp>
        <p:nvSpPr>
          <p:cNvPr id="5" name="Tijdelijke aanduiding voor datum 4">
            <a:extLst>
              <a:ext uri="{FF2B5EF4-FFF2-40B4-BE49-F238E27FC236}">
                <a16:creationId xmlns:a16="http://schemas.microsoft.com/office/drawing/2014/main" id="{B88EF9C4-7AB7-48C4-BEB1-1FBC52264B08}"/>
              </a:ext>
            </a:extLst>
          </p:cNvPr>
          <p:cNvSpPr>
            <a:spLocks noGrp="1"/>
          </p:cNvSpPr>
          <p:nvPr>
            <p:ph type="dt" sz="half" idx="10"/>
          </p:nvPr>
        </p:nvSpPr>
        <p:spPr/>
        <p:txBody>
          <a:bodyPr/>
          <a:lstStyle/>
          <a:p>
            <a:fld id="{E64C2695-B263-4353-BD48-CC1D21F07CE5}" type="datetime1">
              <a:rPr lang="nl-BE" smtClean="0"/>
              <a:t>6/10/2025</a:t>
            </a:fld>
            <a:endParaRPr lang="nl-BE" dirty="0"/>
          </a:p>
        </p:txBody>
      </p:sp>
      <p:sp>
        <p:nvSpPr>
          <p:cNvPr id="6" name="Tijdelijke aanduiding voor voettekst 5">
            <a:extLst>
              <a:ext uri="{FF2B5EF4-FFF2-40B4-BE49-F238E27FC236}">
                <a16:creationId xmlns:a16="http://schemas.microsoft.com/office/drawing/2014/main" id="{E488E398-4263-423B-BEE0-D395FEA72A58}"/>
              </a:ext>
            </a:extLst>
          </p:cNvPr>
          <p:cNvSpPr>
            <a:spLocks noGrp="1"/>
          </p:cNvSpPr>
          <p:nvPr>
            <p:ph type="ftr" sz="quarter" idx="11"/>
          </p:nvPr>
        </p:nvSpPr>
        <p:spPr/>
        <p:txBody>
          <a:bodyPr/>
          <a:lstStyle/>
          <a:p>
            <a:r>
              <a:rPr lang="nl-BE"/>
              <a:t>PRI - Web API</a:t>
            </a:r>
            <a:endParaRPr lang="nl-BE" dirty="0"/>
          </a:p>
        </p:txBody>
      </p:sp>
      <p:sp>
        <p:nvSpPr>
          <p:cNvPr id="7" name="Rectangle 6">
            <a:extLst>
              <a:ext uri="{FF2B5EF4-FFF2-40B4-BE49-F238E27FC236}">
                <a16:creationId xmlns:a16="http://schemas.microsoft.com/office/drawing/2014/main" id="{8B4F9F80-2ED9-47B8-9C15-9583D0B335F2}"/>
              </a:ext>
            </a:extLst>
          </p:cNvPr>
          <p:cNvSpPr/>
          <p:nvPr/>
        </p:nvSpPr>
        <p:spPr>
          <a:xfrm>
            <a:off x="1666082" y="4128724"/>
            <a:ext cx="10417061" cy="3970318"/>
          </a:xfrm>
          <a:prstGeom prst="rect">
            <a:avLst/>
          </a:prstGeom>
        </p:spPr>
        <p:txBody>
          <a:bodyPr wrap="square">
            <a:spAutoFit/>
          </a:bodyPr>
          <a:lstStyle/>
          <a:p>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class</a:t>
            </a:r>
            <a:r>
              <a:rPr lang="nl-BE" dirty="0">
                <a:solidFill>
                  <a:srgbClr val="000000"/>
                </a:solidFill>
                <a:latin typeface="Fira Code, Operator Mono, Menlo, Monaco,  Courier New"/>
              </a:rPr>
              <a:t> Student </a:t>
            </a:r>
          </a:p>
          <a:p>
            <a:r>
              <a:rPr lang="nl-BE" dirty="0">
                <a:solidFill>
                  <a:srgbClr val="000000"/>
                </a:solidFill>
                <a:latin typeface="Fira Code, Operator Mono, Menlo, Monaco,  Courier New"/>
              </a:rPr>
              <a:t>{</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Name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Surname</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Address</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City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EmailAddress</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BankAccountNumber</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err="1">
                <a:solidFill>
                  <a:srgbClr val="0000FF"/>
                </a:solidFill>
                <a:latin typeface="Fira Code, Operator Mono, Menlo, Monaco,  Courier New"/>
              </a:rPr>
              <a:t>DateTime</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BirthDay</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BirthCity</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err="1">
                <a:solidFill>
                  <a:srgbClr val="0000FF"/>
                </a:solidFill>
                <a:latin typeface="Fira Code, Operator Mono, Menlo, Monaco,  Courier New"/>
              </a:rPr>
              <a:t>IEnumerable</a:t>
            </a:r>
            <a:r>
              <a:rPr lang="nl-BE" dirty="0">
                <a:solidFill>
                  <a:srgbClr val="000000"/>
                </a:solidFill>
                <a:latin typeface="Fira Code, Operator Mono, Menlo, Monaco,  Courier New"/>
              </a:rPr>
              <a:t>&lt;</a:t>
            </a:r>
            <a:r>
              <a:rPr lang="nl-BE" dirty="0">
                <a:solidFill>
                  <a:srgbClr val="0000FF"/>
                </a:solidFill>
                <a:latin typeface="Fira Code, Operator Mono, Menlo, Monaco,  Courier New"/>
              </a:rPr>
              <a:t>Course</a:t>
            </a:r>
            <a:r>
              <a:rPr lang="nl-BE" dirty="0">
                <a:solidFill>
                  <a:srgbClr val="000000"/>
                </a:solidFill>
                <a:latin typeface="Fira Code, Operator Mono, Menlo, Monaco,  Courier New"/>
              </a:rPr>
              <a:t>&gt; Courses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err="1">
                <a:solidFill>
                  <a:srgbClr val="0000FF"/>
                </a:solidFill>
                <a:latin typeface="Fira Code, Operator Mono, Menlo, Monaco,  Courier New"/>
              </a:rPr>
              <a:t>IEnumerable</a:t>
            </a:r>
            <a:r>
              <a:rPr lang="nl-BE" dirty="0">
                <a:solidFill>
                  <a:srgbClr val="000000"/>
                </a:solidFill>
                <a:latin typeface="Fira Code, Operator Mono, Menlo, Monaco,  Courier New"/>
              </a:rPr>
              <a:t>&lt;</a:t>
            </a:r>
            <a:r>
              <a:rPr lang="nl-BE" dirty="0">
                <a:solidFill>
                  <a:srgbClr val="0000FF"/>
                </a:solidFill>
                <a:latin typeface="Fira Code, Operator Mono, Menlo, Monaco,  Courier New"/>
              </a:rPr>
              <a:t>Module</a:t>
            </a:r>
            <a:r>
              <a:rPr lang="nl-BE" dirty="0">
                <a:solidFill>
                  <a:srgbClr val="000000"/>
                </a:solidFill>
                <a:latin typeface="Fira Code, Operator Mono, Menlo, Monaco,  Courier New"/>
              </a:rPr>
              <a:t>&gt; Modules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err="1">
                <a:solidFill>
                  <a:srgbClr val="0000FF"/>
                </a:solidFill>
                <a:latin typeface="Fira Code, Operator Mono, Menlo, Monaco,  Courier New"/>
              </a:rPr>
              <a:t>IEnumerable</a:t>
            </a:r>
            <a:r>
              <a:rPr lang="nl-BE" dirty="0">
                <a:solidFill>
                  <a:srgbClr val="000000"/>
                </a:solidFill>
                <a:latin typeface="Fira Code, Operator Mono, Menlo, Monaco,  Courier New"/>
              </a:rPr>
              <a:t>&lt;</a:t>
            </a:r>
            <a:r>
              <a:rPr lang="nl-BE" dirty="0" err="1">
                <a:solidFill>
                  <a:srgbClr val="0000FF"/>
                </a:solidFill>
                <a:latin typeface="Fira Code, Operator Mono, Menlo, Monaco,  Courier New"/>
              </a:rPr>
              <a:t>Payment</a:t>
            </a:r>
            <a:r>
              <a:rPr lang="nl-BE" dirty="0">
                <a:solidFill>
                  <a:srgbClr val="000000"/>
                </a:solidFill>
                <a:latin typeface="Fira Code, Operator Mono, Menlo, Monaco,  Courier New"/>
              </a:rPr>
              <a:t>&gt; </a:t>
            </a:r>
            <a:r>
              <a:rPr lang="nl-BE" dirty="0" err="1">
                <a:solidFill>
                  <a:srgbClr val="000000"/>
                </a:solidFill>
                <a:latin typeface="Fira Code, Operator Mono, Menlo, Monaco,  Courier New"/>
              </a:rPr>
              <a:t>Payments</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a:t>
            </a:r>
          </a:p>
        </p:txBody>
      </p:sp>
    </p:spTree>
    <p:extLst>
      <p:ext uri="{BB962C8B-B14F-4D97-AF65-F5344CB8AC3E}">
        <p14:creationId xmlns:p14="http://schemas.microsoft.com/office/powerpoint/2010/main" val="22099613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99DADBD-8F08-4AB4-A64C-361BCFD3A54B}"/>
              </a:ext>
            </a:extLst>
          </p:cNvPr>
          <p:cNvSpPr>
            <a:spLocks noGrp="1"/>
          </p:cNvSpPr>
          <p:nvPr>
            <p:ph type="body" sz="quarter" idx="17"/>
          </p:nvPr>
        </p:nvSpPr>
        <p:spPr/>
        <p:txBody>
          <a:bodyPr/>
          <a:lstStyle/>
          <a:p>
            <a:pPr marL="571500" indent="-571500">
              <a:buFont typeface="Arial" panose="020B0604020202020204" pitchFamily="34" charset="0"/>
              <a:buChar char="•"/>
            </a:pPr>
            <a:r>
              <a:rPr lang="nl-NL" dirty="0"/>
              <a:t>Echter willen we al deze info niet zomaar meegeven wanneer een student of een lijst van studenten opgevraagd wordt. </a:t>
            </a:r>
          </a:p>
          <a:p>
            <a:pPr marL="571500" indent="-571500">
              <a:buFont typeface="Arial" panose="020B0604020202020204" pitchFamily="34" charset="0"/>
              <a:buChar char="•"/>
            </a:pPr>
            <a:r>
              <a:rPr lang="nl-NL" dirty="0"/>
              <a:t>We maken een </a:t>
            </a:r>
            <a:r>
              <a:rPr lang="nl-NL" dirty="0" err="1"/>
              <a:t>StudentDto</a:t>
            </a:r>
            <a:r>
              <a:rPr lang="nl-NL" dirty="0"/>
              <a:t> object aan met properties die we wel willen meegeven</a:t>
            </a:r>
          </a:p>
          <a:p>
            <a:pPr marL="571500" indent="-571500">
              <a:buFont typeface="Arial" panose="020B0604020202020204" pitchFamily="34" charset="0"/>
              <a:buChar char="•"/>
            </a:pPr>
            <a:r>
              <a:rPr lang="nl-NL" dirty="0"/>
              <a:t>We maken dus een soort “filtering” van de data die we al dan niet wensen mee te geven. We </a:t>
            </a:r>
            <a:r>
              <a:rPr lang="nl-NL" b="1" dirty="0">
                <a:solidFill>
                  <a:schemeClr val="accent1"/>
                </a:solidFill>
              </a:rPr>
              <a:t>mappen</a:t>
            </a:r>
            <a:r>
              <a:rPr lang="nl-NL" dirty="0"/>
              <a:t> dus de </a:t>
            </a:r>
            <a:r>
              <a:rPr lang="nl-NL" dirty="0" err="1"/>
              <a:t>entity</a:t>
            </a:r>
            <a:r>
              <a:rPr lang="nl-NL" dirty="0"/>
              <a:t> naar een DTO.</a:t>
            </a:r>
            <a:endParaRPr lang="nl-BE" dirty="0"/>
          </a:p>
        </p:txBody>
      </p:sp>
      <p:sp>
        <p:nvSpPr>
          <p:cNvPr id="3" name="Tijdelijke aanduiding voor dianummer 2">
            <a:extLst>
              <a:ext uri="{FF2B5EF4-FFF2-40B4-BE49-F238E27FC236}">
                <a16:creationId xmlns:a16="http://schemas.microsoft.com/office/drawing/2014/main" id="{CE4259C6-647E-4F64-B36F-BBA0CB3C23B8}"/>
              </a:ext>
            </a:extLst>
          </p:cNvPr>
          <p:cNvSpPr>
            <a:spLocks noGrp="1"/>
          </p:cNvSpPr>
          <p:nvPr>
            <p:ph type="sldNum" sz="quarter" idx="12"/>
          </p:nvPr>
        </p:nvSpPr>
        <p:spPr/>
        <p:txBody>
          <a:bodyPr/>
          <a:lstStyle/>
          <a:p>
            <a:fld id="{B7527A74-2D87-4307-9531-5A57D9647EEB}" type="slidenum">
              <a:rPr lang="nl-BE" smtClean="0"/>
              <a:pPr/>
              <a:t>30</a:t>
            </a:fld>
            <a:endParaRPr lang="nl-BE"/>
          </a:p>
        </p:txBody>
      </p:sp>
      <p:sp>
        <p:nvSpPr>
          <p:cNvPr id="4" name="Titel 3">
            <a:extLst>
              <a:ext uri="{FF2B5EF4-FFF2-40B4-BE49-F238E27FC236}">
                <a16:creationId xmlns:a16="http://schemas.microsoft.com/office/drawing/2014/main" id="{47EB8CC0-88FD-47BC-81B8-78FAB3ABBD13}"/>
              </a:ext>
            </a:extLst>
          </p:cNvPr>
          <p:cNvSpPr>
            <a:spLocks noGrp="1"/>
          </p:cNvSpPr>
          <p:nvPr>
            <p:ph type="title"/>
          </p:nvPr>
        </p:nvSpPr>
        <p:spPr/>
        <p:txBody>
          <a:bodyPr/>
          <a:lstStyle/>
          <a:p>
            <a:r>
              <a:rPr lang="nl-NL" dirty="0"/>
              <a:t>Voorbeeld DTO </a:t>
            </a:r>
            <a:r>
              <a:rPr lang="nl-NL" dirty="0" err="1"/>
              <a:t>vs</a:t>
            </a:r>
            <a:r>
              <a:rPr lang="nl-NL" dirty="0"/>
              <a:t> </a:t>
            </a:r>
            <a:r>
              <a:rPr lang="nl-NL" dirty="0" err="1"/>
              <a:t>Entity</a:t>
            </a:r>
            <a:r>
              <a:rPr lang="nl-NL" dirty="0"/>
              <a:t> Student</a:t>
            </a:r>
            <a:endParaRPr lang="nl-BE" dirty="0"/>
          </a:p>
        </p:txBody>
      </p:sp>
      <p:sp>
        <p:nvSpPr>
          <p:cNvPr id="5" name="Tijdelijke aanduiding voor datum 4">
            <a:extLst>
              <a:ext uri="{FF2B5EF4-FFF2-40B4-BE49-F238E27FC236}">
                <a16:creationId xmlns:a16="http://schemas.microsoft.com/office/drawing/2014/main" id="{B88EF9C4-7AB7-48C4-BEB1-1FBC52264B08}"/>
              </a:ext>
            </a:extLst>
          </p:cNvPr>
          <p:cNvSpPr>
            <a:spLocks noGrp="1"/>
          </p:cNvSpPr>
          <p:nvPr>
            <p:ph type="dt" sz="half" idx="10"/>
          </p:nvPr>
        </p:nvSpPr>
        <p:spPr/>
        <p:txBody>
          <a:bodyPr/>
          <a:lstStyle/>
          <a:p>
            <a:fld id="{E64C2695-B263-4353-BD48-CC1D21F07CE5}" type="datetime1">
              <a:rPr lang="nl-BE" smtClean="0"/>
              <a:t>6/10/2025</a:t>
            </a:fld>
            <a:endParaRPr lang="nl-BE" dirty="0"/>
          </a:p>
        </p:txBody>
      </p:sp>
      <p:sp>
        <p:nvSpPr>
          <p:cNvPr id="6" name="Tijdelijke aanduiding voor voettekst 5">
            <a:extLst>
              <a:ext uri="{FF2B5EF4-FFF2-40B4-BE49-F238E27FC236}">
                <a16:creationId xmlns:a16="http://schemas.microsoft.com/office/drawing/2014/main" id="{E488E398-4263-423B-BEE0-D395FEA72A58}"/>
              </a:ext>
            </a:extLst>
          </p:cNvPr>
          <p:cNvSpPr>
            <a:spLocks noGrp="1"/>
          </p:cNvSpPr>
          <p:nvPr>
            <p:ph type="ftr" sz="quarter" idx="11"/>
          </p:nvPr>
        </p:nvSpPr>
        <p:spPr/>
        <p:txBody>
          <a:bodyPr/>
          <a:lstStyle/>
          <a:p>
            <a:r>
              <a:rPr lang="nl-BE"/>
              <a:t>PRI - Web API</a:t>
            </a:r>
            <a:endParaRPr lang="nl-BE" dirty="0"/>
          </a:p>
        </p:txBody>
      </p:sp>
      <p:sp>
        <p:nvSpPr>
          <p:cNvPr id="7" name="Rectangle 6">
            <a:extLst>
              <a:ext uri="{FF2B5EF4-FFF2-40B4-BE49-F238E27FC236}">
                <a16:creationId xmlns:a16="http://schemas.microsoft.com/office/drawing/2014/main" id="{8B4F9F80-2ED9-47B8-9C15-9583D0B335F2}"/>
              </a:ext>
            </a:extLst>
          </p:cNvPr>
          <p:cNvSpPr/>
          <p:nvPr/>
        </p:nvSpPr>
        <p:spPr>
          <a:xfrm>
            <a:off x="1666083" y="5546977"/>
            <a:ext cx="8047084" cy="2031325"/>
          </a:xfrm>
          <a:prstGeom prst="rect">
            <a:avLst/>
          </a:prstGeom>
        </p:spPr>
        <p:txBody>
          <a:bodyPr wrap="square">
            <a:spAutoFit/>
          </a:bodyPr>
          <a:lstStyle/>
          <a:p>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class</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StudentDto</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Name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Surname</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EmailAddress</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err="1">
                <a:solidFill>
                  <a:srgbClr val="0000FF"/>
                </a:solidFill>
                <a:latin typeface="Fira Code, Operator Mono, Menlo, Monaco,  Courier New"/>
              </a:rPr>
              <a:t>IEnumerable</a:t>
            </a:r>
            <a:r>
              <a:rPr lang="nl-BE" dirty="0">
                <a:solidFill>
                  <a:srgbClr val="000000"/>
                </a:solidFill>
                <a:latin typeface="Fira Code, Operator Mono, Menlo, Monaco,  Courier New"/>
              </a:rPr>
              <a:t>&lt;</a:t>
            </a:r>
            <a:r>
              <a:rPr lang="nl-BE" dirty="0" err="1">
                <a:solidFill>
                  <a:srgbClr val="0000FF"/>
                </a:solidFill>
                <a:latin typeface="Fira Code, Operator Mono, Menlo, Monaco,  Courier New"/>
              </a:rPr>
              <a:t>ModuleDto</a:t>
            </a:r>
            <a:r>
              <a:rPr lang="nl-BE" dirty="0">
                <a:solidFill>
                  <a:srgbClr val="000000"/>
                </a:solidFill>
                <a:latin typeface="Fira Code, Operator Mono, Menlo, Monaco,  Courier New"/>
              </a:rPr>
              <a:t>&gt; Modules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a:t>
            </a:r>
          </a:p>
        </p:txBody>
      </p:sp>
    </p:spTree>
    <p:extLst>
      <p:ext uri="{BB962C8B-B14F-4D97-AF65-F5344CB8AC3E}">
        <p14:creationId xmlns:p14="http://schemas.microsoft.com/office/powerpoint/2010/main" val="9228434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99DADBD-8F08-4AB4-A64C-361BCFD3A54B}"/>
              </a:ext>
            </a:extLst>
          </p:cNvPr>
          <p:cNvSpPr>
            <a:spLocks noGrp="1"/>
          </p:cNvSpPr>
          <p:nvPr>
            <p:ph type="body" sz="quarter" idx="17"/>
          </p:nvPr>
        </p:nvSpPr>
        <p:spPr/>
        <p:txBody>
          <a:bodyPr/>
          <a:lstStyle/>
          <a:p>
            <a:endParaRPr lang="nl-BE" dirty="0"/>
          </a:p>
        </p:txBody>
      </p:sp>
      <p:sp>
        <p:nvSpPr>
          <p:cNvPr id="3" name="Tijdelijke aanduiding voor dianummer 2">
            <a:extLst>
              <a:ext uri="{FF2B5EF4-FFF2-40B4-BE49-F238E27FC236}">
                <a16:creationId xmlns:a16="http://schemas.microsoft.com/office/drawing/2014/main" id="{CE4259C6-647E-4F64-B36F-BBA0CB3C23B8}"/>
              </a:ext>
            </a:extLst>
          </p:cNvPr>
          <p:cNvSpPr>
            <a:spLocks noGrp="1"/>
          </p:cNvSpPr>
          <p:nvPr>
            <p:ph type="sldNum" sz="quarter" idx="12"/>
          </p:nvPr>
        </p:nvSpPr>
        <p:spPr/>
        <p:txBody>
          <a:bodyPr/>
          <a:lstStyle/>
          <a:p>
            <a:fld id="{B7527A74-2D87-4307-9531-5A57D9647EEB}" type="slidenum">
              <a:rPr lang="nl-BE" smtClean="0"/>
              <a:pPr/>
              <a:t>31</a:t>
            </a:fld>
            <a:endParaRPr lang="nl-BE"/>
          </a:p>
        </p:txBody>
      </p:sp>
      <p:sp>
        <p:nvSpPr>
          <p:cNvPr id="4" name="Titel 3">
            <a:extLst>
              <a:ext uri="{FF2B5EF4-FFF2-40B4-BE49-F238E27FC236}">
                <a16:creationId xmlns:a16="http://schemas.microsoft.com/office/drawing/2014/main" id="{47EB8CC0-88FD-47BC-81B8-78FAB3ABBD13}"/>
              </a:ext>
            </a:extLst>
          </p:cNvPr>
          <p:cNvSpPr>
            <a:spLocks noGrp="1"/>
          </p:cNvSpPr>
          <p:nvPr>
            <p:ph type="title"/>
          </p:nvPr>
        </p:nvSpPr>
        <p:spPr/>
        <p:txBody>
          <a:bodyPr/>
          <a:lstStyle/>
          <a:p>
            <a:r>
              <a:rPr lang="nl-NL" dirty="0"/>
              <a:t>Voorbeeld DTO </a:t>
            </a:r>
            <a:r>
              <a:rPr lang="nl-NL" dirty="0" err="1"/>
              <a:t>vs</a:t>
            </a:r>
            <a:r>
              <a:rPr lang="nl-NL" dirty="0"/>
              <a:t> </a:t>
            </a:r>
            <a:r>
              <a:rPr lang="nl-NL" dirty="0" err="1"/>
              <a:t>Entity</a:t>
            </a:r>
            <a:r>
              <a:rPr lang="nl-NL" dirty="0"/>
              <a:t> Student</a:t>
            </a:r>
            <a:endParaRPr lang="nl-BE" dirty="0"/>
          </a:p>
        </p:txBody>
      </p:sp>
      <p:sp>
        <p:nvSpPr>
          <p:cNvPr id="5" name="Tijdelijke aanduiding voor datum 4">
            <a:extLst>
              <a:ext uri="{FF2B5EF4-FFF2-40B4-BE49-F238E27FC236}">
                <a16:creationId xmlns:a16="http://schemas.microsoft.com/office/drawing/2014/main" id="{B88EF9C4-7AB7-48C4-BEB1-1FBC52264B08}"/>
              </a:ext>
            </a:extLst>
          </p:cNvPr>
          <p:cNvSpPr>
            <a:spLocks noGrp="1"/>
          </p:cNvSpPr>
          <p:nvPr>
            <p:ph type="dt" sz="half" idx="10"/>
          </p:nvPr>
        </p:nvSpPr>
        <p:spPr/>
        <p:txBody>
          <a:bodyPr/>
          <a:lstStyle/>
          <a:p>
            <a:fld id="{E64C2695-B263-4353-BD48-CC1D21F07CE5}" type="datetime1">
              <a:rPr lang="nl-BE" smtClean="0"/>
              <a:t>6/10/2025</a:t>
            </a:fld>
            <a:endParaRPr lang="nl-BE" dirty="0"/>
          </a:p>
        </p:txBody>
      </p:sp>
      <p:sp>
        <p:nvSpPr>
          <p:cNvPr id="6" name="Tijdelijke aanduiding voor voettekst 5">
            <a:extLst>
              <a:ext uri="{FF2B5EF4-FFF2-40B4-BE49-F238E27FC236}">
                <a16:creationId xmlns:a16="http://schemas.microsoft.com/office/drawing/2014/main" id="{E488E398-4263-423B-BEE0-D395FEA72A58}"/>
              </a:ext>
            </a:extLst>
          </p:cNvPr>
          <p:cNvSpPr>
            <a:spLocks noGrp="1"/>
          </p:cNvSpPr>
          <p:nvPr>
            <p:ph type="ftr" sz="quarter" idx="11"/>
          </p:nvPr>
        </p:nvSpPr>
        <p:spPr/>
        <p:txBody>
          <a:bodyPr/>
          <a:lstStyle/>
          <a:p>
            <a:r>
              <a:rPr lang="nl-BE"/>
              <a:t>PRI - Web API</a:t>
            </a:r>
            <a:endParaRPr lang="nl-BE" dirty="0"/>
          </a:p>
        </p:txBody>
      </p:sp>
      <p:sp>
        <p:nvSpPr>
          <p:cNvPr id="7" name="Rectangle 6">
            <a:extLst>
              <a:ext uri="{FF2B5EF4-FFF2-40B4-BE49-F238E27FC236}">
                <a16:creationId xmlns:a16="http://schemas.microsoft.com/office/drawing/2014/main" id="{8B4F9F80-2ED9-47B8-9C15-9583D0B335F2}"/>
              </a:ext>
            </a:extLst>
          </p:cNvPr>
          <p:cNvSpPr/>
          <p:nvPr/>
        </p:nvSpPr>
        <p:spPr>
          <a:xfrm>
            <a:off x="9856012" y="2367754"/>
            <a:ext cx="8040102" cy="2031325"/>
          </a:xfrm>
          <a:prstGeom prst="rect">
            <a:avLst/>
          </a:prstGeom>
        </p:spPr>
        <p:txBody>
          <a:bodyPr wrap="square">
            <a:spAutoFit/>
          </a:bodyPr>
          <a:lstStyle/>
          <a:p>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class</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StudentDto</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Name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Surname</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EmailAddress</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err="1">
                <a:solidFill>
                  <a:srgbClr val="0000FF"/>
                </a:solidFill>
                <a:latin typeface="Fira Code, Operator Mono, Menlo, Monaco,  Courier New"/>
              </a:rPr>
              <a:t>IEnumerable</a:t>
            </a:r>
            <a:r>
              <a:rPr lang="nl-BE" dirty="0">
                <a:solidFill>
                  <a:srgbClr val="000000"/>
                </a:solidFill>
                <a:latin typeface="Fira Code, Operator Mono, Menlo, Monaco,  Courier New"/>
              </a:rPr>
              <a:t>&lt;</a:t>
            </a:r>
            <a:r>
              <a:rPr lang="nl-BE" dirty="0" err="1">
                <a:solidFill>
                  <a:srgbClr val="0000FF"/>
                </a:solidFill>
                <a:latin typeface="Fira Code, Operator Mono, Menlo, Monaco,  Courier New"/>
              </a:rPr>
              <a:t>ModuleDto</a:t>
            </a:r>
            <a:r>
              <a:rPr lang="nl-BE" dirty="0">
                <a:solidFill>
                  <a:srgbClr val="000000"/>
                </a:solidFill>
                <a:latin typeface="Fira Code, Operator Mono, Menlo, Monaco,  Courier New"/>
              </a:rPr>
              <a:t>&gt; Modules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a:t>
            </a:r>
          </a:p>
        </p:txBody>
      </p:sp>
      <p:sp>
        <p:nvSpPr>
          <p:cNvPr id="8" name="Rectangle 7">
            <a:extLst>
              <a:ext uri="{FF2B5EF4-FFF2-40B4-BE49-F238E27FC236}">
                <a16:creationId xmlns:a16="http://schemas.microsoft.com/office/drawing/2014/main" id="{27BB2C2C-131E-4D35-BC88-465893CDF5F1}"/>
              </a:ext>
            </a:extLst>
          </p:cNvPr>
          <p:cNvSpPr/>
          <p:nvPr/>
        </p:nvSpPr>
        <p:spPr>
          <a:xfrm>
            <a:off x="1057276" y="2354401"/>
            <a:ext cx="10417061" cy="3970318"/>
          </a:xfrm>
          <a:prstGeom prst="rect">
            <a:avLst/>
          </a:prstGeom>
        </p:spPr>
        <p:txBody>
          <a:bodyPr wrap="square">
            <a:spAutoFit/>
          </a:bodyPr>
          <a:lstStyle/>
          <a:p>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class</a:t>
            </a:r>
            <a:r>
              <a:rPr lang="nl-BE" dirty="0">
                <a:solidFill>
                  <a:srgbClr val="000000"/>
                </a:solidFill>
                <a:latin typeface="Fira Code, Operator Mono, Menlo, Monaco,  Courier New"/>
              </a:rPr>
              <a:t> Student </a:t>
            </a:r>
          </a:p>
          <a:p>
            <a:r>
              <a:rPr lang="nl-BE" dirty="0">
                <a:solidFill>
                  <a:srgbClr val="000000"/>
                </a:solidFill>
                <a:latin typeface="Fira Code, Operator Mono, Menlo, Monaco,  Courier New"/>
              </a:rPr>
              <a:t>{</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Name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Surname</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Address</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City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EmailAddress</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BankAccountNumber</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err="1">
                <a:solidFill>
                  <a:srgbClr val="0000FF"/>
                </a:solidFill>
                <a:latin typeface="Fira Code, Operator Mono, Menlo, Monaco,  Courier New"/>
              </a:rPr>
              <a:t>DateTime</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BirthDay</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string</a:t>
            </a:r>
            <a:r>
              <a:rPr lang="nl-BE" dirty="0">
                <a:solidFill>
                  <a:srgbClr val="000000"/>
                </a:solidFill>
                <a:latin typeface="Fira Code, Operator Mono, Menlo, Monaco,  Courier New"/>
              </a:rPr>
              <a:t> </a:t>
            </a:r>
            <a:r>
              <a:rPr lang="nl-BE" dirty="0" err="1">
                <a:solidFill>
                  <a:srgbClr val="000000"/>
                </a:solidFill>
                <a:latin typeface="Fira Code, Operator Mono, Menlo, Monaco,  Courier New"/>
              </a:rPr>
              <a:t>BirthCity</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err="1">
                <a:solidFill>
                  <a:srgbClr val="0000FF"/>
                </a:solidFill>
                <a:latin typeface="Fira Code, Operator Mono, Menlo, Monaco,  Courier New"/>
              </a:rPr>
              <a:t>IEnumerable</a:t>
            </a:r>
            <a:r>
              <a:rPr lang="nl-BE" dirty="0">
                <a:solidFill>
                  <a:srgbClr val="000000"/>
                </a:solidFill>
                <a:latin typeface="Fira Code, Operator Mono, Menlo, Monaco,  Courier New"/>
              </a:rPr>
              <a:t>&lt;</a:t>
            </a:r>
            <a:r>
              <a:rPr lang="nl-BE" dirty="0">
                <a:solidFill>
                  <a:srgbClr val="0000FF"/>
                </a:solidFill>
                <a:latin typeface="Fira Code, Operator Mono, Menlo, Monaco,  Courier New"/>
              </a:rPr>
              <a:t>Course</a:t>
            </a:r>
            <a:r>
              <a:rPr lang="nl-BE" dirty="0">
                <a:solidFill>
                  <a:srgbClr val="000000"/>
                </a:solidFill>
                <a:latin typeface="Fira Code, Operator Mono, Menlo, Monaco,  Courier New"/>
              </a:rPr>
              <a:t>&gt; Courses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err="1">
                <a:solidFill>
                  <a:srgbClr val="0000FF"/>
                </a:solidFill>
                <a:latin typeface="Fira Code, Operator Mono, Menlo, Monaco,  Courier New"/>
              </a:rPr>
              <a:t>IEnumerable</a:t>
            </a:r>
            <a:r>
              <a:rPr lang="nl-BE" dirty="0">
                <a:solidFill>
                  <a:srgbClr val="000000"/>
                </a:solidFill>
                <a:latin typeface="Fira Code, Operator Mono, Menlo, Monaco,  Courier New"/>
              </a:rPr>
              <a:t>&lt;</a:t>
            </a:r>
            <a:r>
              <a:rPr lang="nl-BE" dirty="0">
                <a:solidFill>
                  <a:srgbClr val="0000FF"/>
                </a:solidFill>
                <a:latin typeface="Fira Code, Operator Mono, Menlo, Monaco,  Courier New"/>
              </a:rPr>
              <a:t>Module</a:t>
            </a:r>
            <a:r>
              <a:rPr lang="nl-BE" dirty="0">
                <a:solidFill>
                  <a:srgbClr val="000000"/>
                </a:solidFill>
                <a:latin typeface="Fira Code, Operator Mono, Menlo, Monaco,  Courier New"/>
              </a:rPr>
              <a:t>&gt; Modules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public</a:t>
            </a:r>
            <a:r>
              <a:rPr lang="nl-BE" dirty="0">
                <a:solidFill>
                  <a:srgbClr val="000000"/>
                </a:solidFill>
                <a:latin typeface="Fira Code, Operator Mono, Menlo, Monaco,  Courier New"/>
              </a:rPr>
              <a:t> </a:t>
            </a:r>
            <a:r>
              <a:rPr lang="nl-BE" dirty="0" err="1">
                <a:solidFill>
                  <a:srgbClr val="0000FF"/>
                </a:solidFill>
                <a:latin typeface="Fira Code, Operator Mono, Menlo, Monaco,  Courier New"/>
              </a:rPr>
              <a:t>IEnumerable</a:t>
            </a:r>
            <a:r>
              <a:rPr lang="nl-BE" dirty="0">
                <a:solidFill>
                  <a:srgbClr val="000000"/>
                </a:solidFill>
                <a:latin typeface="Fira Code, Operator Mono, Menlo, Monaco,  Courier New"/>
              </a:rPr>
              <a:t>&lt;</a:t>
            </a:r>
            <a:r>
              <a:rPr lang="nl-BE" dirty="0" err="1">
                <a:solidFill>
                  <a:srgbClr val="0000FF"/>
                </a:solidFill>
                <a:latin typeface="Fira Code, Operator Mono, Menlo, Monaco,  Courier New"/>
              </a:rPr>
              <a:t>Payment</a:t>
            </a:r>
            <a:r>
              <a:rPr lang="nl-BE" dirty="0">
                <a:solidFill>
                  <a:srgbClr val="000000"/>
                </a:solidFill>
                <a:latin typeface="Fira Code, Operator Mono, Menlo, Monaco,  Courier New"/>
              </a:rPr>
              <a:t>&gt; </a:t>
            </a:r>
            <a:r>
              <a:rPr lang="nl-BE" dirty="0" err="1">
                <a:solidFill>
                  <a:srgbClr val="000000"/>
                </a:solidFill>
                <a:latin typeface="Fira Code, Operator Mono, Menlo, Monaco,  Courier New"/>
              </a:rPr>
              <a:t>Payments</a:t>
            </a:r>
            <a:r>
              <a:rPr lang="nl-BE" dirty="0">
                <a:solidFill>
                  <a:srgbClr val="000000"/>
                </a:solidFill>
                <a:latin typeface="Fira Code, Operator Mono, Menlo, Monaco,  Courier New"/>
              </a:rPr>
              <a:t> { </a:t>
            </a:r>
            <a:r>
              <a:rPr lang="nl-BE" dirty="0">
                <a:solidFill>
                  <a:srgbClr val="0000FF"/>
                </a:solidFill>
                <a:latin typeface="Fira Code, Operator Mono, Menlo, Monaco,  Courier New"/>
              </a:rPr>
              <a:t>get</a:t>
            </a:r>
            <a:r>
              <a:rPr lang="nl-BE" dirty="0">
                <a:solidFill>
                  <a:srgbClr val="000000"/>
                </a:solidFill>
                <a:latin typeface="Fira Code, Operator Mono, Menlo, Monaco,  Courier New"/>
              </a:rPr>
              <a:t>; </a:t>
            </a:r>
            <a:r>
              <a:rPr lang="nl-BE" dirty="0">
                <a:solidFill>
                  <a:srgbClr val="0000FF"/>
                </a:solidFill>
                <a:latin typeface="Fira Code, Operator Mono, Menlo, Monaco,  Courier New"/>
              </a:rPr>
              <a:t>set</a:t>
            </a:r>
            <a:r>
              <a:rPr lang="nl-BE" dirty="0">
                <a:solidFill>
                  <a:srgbClr val="000000"/>
                </a:solidFill>
                <a:latin typeface="Fira Code, Operator Mono, Menlo, Monaco,  Courier New"/>
              </a:rPr>
              <a:t>; }</a:t>
            </a:r>
          </a:p>
          <a:p>
            <a:r>
              <a:rPr lang="nl-BE" dirty="0">
                <a:solidFill>
                  <a:srgbClr val="000000"/>
                </a:solidFill>
                <a:latin typeface="Fira Code, Operator Mono, Menlo, Monaco,  Courier New"/>
              </a:rPr>
              <a:t>}</a:t>
            </a:r>
          </a:p>
        </p:txBody>
      </p:sp>
      <p:sp>
        <p:nvSpPr>
          <p:cNvPr id="9" name="Arrow: Right 8">
            <a:extLst>
              <a:ext uri="{FF2B5EF4-FFF2-40B4-BE49-F238E27FC236}">
                <a16:creationId xmlns:a16="http://schemas.microsoft.com/office/drawing/2014/main" id="{5D13BFD2-970F-449F-80E6-A9F98428CCD5}"/>
              </a:ext>
            </a:extLst>
          </p:cNvPr>
          <p:cNvSpPr/>
          <p:nvPr/>
        </p:nvSpPr>
        <p:spPr>
          <a:xfrm>
            <a:off x="7038166" y="3339418"/>
            <a:ext cx="2817845" cy="6904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spTree>
    <p:extLst>
      <p:ext uri="{BB962C8B-B14F-4D97-AF65-F5344CB8AC3E}">
        <p14:creationId xmlns:p14="http://schemas.microsoft.com/office/powerpoint/2010/main" val="31342672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99DADBD-8F08-4AB4-A64C-361BCFD3A54B}"/>
              </a:ext>
            </a:extLst>
          </p:cNvPr>
          <p:cNvSpPr>
            <a:spLocks noGrp="1"/>
          </p:cNvSpPr>
          <p:nvPr>
            <p:ph type="body" sz="quarter" idx="17"/>
          </p:nvPr>
        </p:nvSpPr>
        <p:spPr/>
        <p:txBody>
          <a:bodyPr/>
          <a:lstStyle/>
          <a:p>
            <a:pPr marL="571500" indent="-571500">
              <a:buFont typeface="Arial" panose="020B0604020202020204" pitchFamily="34" charset="0"/>
              <a:buChar char="•"/>
            </a:pPr>
            <a:r>
              <a:rPr lang="nl-NL" dirty="0"/>
              <a:t>Om nog flexibeler te zijn gaan we onze </a:t>
            </a:r>
            <a:r>
              <a:rPr lang="nl-NL" dirty="0" err="1"/>
              <a:t>DTO’s</a:t>
            </a:r>
            <a:r>
              <a:rPr lang="nl-NL" dirty="0"/>
              <a:t> nog eens onderverdelen in</a:t>
            </a:r>
            <a:br>
              <a:rPr lang="nl-NL" dirty="0"/>
            </a:br>
            <a:r>
              <a:rPr lang="nl-NL" b="1" dirty="0" err="1">
                <a:solidFill>
                  <a:schemeClr val="accent1"/>
                </a:solidFill>
              </a:rPr>
              <a:t>request</a:t>
            </a:r>
            <a:r>
              <a:rPr lang="nl-NL" b="1" dirty="0">
                <a:solidFill>
                  <a:schemeClr val="accent1"/>
                </a:solidFill>
              </a:rPr>
              <a:t>- en response </a:t>
            </a:r>
            <a:r>
              <a:rPr lang="nl-NL" b="1" dirty="0" err="1">
                <a:solidFill>
                  <a:schemeClr val="accent1"/>
                </a:solidFill>
              </a:rPr>
              <a:t>dto’s</a:t>
            </a:r>
            <a:r>
              <a:rPr lang="nl-NL" b="1" dirty="0">
                <a:solidFill>
                  <a:schemeClr val="accent1"/>
                </a:solidFill>
              </a:rPr>
              <a:t>.</a:t>
            </a:r>
            <a:endParaRPr lang="nl-BE" b="1" dirty="0">
              <a:solidFill>
                <a:schemeClr val="accent1"/>
              </a:solidFill>
            </a:endParaRPr>
          </a:p>
        </p:txBody>
      </p:sp>
      <p:sp>
        <p:nvSpPr>
          <p:cNvPr id="3" name="Tijdelijke aanduiding voor dianummer 2">
            <a:extLst>
              <a:ext uri="{FF2B5EF4-FFF2-40B4-BE49-F238E27FC236}">
                <a16:creationId xmlns:a16="http://schemas.microsoft.com/office/drawing/2014/main" id="{CE4259C6-647E-4F64-B36F-BBA0CB3C23B8}"/>
              </a:ext>
            </a:extLst>
          </p:cNvPr>
          <p:cNvSpPr>
            <a:spLocks noGrp="1"/>
          </p:cNvSpPr>
          <p:nvPr>
            <p:ph type="sldNum" sz="quarter" idx="12"/>
          </p:nvPr>
        </p:nvSpPr>
        <p:spPr/>
        <p:txBody>
          <a:bodyPr/>
          <a:lstStyle/>
          <a:p>
            <a:fld id="{B7527A74-2D87-4307-9531-5A57D9647EEB}" type="slidenum">
              <a:rPr lang="nl-BE" smtClean="0"/>
              <a:pPr/>
              <a:t>32</a:t>
            </a:fld>
            <a:endParaRPr lang="nl-BE"/>
          </a:p>
        </p:txBody>
      </p:sp>
      <p:sp>
        <p:nvSpPr>
          <p:cNvPr id="4" name="Titel 3">
            <a:extLst>
              <a:ext uri="{FF2B5EF4-FFF2-40B4-BE49-F238E27FC236}">
                <a16:creationId xmlns:a16="http://schemas.microsoft.com/office/drawing/2014/main" id="{47EB8CC0-88FD-47BC-81B8-78FAB3ABBD13}"/>
              </a:ext>
            </a:extLst>
          </p:cNvPr>
          <p:cNvSpPr>
            <a:spLocks noGrp="1"/>
          </p:cNvSpPr>
          <p:nvPr>
            <p:ph type="title"/>
          </p:nvPr>
        </p:nvSpPr>
        <p:spPr/>
        <p:txBody>
          <a:bodyPr/>
          <a:lstStyle/>
          <a:p>
            <a:r>
              <a:rPr lang="nl-NL" dirty="0"/>
              <a:t>DTO </a:t>
            </a:r>
            <a:r>
              <a:rPr lang="nl-NL" dirty="0" err="1"/>
              <a:t>Request</a:t>
            </a:r>
            <a:r>
              <a:rPr lang="nl-NL" dirty="0"/>
              <a:t> en Response	</a:t>
            </a:r>
            <a:endParaRPr lang="nl-BE" dirty="0"/>
          </a:p>
        </p:txBody>
      </p:sp>
      <p:sp>
        <p:nvSpPr>
          <p:cNvPr id="5" name="Tijdelijke aanduiding voor datum 4">
            <a:extLst>
              <a:ext uri="{FF2B5EF4-FFF2-40B4-BE49-F238E27FC236}">
                <a16:creationId xmlns:a16="http://schemas.microsoft.com/office/drawing/2014/main" id="{B88EF9C4-7AB7-48C4-BEB1-1FBC52264B08}"/>
              </a:ext>
            </a:extLst>
          </p:cNvPr>
          <p:cNvSpPr>
            <a:spLocks noGrp="1"/>
          </p:cNvSpPr>
          <p:nvPr>
            <p:ph type="dt" sz="half" idx="10"/>
          </p:nvPr>
        </p:nvSpPr>
        <p:spPr/>
        <p:txBody>
          <a:bodyPr/>
          <a:lstStyle/>
          <a:p>
            <a:fld id="{E64C2695-B263-4353-BD48-CC1D21F07CE5}" type="datetime1">
              <a:rPr lang="nl-BE" smtClean="0"/>
              <a:t>6/10/2025</a:t>
            </a:fld>
            <a:endParaRPr lang="nl-BE" dirty="0"/>
          </a:p>
        </p:txBody>
      </p:sp>
      <p:sp>
        <p:nvSpPr>
          <p:cNvPr id="6" name="Tijdelijke aanduiding voor voettekst 5">
            <a:extLst>
              <a:ext uri="{FF2B5EF4-FFF2-40B4-BE49-F238E27FC236}">
                <a16:creationId xmlns:a16="http://schemas.microsoft.com/office/drawing/2014/main" id="{E488E398-4263-423B-BEE0-D395FEA72A58}"/>
              </a:ext>
            </a:extLst>
          </p:cNvPr>
          <p:cNvSpPr>
            <a:spLocks noGrp="1"/>
          </p:cNvSpPr>
          <p:nvPr>
            <p:ph type="ftr" sz="quarter" idx="11"/>
          </p:nvPr>
        </p:nvSpPr>
        <p:spPr/>
        <p:txBody>
          <a:bodyPr/>
          <a:lstStyle/>
          <a:p>
            <a:r>
              <a:rPr lang="nl-BE"/>
              <a:t>PRI - Web API</a:t>
            </a:r>
            <a:endParaRPr lang="nl-BE" dirty="0"/>
          </a:p>
        </p:txBody>
      </p:sp>
    </p:spTree>
    <p:extLst>
      <p:ext uri="{BB962C8B-B14F-4D97-AF65-F5344CB8AC3E}">
        <p14:creationId xmlns:p14="http://schemas.microsoft.com/office/powerpoint/2010/main" val="6302966"/>
      </p:ext>
    </p:extLst>
  </p:cSld>
  <p:clrMapOvr>
    <a:masterClrMapping/>
  </p:clrMapOvr>
</p:sld>
</file>

<file path=ppt/theme/theme1.xml><?xml version="1.0" encoding="utf-8"?>
<a:theme xmlns:a="http://schemas.openxmlformats.org/drawingml/2006/main" name="Howest NL">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west EN">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Howest NL met tweede logo">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F553E215F04C0419C6954333B66E282" ma:contentTypeVersion="0" ma:contentTypeDescription="Een nieuw document maken." ma:contentTypeScope="" ma:versionID="7f9b788aa87c5bbaae5b8ec907191413">
  <xsd:schema xmlns:xsd="http://www.w3.org/2001/XMLSchema" xmlns:xs="http://www.w3.org/2001/XMLSchema" xmlns:p="http://schemas.microsoft.com/office/2006/metadata/properties" targetNamespace="http://schemas.microsoft.com/office/2006/metadata/properties" ma:root="true" ma:fieldsID="251cc30e653e6b19a05d72da3382d141">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89D7BF5-FA67-45FF-A287-CE11E2521B25}">
  <ds:schemaRefs>
    <ds:schemaRef ds:uri="http://schemas.microsoft.com/office/2006/metadata/properties"/>
    <ds:schemaRef ds:uri="http://schemas.microsoft.com/office/infopath/2007/PartnerControls"/>
    <ds:schemaRef ds:uri="128482ec-0431-40d5-ab26-89ea2a4f3ccd"/>
    <ds:schemaRef ds:uri="bc22d1ab-96f4-4734-be90-49cec9fb376b"/>
    <ds:schemaRef ds:uri="3762e22a-7155-42f7-89b5-3c9cde738ddc"/>
  </ds:schemaRefs>
</ds:datastoreItem>
</file>

<file path=customXml/itemProps2.xml><?xml version="1.0" encoding="utf-8"?>
<ds:datastoreItem xmlns:ds="http://schemas.openxmlformats.org/officeDocument/2006/customXml" ds:itemID="{67E805CF-5123-4B02-8348-B20123482E1D}">
  <ds:schemaRefs>
    <ds:schemaRef ds:uri="http://schemas.microsoft.com/sharepoint/v3/contenttype/forms"/>
  </ds:schemaRefs>
</ds:datastoreItem>
</file>

<file path=customXml/itemProps3.xml><?xml version="1.0" encoding="utf-8"?>
<ds:datastoreItem xmlns:ds="http://schemas.openxmlformats.org/officeDocument/2006/customXml" ds:itemID="{999AB018-FA66-4B57-8F0E-E700DDECD2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1784</Words>
  <Application>Microsoft Office PowerPoint</Application>
  <PresentationFormat>Custom</PresentationFormat>
  <Paragraphs>397</Paragraphs>
  <Slides>32</Slides>
  <Notes>11</Notes>
  <HiddenSlides>0</HiddenSlides>
  <MMClips>0</MMClips>
  <ScaleCrop>false</ScaleCrop>
  <HeadingPairs>
    <vt:vector size="4" baseType="variant">
      <vt:variant>
        <vt:lpstr>Theme</vt:lpstr>
      </vt:variant>
      <vt:variant>
        <vt:i4>3</vt:i4>
      </vt:variant>
      <vt:variant>
        <vt:lpstr>Slide Titles</vt:lpstr>
      </vt:variant>
      <vt:variant>
        <vt:i4>32</vt:i4>
      </vt:variant>
    </vt:vector>
  </HeadingPairs>
  <TitlesOfParts>
    <vt:vector size="35" baseType="lpstr">
      <vt:lpstr>Howest NL</vt:lpstr>
      <vt:lpstr>Howest EN</vt:lpstr>
      <vt:lpstr>Howest NL met tweede logo</vt:lpstr>
      <vt:lpstr>Web API</vt:lpstr>
      <vt:lpstr>Web API</vt:lpstr>
      <vt:lpstr>Voorbeeld: weerapplicatie</vt:lpstr>
      <vt:lpstr>Voorbeeld: weerapplicatie</vt:lpstr>
      <vt:lpstr>Voorbeeld: weerapplicatie</vt:lpstr>
      <vt:lpstr>Andere voorbeelden</vt:lpstr>
      <vt:lpstr>MVC applicatie</vt:lpstr>
      <vt:lpstr>Web API</vt:lpstr>
      <vt:lpstr>Clients?</vt:lpstr>
      <vt:lpstr>Clients</vt:lpstr>
      <vt:lpstr>JSON</vt:lpstr>
      <vt:lpstr>RESTful</vt:lpstr>
      <vt:lpstr>RESTfull watte?</vt:lpstr>
      <vt:lpstr>Wanneer is iets RESTFUL?</vt:lpstr>
      <vt:lpstr>Wanneer is iets RESTFULL?</vt:lpstr>
      <vt:lpstr>HTTP methods/verbs</vt:lpstr>
      <vt:lpstr>HTTP verbs (of methods)</vt:lpstr>
      <vt:lpstr>API ENDPOINTS</vt:lpstr>
      <vt:lpstr>API Endpoints</vt:lpstr>
      <vt:lpstr>API Endpoints voorbeeld</vt:lpstr>
      <vt:lpstr>API Endpoints Request en Response</vt:lpstr>
      <vt:lpstr>Afspraken omtrent endpoints</vt:lpstr>
      <vt:lpstr>Wat doen we NIET?</vt:lpstr>
      <vt:lpstr>HTTP Response codes</vt:lpstr>
      <vt:lpstr>HTTP Response codes</vt:lpstr>
      <vt:lpstr>HTTP Response codes</vt:lpstr>
      <vt:lpstr>Data Transfer Objects</vt:lpstr>
      <vt:lpstr>Entities en DTO’s</vt:lpstr>
      <vt:lpstr>Voorbeeld DTO vs Entity Student</vt:lpstr>
      <vt:lpstr>Voorbeeld DTO vs Entity Student</vt:lpstr>
      <vt:lpstr>Voorbeeld DTO vs Entity Student</vt:lpstr>
      <vt:lpstr>DTO Request en Response </vt:lpstr>
    </vt:vector>
  </TitlesOfParts>
  <Company>Howest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regis.le.roy@howest.be</dc:creator>
  <cp:lastModifiedBy>Deboosere Dries</cp:lastModifiedBy>
  <cp:revision>192</cp:revision>
  <dcterms:created xsi:type="dcterms:W3CDTF">2019-05-02T19:50:51Z</dcterms:created>
  <dcterms:modified xsi:type="dcterms:W3CDTF">2025-10-06T20:22:11Z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0x010100CF553E215F04C0419C6954333B66E282</vt:lpwstr>
  </property>
  <property fmtid="{D5CDD505-2E9C-101B-9397-08002B2CF9AE}" pid="3" name="MediaServiceImageTags">
    <vt:lpwstr/>
  </property>
</Properties>
</file>