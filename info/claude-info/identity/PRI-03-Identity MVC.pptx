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3.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13" r:id="rId5"/>
    <p:sldMasterId id="2147483749" r:id="rId6"/>
    <p:sldMasterId id="2147483776" r:id="rId7"/>
  </p:sldMasterIdLst>
  <p:notesMasterIdLst>
    <p:notesMasterId r:id="rId54"/>
  </p:notesMasterIdLst>
  <p:sldIdLst>
    <p:sldId id="2591" r:id="rId8"/>
    <p:sldId id="2594" r:id="rId9"/>
    <p:sldId id="2595" r:id="rId10"/>
    <p:sldId id="2596" r:id="rId11"/>
    <p:sldId id="2597" r:id="rId12"/>
    <p:sldId id="2598" r:id="rId13"/>
    <p:sldId id="2599" r:id="rId14"/>
    <p:sldId id="2600" r:id="rId15"/>
    <p:sldId id="2601" r:id="rId16"/>
    <p:sldId id="2602" r:id="rId17"/>
    <p:sldId id="2603" r:id="rId18"/>
    <p:sldId id="2604" r:id="rId19"/>
    <p:sldId id="2605" r:id="rId20"/>
    <p:sldId id="2606" r:id="rId21"/>
    <p:sldId id="2607" r:id="rId22"/>
    <p:sldId id="2608" r:id="rId23"/>
    <p:sldId id="2632" r:id="rId24"/>
    <p:sldId id="2609" r:id="rId25"/>
    <p:sldId id="2610" r:id="rId26"/>
    <p:sldId id="2611" r:id="rId27"/>
    <p:sldId id="2612" r:id="rId28"/>
    <p:sldId id="2613" r:id="rId29"/>
    <p:sldId id="2614" r:id="rId30"/>
    <p:sldId id="2615" r:id="rId31"/>
    <p:sldId id="2616" r:id="rId32"/>
    <p:sldId id="2617" r:id="rId33"/>
    <p:sldId id="2618" r:id="rId34"/>
    <p:sldId id="2619" r:id="rId35"/>
    <p:sldId id="2620" r:id="rId36"/>
    <p:sldId id="2621" r:id="rId37"/>
    <p:sldId id="2622" r:id="rId38"/>
    <p:sldId id="2623" r:id="rId39"/>
    <p:sldId id="2624" r:id="rId40"/>
    <p:sldId id="2625" r:id="rId41"/>
    <p:sldId id="2626" r:id="rId42"/>
    <p:sldId id="2627" r:id="rId43"/>
    <p:sldId id="2628" r:id="rId44"/>
    <p:sldId id="2629" r:id="rId45"/>
    <p:sldId id="2630" r:id="rId46"/>
    <p:sldId id="2631" r:id="rId47"/>
    <p:sldId id="2633" r:id="rId48"/>
    <p:sldId id="2634" r:id="rId49"/>
    <p:sldId id="2635" r:id="rId50"/>
    <p:sldId id="2636" r:id="rId51"/>
    <p:sldId id="2637" r:id="rId52"/>
    <p:sldId id="2638" r:id="rId53"/>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C18A6-B82F-FF00-AD50-A69E5809550A}" v="2" dt="2026-02-17T10:17:49.880"/>
    <p1510:client id="{535433E3-F730-CFD0-E621-49A9053A75B5}" v="27" dt="2026-02-17T09:05:24.448"/>
    <p1510:client id="{C5E5B522-13DC-452D-AFDF-97F3ED787A27}" v="97" dt="2026-02-17T10:12:59.8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viewProps" Target="view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theme" Target="theme/theme1.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ies DEBOOSERE" userId="195120e4-eb76-48af-a4cb-8df8b4d74f30" providerId="ADAL" clId="{DCF0A325-004F-4364-8758-9E0F7CE5E98B}"/>
    <pc:docChg chg="undo custSel addSld delSld modSld sldOrd delSection modSection">
      <pc:chgData name="Dries DEBOOSERE" userId="195120e4-eb76-48af-a4cb-8df8b4d74f30" providerId="ADAL" clId="{DCF0A325-004F-4364-8758-9E0F7CE5E98B}" dt="2026-02-17T10:14:25.625" v="2003" actId="17853"/>
      <pc:docMkLst>
        <pc:docMk/>
      </pc:docMkLst>
      <pc:sldChg chg="modSp del">
        <pc:chgData name="Dries DEBOOSERE" userId="195120e4-eb76-48af-a4cb-8df8b4d74f30" providerId="ADAL" clId="{DCF0A325-004F-4364-8758-9E0F7CE5E98B}" dt="2026-02-17T09:06:47.832" v="16" actId="47"/>
        <pc:sldMkLst>
          <pc:docMk/>
          <pc:sldMk cId="1135295610" sldId="2561"/>
        </pc:sldMkLst>
        <pc:spChg chg="mod">
          <ac:chgData name="Dries DEBOOSERE" userId="195120e4-eb76-48af-a4cb-8df8b4d74f30" providerId="ADAL" clId="{DCF0A325-004F-4364-8758-9E0F7CE5E98B}" dt="2026-02-17T09:06:16.986" v="0"/>
          <ac:spMkLst>
            <pc:docMk/>
            <pc:sldMk cId="1135295610" sldId="2561"/>
            <ac:spMk id="2" creationId="{1279659D-3A05-A13A-8199-4BD29EFF288F}"/>
          </ac:spMkLst>
        </pc:spChg>
        <pc:spChg chg="mod">
          <ac:chgData name="Dries DEBOOSERE" userId="195120e4-eb76-48af-a4cb-8df8b4d74f30" providerId="ADAL" clId="{DCF0A325-004F-4364-8758-9E0F7CE5E98B}" dt="2026-02-17T09:06:16.986" v="0"/>
          <ac:spMkLst>
            <pc:docMk/>
            <pc:sldMk cId="1135295610" sldId="2561"/>
            <ac:spMk id="3" creationId="{02EE7C97-CA55-CDB9-B0E9-7219B5CCA6C7}"/>
          </ac:spMkLst>
        </pc:spChg>
      </pc:sldChg>
      <pc:sldChg chg="modSp del mod">
        <pc:chgData name="Dries DEBOOSERE" userId="195120e4-eb76-48af-a4cb-8df8b4d74f30" providerId="ADAL" clId="{DCF0A325-004F-4364-8758-9E0F7CE5E98B}" dt="2026-02-17T10:06:27.318" v="1703" actId="47"/>
        <pc:sldMkLst>
          <pc:docMk/>
          <pc:sldMk cId="165976737" sldId="2562"/>
        </pc:sldMkLst>
        <pc:spChg chg="mod">
          <ac:chgData name="Dries DEBOOSERE" userId="195120e4-eb76-48af-a4cb-8df8b4d74f30" providerId="ADAL" clId="{DCF0A325-004F-4364-8758-9E0F7CE5E98B}" dt="2026-02-17T09:06:16.986" v="0"/>
          <ac:spMkLst>
            <pc:docMk/>
            <pc:sldMk cId="165976737" sldId="2562"/>
            <ac:spMk id="2" creationId="{F114CC7D-5E35-2FB5-7E65-01DBD0470734}"/>
          </ac:spMkLst>
        </pc:spChg>
        <pc:spChg chg="mod">
          <ac:chgData name="Dries DEBOOSERE" userId="195120e4-eb76-48af-a4cb-8df8b4d74f30" providerId="ADAL" clId="{DCF0A325-004F-4364-8758-9E0F7CE5E98B}" dt="2026-02-17T09:06:17.185" v="1" actId="27636"/>
          <ac:spMkLst>
            <pc:docMk/>
            <pc:sldMk cId="165976737" sldId="2562"/>
            <ac:spMk id="3" creationId="{0A700506-35DE-F9A9-3750-70CC49F37BCD}"/>
          </ac:spMkLst>
        </pc:spChg>
      </pc:sldChg>
      <pc:sldChg chg="modSp del">
        <pc:chgData name="Dries DEBOOSERE" userId="195120e4-eb76-48af-a4cb-8df8b4d74f30" providerId="ADAL" clId="{DCF0A325-004F-4364-8758-9E0F7CE5E98B}" dt="2026-02-17T10:06:27.318" v="1703" actId="47"/>
        <pc:sldMkLst>
          <pc:docMk/>
          <pc:sldMk cId="3296072475" sldId="2563"/>
        </pc:sldMkLst>
        <pc:spChg chg="mod">
          <ac:chgData name="Dries DEBOOSERE" userId="195120e4-eb76-48af-a4cb-8df8b4d74f30" providerId="ADAL" clId="{DCF0A325-004F-4364-8758-9E0F7CE5E98B}" dt="2026-02-17T09:06:16.986" v="0"/>
          <ac:spMkLst>
            <pc:docMk/>
            <pc:sldMk cId="3296072475" sldId="2563"/>
            <ac:spMk id="2" creationId="{E3D7AAF6-7F4A-0583-3985-81DD2B85A3FE}"/>
          </ac:spMkLst>
        </pc:spChg>
        <pc:spChg chg="mod">
          <ac:chgData name="Dries DEBOOSERE" userId="195120e4-eb76-48af-a4cb-8df8b4d74f30" providerId="ADAL" clId="{DCF0A325-004F-4364-8758-9E0F7CE5E98B}" dt="2026-02-17T09:06:16.986" v="0"/>
          <ac:spMkLst>
            <pc:docMk/>
            <pc:sldMk cId="3296072475" sldId="2563"/>
            <ac:spMk id="7" creationId="{84B562DB-9484-D4E4-8CE3-39D649E04F8C}"/>
          </ac:spMkLst>
        </pc:spChg>
      </pc:sldChg>
      <pc:sldChg chg="modSp del">
        <pc:chgData name="Dries DEBOOSERE" userId="195120e4-eb76-48af-a4cb-8df8b4d74f30" providerId="ADAL" clId="{DCF0A325-004F-4364-8758-9E0F7CE5E98B}" dt="2026-02-17T10:06:27.318" v="1703" actId="47"/>
        <pc:sldMkLst>
          <pc:docMk/>
          <pc:sldMk cId="705263055" sldId="2564"/>
        </pc:sldMkLst>
        <pc:spChg chg="mod">
          <ac:chgData name="Dries DEBOOSERE" userId="195120e4-eb76-48af-a4cb-8df8b4d74f30" providerId="ADAL" clId="{DCF0A325-004F-4364-8758-9E0F7CE5E98B}" dt="2026-02-17T09:06:16.986" v="0"/>
          <ac:spMkLst>
            <pc:docMk/>
            <pc:sldMk cId="705263055" sldId="2564"/>
            <ac:spMk id="2" creationId="{BCEB1359-2EB1-5BF4-2255-E2C28CE80C94}"/>
          </ac:spMkLst>
        </pc:spChg>
        <pc:picChg chg="mod">
          <ac:chgData name="Dries DEBOOSERE" userId="195120e4-eb76-48af-a4cb-8df8b4d74f30" providerId="ADAL" clId="{DCF0A325-004F-4364-8758-9E0F7CE5E98B}" dt="2026-02-17T09:06:16.986" v="0"/>
          <ac:picMkLst>
            <pc:docMk/>
            <pc:sldMk cId="705263055" sldId="2564"/>
            <ac:picMk id="4" creationId="{23E708A6-2338-4F33-8B8E-DC87CE0D83AD}"/>
          </ac:picMkLst>
        </pc:picChg>
      </pc:sldChg>
      <pc:sldChg chg="modSp del">
        <pc:chgData name="Dries DEBOOSERE" userId="195120e4-eb76-48af-a4cb-8df8b4d74f30" providerId="ADAL" clId="{DCF0A325-004F-4364-8758-9E0F7CE5E98B}" dt="2026-02-17T10:06:27.318" v="1703" actId="47"/>
        <pc:sldMkLst>
          <pc:docMk/>
          <pc:sldMk cId="3162000547" sldId="2565"/>
        </pc:sldMkLst>
        <pc:spChg chg="mod">
          <ac:chgData name="Dries DEBOOSERE" userId="195120e4-eb76-48af-a4cb-8df8b4d74f30" providerId="ADAL" clId="{DCF0A325-004F-4364-8758-9E0F7CE5E98B}" dt="2026-02-17T09:06:16.986" v="0"/>
          <ac:spMkLst>
            <pc:docMk/>
            <pc:sldMk cId="3162000547" sldId="2565"/>
            <ac:spMk id="2" creationId="{505D7772-20DB-980A-58EE-E7D9E6C59856}"/>
          </ac:spMkLst>
        </pc:spChg>
        <pc:picChg chg="mod">
          <ac:chgData name="Dries DEBOOSERE" userId="195120e4-eb76-48af-a4cb-8df8b4d74f30" providerId="ADAL" clId="{DCF0A325-004F-4364-8758-9E0F7CE5E98B}" dt="2026-02-17T09:06:16.986" v="0"/>
          <ac:picMkLst>
            <pc:docMk/>
            <pc:sldMk cId="3162000547" sldId="2565"/>
            <ac:picMk id="4" creationId="{FB33066D-117A-4997-8C5B-A8521F6722C7}"/>
          </ac:picMkLst>
        </pc:picChg>
      </pc:sldChg>
      <pc:sldChg chg="modSp del">
        <pc:chgData name="Dries DEBOOSERE" userId="195120e4-eb76-48af-a4cb-8df8b4d74f30" providerId="ADAL" clId="{DCF0A325-004F-4364-8758-9E0F7CE5E98B}" dt="2026-02-17T10:06:27.318" v="1703" actId="47"/>
        <pc:sldMkLst>
          <pc:docMk/>
          <pc:sldMk cId="361915143" sldId="2566"/>
        </pc:sldMkLst>
        <pc:spChg chg="mod">
          <ac:chgData name="Dries DEBOOSERE" userId="195120e4-eb76-48af-a4cb-8df8b4d74f30" providerId="ADAL" clId="{DCF0A325-004F-4364-8758-9E0F7CE5E98B}" dt="2026-02-17T09:06:16.986" v="0"/>
          <ac:spMkLst>
            <pc:docMk/>
            <pc:sldMk cId="361915143" sldId="2566"/>
            <ac:spMk id="2" creationId="{87075EAB-FB61-600C-2FD1-2DF2101B4853}"/>
          </ac:spMkLst>
        </pc:spChg>
        <pc:spChg chg="mod">
          <ac:chgData name="Dries DEBOOSERE" userId="195120e4-eb76-48af-a4cb-8df8b4d74f30" providerId="ADAL" clId="{DCF0A325-004F-4364-8758-9E0F7CE5E98B}" dt="2026-02-17T09:06:16.986" v="0"/>
          <ac:spMkLst>
            <pc:docMk/>
            <pc:sldMk cId="361915143" sldId="2566"/>
            <ac:spMk id="7" creationId="{528C3A53-EF6F-4FBE-364C-CF421E4BFB5A}"/>
          </ac:spMkLst>
        </pc:spChg>
      </pc:sldChg>
      <pc:sldChg chg="modSp del mod">
        <pc:chgData name="Dries DEBOOSERE" userId="195120e4-eb76-48af-a4cb-8df8b4d74f30" providerId="ADAL" clId="{DCF0A325-004F-4364-8758-9E0F7CE5E98B}" dt="2026-02-17T10:06:27.318" v="1703" actId="47"/>
        <pc:sldMkLst>
          <pc:docMk/>
          <pc:sldMk cId="1592242157" sldId="2567"/>
        </pc:sldMkLst>
        <pc:spChg chg="mod">
          <ac:chgData name="Dries DEBOOSERE" userId="195120e4-eb76-48af-a4cb-8df8b4d74f30" providerId="ADAL" clId="{DCF0A325-004F-4364-8758-9E0F7CE5E98B}" dt="2026-02-17T09:06:17.196" v="2" actId="27636"/>
          <ac:spMkLst>
            <pc:docMk/>
            <pc:sldMk cId="1592242157" sldId="2567"/>
            <ac:spMk id="2" creationId="{B5CB610A-D6A3-A3FF-2EB2-431C684A050F}"/>
          </ac:spMkLst>
        </pc:spChg>
        <pc:picChg chg="mod">
          <ac:chgData name="Dries DEBOOSERE" userId="195120e4-eb76-48af-a4cb-8df8b4d74f30" providerId="ADAL" clId="{DCF0A325-004F-4364-8758-9E0F7CE5E98B}" dt="2026-02-17T09:06:16.986" v="0"/>
          <ac:picMkLst>
            <pc:docMk/>
            <pc:sldMk cId="1592242157" sldId="2567"/>
            <ac:picMk id="4" creationId="{E9D50389-DC3D-4300-8A84-E5DCBFAF58B1}"/>
          </ac:picMkLst>
        </pc:picChg>
      </pc:sldChg>
      <pc:sldChg chg="modSp del mod">
        <pc:chgData name="Dries DEBOOSERE" userId="195120e4-eb76-48af-a4cb-8df8b4d74f30" providerId="ADAL" clId="{DCF0A325-004F-4364-8758-9E0F7CE5E98B}" dt="2026-02-17T10:06:27.318" v="1703" actId="47"/>
        <pc:sldMkLst>
          <pc:docMk/>
          <pc:sldMk cId="1722615899" sldId="2568"/>
        </pc:sldMkLst>
        <pc:spChg chg="mod">
          <ac:chgData name="Dries DEBOOSERE" userId="195120e4-eb76-48af-a4cb-8df8b4d74f30" providerId="ADAL" clId="{DCF0A325-004F-4364-8758-9E0F7CE5E98B}" dt="2026-02-17T09:06:17.202" v="3" actId="27636"/>
          <ac:spMkLst>
            <pc:docMk/>
            <pc:sldMk cId="1722615899" sldId="2568"/>
            <ac:spMk id="2" creationId="{8BA39D22-1CA7-5C94-9041-B70710F5188A}"/>
          </ac:spMkLst>
        </pc:spChg>
        <pc:picChg chg="mod">
          <ac:chgData name="Dries DEBOOSERE" userId="195120e4-eb76-48af-a4cb-8df8b4d74f30" providerId="ADAL" clId="{DCF0A325-004F-4364-8758-9E0F7CE5E98B}" dt="2026-02-17T09:06:16.986" v="0"/>
          <ac:picMkLst>
            <pc:docMk/>
            <pc:sldMk cId="1722615899" sldId="2568"/>
            <ac:picMk id="4" creationId="{0451F0B6-DDA9-41F1-A6C7-9F1A70B3588D}"/>
          </ac:picMkLst>
        </pc:picChg>
      </pc:sldChg>
      <pc:sldChg chg="modSp del">
        <pc:chgData name="Dries DEBOOSERE" userId="195120e4-eb76-48af-a4cb-8df8b4d74f30" providerId="ADAL" clId="{DCF0A325-004F-4364-8758-9E0F7CE5E98B}" dt="2026-02-17T10:06:27.318" v="1703" actId="47"/>
        <pc:sldMkLst>
          <pc:docMk/>
          <pc:sldMk cId="2207763831" sldId="2569"/>
        </pc:sldMkLst>
        <pc:spChg chg="mod">
          <ac:chgData name="Dries DEBOOSERE" userId="195120e4-eb76-48af-a4cb-8df8b4d74f30" providerId="ADAL" clId="{DCF0A325-004F-4364-8758-9E0F7CE5E98B}" dt="2026-02-17T09:06:16.986" v="0"/>
          <ac:spMkLst>
            <pc:docMk/>
            <pc:sldMk cId="2207763831" sldId="2569"/>
            <ac:spMk id="2" creationId="{6AE6DFBA-509E-5D15-1BB8-2461710F845E}"/>
          </ac:spMkLst>
        </pc:spChg>
      </pc:sldChg>
      <pc:sldChg chg="modSp del">
        <pc:chgData name="Dries DEBOOSERE" userId="195120e4-eb76-48af-a4cb-8df8b4d74f30" providerId="ADAL" clId="{DCF0A325-004F-4364-8758-9E0F7CE5E98B}" dt="2026-02-17T10:06:27.318" v="1703" actId="47"/>
        <pc:sldMkLst>
          <pc:docMk/>
          <pc:sldMk cId="1020968371" sldId="2570"/>
        </pc:sldMkLst>
        <pc:spChg chg="mod">
          <ac:chgData name="Dries DEBOOSERE" userId="195120e4-eb76-48af-a4cb-8df8b4d74f30" providerId="ADAL" clId="{DCF0A325-004F-4364-8758-9E0F7CE5E98B}" dt="2026-02-17T09:06:16.986" v="0"/>
          <ac:spMkLst>
            <pc:docMk/>
            <pc:sldMk cId="1020968371" sldId="2570"/>
            <ac:spMk id="2" creationId="{0BC58750-0E4A-68B6-D8C6-B9172FE42FEB}"/>
          </ac:spMkLst>
        </pc:spChg>
        <pc:spChg chg="mod">
          <ac:chgData name="Dries DEBOOSERE" userId="195120e4-eb76-48af-a4cb-8df8b4d74f30" providerId="ADAL" clId="{DCF0A325-004F-4364-8758-9E0F7CE5E98B}" dt="2026-02-17T09:06:16.986" v="0"/>
          <ac:spMkLst>
            <pc:docMk/>
            <pc:sldMk cId="1020968371" sldId="2570"/>
            <ac:spMk id="7" creationId="{ADBA1124-514B-8A90-4A9D-4CF97784778D}"/>
          </ac:spMkLst>
        </pc:spChg>
      </pc:sldChg>
      <pc:sldChg chg="modSp del">
        <pc:chgData name="Dries DEBOOSERE" userId="195120e4-eb76-48af-a4cb-8df8b4d74f30" providerId="ADAL" clId="{DCF0A325-004F-4364-8758-9E0F7CE5E98B}" dt="2026-02-17T10:06:27.318" v="1703" actId="47"/>
        <pc:sldMkLst>
          <pc:docMk/>
          <pc:sldMk cId="128540529" sldId="2571"/>
        </pc:sldMkLst>
        <pc:spChg chg="mod">
          <ac:chgData name="Dries DEBOOSERE" userId="195120e4-eb76-48af-a4cb-8df8b4d74f30" providerId="ADAL" clId="{DCF0A325-004F-4364-8758-9E0F7CE5E98B}" dt="2026-02-17T09:06:16.986" v="0"/>
          <ac:spMkLst>
            <pc:docMk/>
            <pc:sldMk cId="128540529" sldId="2571"/>
            <ac:spMk id="2" creationId="{725F0D62-1ADA-FFE4-4DC8-15587B30F8E6}"/>
          </ac:spMkLst>
        </pc:spChg>
        <pc:picChg chg="mod">
          <ac:chgData name="Dries DEBOOSERE" userId="195120e4-eb76-48af-a4cb-8df8b4d74f30" providerId="ADAL" clId="{DCF0A325-004F-4364-8758-9E0F7CE5E98B}" dt="2026-02-17T09:06:16.986" v="0"/>
          <ac:picMkLst>
            <pc:docMk/>
            <pc:sldMk cId="128540529" sldId="2571"/>
            <ac:picMk id="4" creationId="{9EC91BC6-C8A5-4187-877E-9B9BA5A6F8AC}"/>
          </ac:picMkLst>
        </pc:picChg>
      </pc:sldChg>
      <pc:sldChg chg="modSp del mod">
        <pc:chgData name="Dries DEBOOSERE" userId="195120e4-eb76-48af-a4cb-8df8b4d74f30" providerId="ADAL" clId="{DCF0A325-004F-4364-8758-9E0F7CE5E98B}" dt="2026-02-17T10:06:27.318" v="1703" actId="47"/>
        <pc:sldMkLst>
          <pc:docMk/>
          <pc:sldMk cId="770781228" sldId="2572"/>
        </pc:sldMkLst>
        <pc:spChg chg="mod">
          <ac:chgData name="Dries DEBOOSERE" userId="195120e4-eb76-48af-a4cb-8df8b4d74f30" providerId="ADAL" clId="{DCF0A325-004F-4364-8758-9E0F7CE5E98B}" dt="2026-02-17T09:06:17.210" v="4" actId="27636"/>
          <ac:spMkLst>
            <pc:docMk/>
            <pc:sldMk cId="770781228" sldId="2572"/>
            <ac:spMk id="2" creationId="{75BB202D-0429-3F5A-1DC8-BAE16C7274AF}"/>
          </ac:spMkLst>
        </pc:spChg>
        <pc:picChg chg="mod">
          <ac:chgData name="Dries DEBOOSERE" userId="195120e4-eb76-48af-a4cb-8df8b4d74f30" providerId="ADAL" clId="{DCF0A325-004F-4364-8758-9E0F7CE5E98B}" dt="2026-02-17T09:06:16.986" v="0"/>
          <ac:picMkLst>
            <pc:docMk/>
            <pc:sldMk cId="770781228" sldId="2572"/>
            <ac:picMk id="4" creationId="{604FA421-2380-4BA6-994A-A1CD1346B65C}"/>
          </ac:picMkLst>
        </pc:picChg>
      </pc:sldChg>
      <pc:sldChg chg="modSp del">
        <pc:chgData name="Dries DEBOOSERE" userId="195120e4-eb76-48af-a4cb-8df8b4d74f30" providerId="ADAL" clId="{DCF0A325-004F-4364-8758-9E0F7CE5E98B}" dt="2026-02-17T10:06:27.318" v="1703" actId="47"/>
        <pc:sldMkLst>
          <pc:docMk/>
          <pc:sldMk cId="3242868181" sldId="2573"/>
        </pc:sldMkLst>
        <pc:spChg chg="mod">
          <ac:chgData name="Dries DEBOOSERE" userId="195120e4-eb76-48af-a4cb-8df8b4d74f30" providerId="ADAL" clId="{DCF0A325-004F-4364-8758-9E0F7CE5E98B}" dt="2026-02-17T09:06:16.986" v="0"/>
          <ac:spMkLst>
            <pc:docMk/>
            <pc:sldMk cId="3242868181" sldId="2573"/>
            <ac:spMk id="2" creationId="{ED45539C-8B20-BC0A-3275-AD0CEF4E6886}"/>
          </ac:spMkLst>
        </pc:spChg>
        <pc:picChg chg="mod">
          <ac:chgData name="Dries DEBOOSERE" userId="195120e4-eb76-48af-a4cb-8df8b4d74f30" providerId="ADAL" clId="{DCF0A325-004F-4364-8758-9E0F7CE5E98B}" dt="2026-02-17T09:06:16.986" v="0"/>
          <ac:picMkLst>
            <pc:docMk/>
            <pc:sldMk cId="3242868181" sldId="2573"/>
            <ac:picMk id="4" creationId="{C4E3EDBA-C4E2-4E3B-AE17-A9A9B169AF05}"/>
          </ac:picMkLst>
        </pc:picChg>
      </pc:sldChg>
      <pc:sldChg chg="modSp del">
        <pc:chgData name="Dries DEBOOSERE" userId="195120e4-eb76-48af-a4cb-8df8b4d74f30" providerId="ADAL" clId="{DCF0A325-004F-4364-8758-9E0F7CE5E98B}" dt="2026-02-17T10:06:27.318" v="1703" actId="47"/>
        <pc:sldMkLst>
          <pc:docMk/>
          <pc:sldMk cId="1579979108" sldId="2574"/>
        </pc:sldMkLst>
        <pc:spChg chg="mod">
          <ac:chgData name="Dries DEBOOSERE" userId="195120e4-eb76-48af-a4cb-8df8b4d74f30" providerId="ADAL" clId="{DCF0A325-004F-4364-8758-9E0F7CE5E98B}" dt="2026-02-17T09:06:16.986" v="0"/>
          <ac:spMkLst>
            <pc:docMk/>
            <pc:sldMk cId="1579979108" sldId="2574"/>
            <ac:spMk id="2" creationId="{9EB2824B-E174-31B5-1ABF-D35880A81243}"/>
          </ac:spMkLst>
        </pc:spChg>
        <pc:picChg chg="mod">
          <ac:chgData name="Dries DEBOOSERE" userId="195120e4-eb76-48af-a4cb-8df8b4d74f30" providerId="ADAL" clId="{DCF0A325-004F-4364-8758-9E0F7CE5E98B}" dt="2026-02-17T09:06:16.986" v="0"/>
          <ac:picMkLst>
            <pc:docMk/>
            <pc:sldMk cId="1579979108" sldId="2574"/>
            <ac:picMk id="4" creationId="{A4C67D5A-51A2-4CF6-AEC2-A32F74658D96}"/>
          </ac:picMkLst>
        </pc:picChg>
      </pc:sldChg>
      <pc:sldChg chg="modSp del">
        <pc:chgData name="Dries DEBOOSERE" userId="195120e4-eb76-48af-a4cb-8df8b4d74f30" providerId="ADAL" clId="{DCF0A325-004F-4364-8758-9E0F7CE5E98B}" dt="2026-02-17T10:06:27.318" v="1703" actId="47"/>
        <pc:sldMkLst>
          <pc:docMk/>
          <pc:sldMk cId="1406589337" sldId="2575"/>
        </pc:sldMkLst>
        <pc:spChg chg="mod">
          <ac:chgData name="Dries DEBOOSERE" userId="195120e4-eb76-48af-a4cb-8df8b4d74f30" providerId="ADAL" clId="{DCF0A325-004F-4364-8758-9E0F7CE5E98B}" dt="2026-02-17T09:06:16.986" v="0"/>
          <ac:spMkLst>
            <pc:docMk/>
            <pc:sldMk cId="1406589337" sldId="2575"/>
            <ac:spMk id="2" creationId="{42A13225-FEAE-9668-CEF2-0E56DF552D7F}"/>
          </ac:spMkLst>
        </pc:spChg>
        <pc:picChg chg="mod">
          <ac:chgData name="Dries DEBOOSERE" userId="195120e4-eb76-48af-a4cb-8df8b4d74f30" providerId="ADAL" clId="{DCF0A325-004F-4364-8758-9E0F7CE5E98B}" dt="2026-02-17T09:06:16.986" v="0"/>
          <ac:picMkLst>
            <pc:docMk/>
            <pc:sldMk cId="1406589337" sldId="2575"/>
            <ac:picMk id="4" creationId="{B9181F3D-97DA-43BD-8BAE-5D861B2D90FF}"/>
          </ac:picMkLst>
        </pc:picChg>
      </pc:sldChg>
      <pc:sldChg chg="modSp del">
        <pc:chgData name="Dries DEBOOSERE" userId="195120e4-eb76-48af-a4cb-8df8b4d74f30" providerId="ADAL" clId="{DCF0A325-004F-4364-8758-9E0F7CE5E98B}" dt="2026-02-17T10:06:27.318" v="1703" actId="47"/>
        <pc:sldMkLst>
          <pc:docMk/>
          <pc:sldMk cId="330907708" sldId="2576"/>
        </pc:sldMkLst>
        <pc:spChg chg="mod">
          <ac:chgData name="Dries DEBOOSERE" userId="195120e4-eb76-48af-a4cb-8df8b4d74f30" providerId="ADAL" clId="{DCF0A325-004F-4364-8758-9E0F7CE5E98B}" dt="2026-02-17T09:06:16.986" v="0"/>
          <ac:spMkLst>
            <pc:docMk/>
            <pc:sldMk cId="330907708" sldId="2576"/>
            <ac:spMk id="2" creationId="{D962C21C-289A-28A2-2E34-B16908F59D00}"/>
          </ac:spMkLst>
        </pc:spChg>
        <pc:spChg chg="mod">
          <ac:chgData name="Dries DEBOOSERE" userId="195120e4-eb76-48af-a4cb-8df8b4d74f30" providerId="ADAL" clId="{DCF0A325-004F-4364-8758-9E0F7CE5E98B}" dt="2026-02-17T09:06:16.986" v="0"/>
          <ac:spMkLst>
            <pc:docMk/>
            <pc:sldMk cId="330907708" sldId="2576"/>
            <ac:spMk id="7" creationId="{CFA15F86-5571-9846-B378-7B2DBCCE87FA}"/>
          </ac:spMkLst>
        </pc:spChg>
      </pc:sldChg>
      <pc:sldChg chg="modSp del">
        <pc:chgData name="Dries DEBOOSERE" userId="195120e4-eb76-48af-a4cb-8df8b4d74f30" providerId="ADAL" clId="{DCF0A325-004F-4364-8758-9E0F7CE5E98B}" dt="2026-02-17T10:06:27.318" v="1703" actId="47"/>
        <pc:sldMkLst>
          <pc:docMk/>
          <pc:sldMk cId="26640515" sldId="2577"/>
        </pc:sldMkLst>
        <pc:spChg chg="mod">
          <ac:chgData name="Dries DEBOOSERE" userId="195120e4-eb76-48af-a4cb-8df8b4d74f30" providerId="ADAL" clId="{DCF0A325-004F-4364-8758-9E0F7CE5E98B}" dt="2026-02-17T09:06:16.986" v="0"/>
          <ac:spMkLst>
            <pc:docMk/>
            <pc:sldMk cId="26640515" sldId="2577"/>
            <ac:spMk id="2" creationId="{6EF705CA-B0FA-AFCE-BFC0-B3C292E1D757}"/>
          </ac:spMkLst>
        </pc:spChg>
      </pc:sldChg>
      <pc:sldChg chg="modSp del">
        <pc:chgData name="Dries DEBOOSERE" userId="195120e4-eb76-48af-a4cb-8df8b4d74f30" providerId="ADAL" clId="{DCF0A325-004F-4364-8758-9E0F7CE5E98B}" dt="2026-02-17T10:06:27.318" v="1703" actId="47"/>
        <pc:sldMkLst>
          <pc:docMk/>
          <pc:sldMk cId="1322763449" sldId="2578"/>
        </pc:sldMkLst>
        <pc:spChg chg="mod">
          <ac:chgData name="Dries DEBOOSERE" userId="195120e4-eb76-48af-a4cb-8df8b4d74f30" providerId="ADAL" clId="{DCF0A325-004F-4364-8758-9E0F7CE5E98B}" dt="2026-02-17T09:06:16.986" v="0"/>
          <ac:spMkLst>
            <pc:docMk/>
            <pc:sldMk cId="1322763449" sldId="2578"/>
            <ac:spMk id="2" creationId="{4DC5C027-BD4D-A6AA-74AC-CB5D36A29699}"/>
          </ac:spMkLst>
        </pc:spChg>
        <pc:picChg chg="mod">
          <ac:chgData name="Dries DEBOOSERE" userId="195120e4-eb76-48af-a4cb-8df8b4d74f30" providerId="ADAL" clId="{DCF0A325-004F-4364-8758-9E0F7CE5E98B}" dt="2026-02-17T09:06:16.986" v="0"/>
          <ac:picMkLst>
            <pc:docMk/>
            <pc:sldMk cId="1322763449" sldId="2578"/>
            <ac:picMk id="4" creationId="{53F030EC-D2E8-4417-8692-1E96E8909111}"/>
          </ac:picMkLst>
        </pc:picChg>
      </pc:sldChg>
      <pc:sldChg chg="modSp del">
        <pc:chgData name="Dries DEBOOSERE" userId="195120e4-eb76-48af-a4cb-8df8b4d74f30" providerId="ADAL" clId="{DCF0A325-004F-4364-8758-9E0F7CE5E98B}" dt="2026-02-17T10:06:27.318" v="1703" actId="47"/>
        <pc:sldMkLst>
          <pc:docMk/>
          <pc:sldMk cId="3800501594" sldId="2579"/>
        </pc:sldMkLst>
        <pc:spChg chg="mod">
          <ac:chgData name="Dries DEBOOSERE" userId="195120e4-eb76-48af-a4cb-8df8b4d74f30" providerId="ADAL" clId="{DCF0A325-004F-4364-8758-9E0F7CE5E98B}" dt="2026-02-17T09:06:16.986" v="0"/>
          <ac:spMkLst>
            <pc:docMk/>
            <pc:sldMk cId="3800501594" sldId="2579"/>
            <ac:spMk id="2" creationId="{631D1E68-FABC-D2D9-57CC-BBFFA03637E0}"/>
          </ac:spMkLst>
        </pc:spChg>
        <pc:spChg chg="mod">
          <ac:chgData name="Dries DEBOOSERE" userId="195120e4-eb76-48af-a4cb-8df8b4d74f30" providerId="ADAL" clId="{DCF0A325-004F-4364-8758-9E0F7CE5E98B}" dt="2026-02-17T09:06:16.986" v="0"/>
          <ac:spMkLst>
            <pc:docMk/>
            <pc:sldMk cId="3800501594" sldId="2579"/>
            <ac:spMk id="7" creationId="{1B7BB41B-40F5-09E4-FC3D-6428AAC5161A}"/>
          </ac:spMkLst>
        </pc:spChg>
      </pc:sldChg>
      <pc:sldChg chg="modSp del">
        <pc:chgData name="Dries DEBOOSERE" userId="195120e4-eb76-48af-a4cb-8df8b4d74f30" providerId="ADAL" clId="{DCF0A325-004F-4364-8758-9E0F7CE5E98B}" dt="2026-02-17T10:06:27.318" v="1703" actId="47"/>
        <pc:sldMkLst>
          <pc:docMk/>
          <pc:sldMk cId="859398462" sldId="2580"/>
        </pc:sldMkLst>
        <pc:spChg chg="mod">
          <ac:chgData name="Dries DEBOOSERE" userId="195120e4-eb76-48af-a4cb-8df8b4d74f30" providerId="ADAL" clId="{DCF0A325-004F-4364-8758-9E0F7CE5E98B}" dt="2026-02-17T09:06:16.986" v="0"/>
          <ac:spMkLst>
            <pc:docMk/>
            <pc:sldMk cId="859398462" sldId="2580"/>
            <ac:spMk id="2" creationId="{294065AF-F35B-9FD0-A6DE-0937B6077D8E}"/>
          </ac:spMkLst>
        </pc:spChg>
      </pc:sldChg>
      <pc:sldChg chg="modSp del">
        <pc:chgData name="Dries DEBOOSERE" userId="195120e4-eb76-48af-a4cb-8df8b4d74f30" providerId="ADAL" clId="{DCF0A325-004F-4364-8758-9E0F7CE5E98B}" dt="2026-02-17T10:06:27.318" v="1703" actId="47"/>
        <pc:sldMkLst>
          <pc:docMk/>
          <pc:sldMk cId="1142625579" sldId="2581"/>
        </pc:sldMkLst>
        <pc:spChg chg="mod">
          <ac:chgData name="Dries DEBOOSERE" userId="195120e4-eb76-48af-a4cb-8df8b4d74f30" providerId="ADAL" clId="{DCF0A325-004F-4364-8758-9E0F7CE5E98B}" dt="2026-02-17T09:06:16.986" v="0"/>
          <ac:spMkLst>
            <pc:docMk/>
            <pc:sldMk cId="1142625579" sldId="2581"/>
            <ac:spMk id="2" creationId="{4D41318C-8987-0B7F-F276-68765FB1283A}"/>
          </ac:spMkLst>
        </pc:spChg>
        <pc:picChg chg="mod">
          <ac:chgData name="Dries DEBOOSERE" userId="195120e4-eb76-48af-a4cb-8df8b4d74f30" providerId="ADAL" clId="{DCF0A325-004F-4364-8758-9E0F7CE5E98B}" dt="2026-02-17T09:06:16.986" v="0"/>
          <ac:picMkLst>
            <pc:docMk/>
            <pc:sldMk cId="1142625579" sldId="2581"/>
            <ac:picMk id="4" creationId="{FCBC25B3-4674-46EA-B151-182DB5A04C00}"/>
          </ac:picMkLst>
        </pc:picChg>
      </pc:sldChg>
      <pc:sldChg chg="modSp del">
        <pc:chgData name="Dries DEBOOSERE" userId="195120e4-eb76-48af-a4cb-8df8b4d74f30" providerId="ADAL" clId="{DCF0A325-004F-4364-8758-9E0F7CE5E98B}" dt="2026-02-17T10:06:27.318" v="1703" actId="47"/>
        <pc:sldMkLst>
          <pc:docMk/>
          <pc:sldMk cId="4036798222" sldId="2582"/>
        </pc:sldMkLst>
        <pc:spChg chg="mod">
          <ac:chgData name="Dries DEBOOSERE" userId="195120e4-eb76-48af-a4cb-8df8b4d74f30" providerId="ADAL" clId="{DCF0A325-004F-4364-8758-9E0F7CE5E98B}" dt="2026-02-17T09:06:16.986" v="0"/>
          <ac:spMkLst>
            <pc:docMk/>
            <pc:sldMk cId="4036798222" sldId="2582"/>
            <ac:spMk id="2" creationId="{41887C89-3558-9349-30AB-11F6501592D7}"/>
          </ac:spMkLst>
        </pc:spChg>
        <pc:picChg chg="mod">
          <ac:chgData name="Dries DEBOOSERE" userId="195120e4-eb76-48af-a4cb-8df8b4d74f30" providerId="ADAL" clId="{DCF0A325-004F-4364-8758-9E0F7CE5E98B}" dt="2026-02-17T09:06:16.986" v="0"/>
          <ac:picMkLst>
            <pc:docMk/>
            <pc:sldMk cId="4036798222" sldId="2582"/>
            <ac:picMk id="4" creationId="{1A949F3D-FD05-4DB4-827B-33C2A19D743A}"/>
          </ac:picMkLst>
        </pc:picChg>
      </pc:sldChg>
      <pc:sldChg chg="modSp del">
        <pc:chgData name="Dries DEBOOSERE" userId="195120e4-eb76-48af-a4cb-8df8b4d74f30" providerId="ADAL" clId="{DCF0A325-004F-4364-8758-9E0F7CE5E98B}" dt="2026-02-17T10:06:27.318" v="1703" actId="47"/>
        <pc:sldMkLst>
          <pc:docMk/>
          <pc:sldMk cId="378704708" sldId="2583"/>
        </pc:sldMkLst>
        <pc:spChg chg="mod">
          <ac:chgData name="Dries DEBOOSERE" userId="195120e4-eb76-48af-a4cb-8df8b4d74f30" providerId="ADAL" clId="{DCF0A325-004F-4364-8758-9E0F7CE5E98B}" dt="2026-02-17T09:06:16.986" v="0"/>
          <ac:spMkLst>
            <pc:docMk/>
            <pc:sldMk cId="378704708" sldId="2583"/>
            <ac:spMk id="2" creationId="{7C27AC92-2AFB-C61E-D18F-14EF6812DEA2}"/>
          </ac:spMkLst>
        </pc:spChg>
        <pc:picChg chg="mod">
          <ac:chgData name="Dries DEBOOSERE" userId="195120e4-eb76-48af-a4cb-8df8b4d74f30" providerId="ADAL" clId="{DCF0A325-004F-4364-8758-9E0F7CE5E98B}" dt="2026-02-17T09:06:16.986" v="0"/>
          <ac:picMkLst>
            <pc:docMk/>
            <pc:sldMk cId="378704708" sldId="2583"/>
            <ac:picMk id="4" creationId="{0267A2E9-7BC2-4587-9CDC-5117F9358B9D}"/>
          </ac:picMkLst>
        </pc:picChg>
      </pc:sldChg>
      <pc:sldChg chg="modSp del">
        <pc:chgData name="Dries DEBOOSERE" userId="195120e4-eb76-48af-a4cb-8df8b4d74f30" providerId="ADAL" clId="{DCF0A325-004F-4364-8758-9E0F7CE5E98B}" dt="2026-02-17T10:06:27.318" v="1703" actId="47"/>
        <pc:sldMkLst>
          <pc:docMk/>
          <pc:sldMk cId="2384827599" sldId="2584"/>
        </pc:sldMkLst>
        <pc:spChg chg="mod">
          <ac:chgData name="Dries DEBOOSERE" userId="195120e4-eb76-48af-a4cb-8df8b4d74f30" providerId="ADAL" clId="{DCF0A325-004F-4364-8758-9E0F7CE5E98B}" dt="2026-02-17T09:06:16.986" v="0"/>
          <ac:spMkLst>
            <pc:docMk/>
            <pc:sldMk cId="2384827599" sldId="2584"/>
            <ac:spMk id="2" creationId="{B17D1FF8-EB30-BEE1-24F6-B562641A238F}"/>
          </ac:spMkLst>
        </pc:spChg>
        <pc:picChg chg="mod">
          <ac:chgData name="Dries DEBOOSERE" userId="195120e4-eb76-48af-a4cb-8df8b4d74f30" providerId="ADAL" clId="{DCF0A325-004F-4364-8758-9E0F7CE5E98B}" dt="2026-02-17T09:06:16.986" v="0"/>
          <ac:picMkLst>
            <pc:docMk/>
            <pc:sldMk cId="2384827599" sldId="2584"/>
            <ac:picMk id="4" creationId="{4EED00EC-26E2-4202-A7F7-55C74A331394}"/>
          </ac:picMkLst>
        </pc:picChg>
      </pc:sldChg>
      <pc:sldChg chg="modSp del">
        <pc:chgData name="Dries DEBOOSERE" userId="195120e4-eb76-48af-a4cb-8df8b4d74f30" providerId="ADAL" clId="{DCF0A325-004F-4364-8758-9E0F7CE5E98B}" dt="2026-02-17T10:06:27.318" v="1703" actId="47"/>
        <pc:sldMkLst>
          <pc:docMk/>
          <pc:sldMk cId="3934677731" sldId="2585"/>
        </pc:sldMkLst>
        <pc:spChg chg="mod">
          <ac:chgData name="Dries DEBOOSERE" userId="195120e4-eb76-48af-a4cb-8df8b4d74f30" providerId="ADAL" clId="{DCF0A325-004F-4364-8758-9E0F7CE5E98B}" dt="2026-02-17T09:06:16.986" v="0"/>
          <ac:spMkLst>
            <pc:docMk/>
            <pc:sldMk cId="3934677731" sldId="2585"/>
            <ac:spMk id="2" creationId="{EF4DA573-8302-9AEB-A92A-1854D4EFBDFD}"/>
          </ac:spMkLst>
        </pc:spChg>
        <pc:spChg chg="mod">
          <ac:chgData name="Dries DEBOOSERE" userId="195120e4-eb76-48af-a4cb-8df8b4d74f30" providerId="ADAL" clId="{DCF0A325-004F-4364-8758-9E0F7CE5E98B}" dt="2026-02-17T09:06:16.986" v="0"/>
          <ac:spMkLst>
            <pc:docMk/>
            <pc:sldMk cId="3934677731" sldId="2585"/>
            <ac:spMk id="7" creationId="{717A26BB-C6F9-EF2E-9EB1-D9550DF03321}"/>
          </ac:spMkLst>
        </pc:spChg>
      </pc:sldChg>
      <pc:sldChg chg="modSp del">
        <pc:chgData name="Dries DEBOOSERE" userId="195120e4-eb76-48af-a4cb-8df8b4d74f30" providerId="ADAL" clId="{DCF0A325-004F-4364-8758-9E0F7CE5E98B}" dt="2026-02-17T10:06:27.318" v="1703" actId="47"/>
        <pc:sldMkLst>
          <pc:docMk/>
          <pc:sldMk cId="1137501262" sldId="2586"/>
        </pc:sldMkLst>
        <pc:spChg chg="mod">
          <ac:chgData name="Dries DEBOOSERE" userId="195120e4-eb76-48af-a4cb-8df8b4d74f30" providerId="ADAL" clId="{DCF0A325-004F-4364-8758-9E0F7CE5E98B}" dt="2026-02-17T09:06:16.986" v="0"/>
          <ac:spMkLst>
            <pc:docMk/>
            <pc:sldMk cId="1137501262" sldId="2586"/>
            <ac:spMk id="2" creationId="{5CA9876F-14BC-DFB1-CD1F-DBD69F270167}"/>
          </ac:spMkLst>
        </pc:spChg>
      </pc:sldChg>
      <pc:sldChg chg="modSp del">
        <pc:chgData name="Dries DEBOOSERE" userId="195120e4-eb76-48af-a4cb-8df8b4d74f30" providerId="ADAL" clId="{DCF0A325-004F-4364-8758-9E0F7CE5E98B}" dt="2026-02-17T10:06:27.318" v="1703" actId="47"/>
        <pc:sldMkLst>
          <pc:docMk/>
          <pc:sldMk cId="2327660615" sldId="2587"/>
        </pc:sldMkLst>
        <pc:spChg chg="mod">
          <ac:chgData name="Dries DEBOOSERE" userId="195120e4-eb76-48af-a4cb-8df8b4d74f30" providerId="ADAL" clId="{DCF0A325-004F-4364-8758-9E0F7CE5E98B}" dt="2026-02-17T09:06:16.986" v="0"/>
          <ac:spMkLst>
            <pc:docMk/>
            <pc:sldMk cId="2327660615" sldId="2587"/>
            <ac:spMk id="2" creationId="{CE3FE298-7FD0-0C5C-57C9-C8A21AFC8A4C}"/>
          </ac:spMkLst>
        </pc:spChg>
        <pc:picChg chg="mod">
          <ac:chgData name="Dries DEBOOSERE" userId="195120e4-eb76-48af-a4cb-8df8b4d74f30" providerId="ADAL" clId="{DCF0A325-004F-4364-8758-9E0F7CE5E98B}" dt="2026-02-17T09:06:16.986" v="0"/>
          <ac:picMkLst>
            <pc:docMk/>
            <pc:sldMk cId="2327660615" sldId="2587"/>
            <ac:picMk id="4" creationId="{09E7F57A-ADCF-4807-9F8B-911397A9354D}"/>
          </ac:picMkLst>
        </pc:picChg>
      </pc:sldChg>
      <pc:sldChg chg="modSp del">
        <pc:chgData name="Dries DEBOOSERE" userId="195120e4-eb76-48af-a4cb-8df8b4d74f30" providerId="ADAL" clId="{DCF0A325-004F-4364-8758-9E0F7CE5E98B}" dt="2026-02-17T10:06:27.318" v="1703" actId="47"/>
        <pc:sldMkLst>
          <pc:docMk/>
          <pc:sldMk cId="1330609932" sldId="2588"/>
        </pc:sldMkLst>
        <pc:spChg chg="mod">
          <ac:chgData name="Dries DEBOOSERE" userId="195120e4-eb76-48af-a4cb-8df8b4d74f30" providerId="ADAL" clId="{DCF0A325-004F-4364-8758-9E0F7CE5E98B}" dt="2026-02-17T09:06:16.986" v="0"/>
          <ac:spMkLst>
            <pc:docMk/>
            <pc:sldMk cId="1330609932" sldId="2588"/>
            <ac:spMk id="2" creationId="{39A241AE-8A6F-68DA-41D2-20E209A2749D}"/>
          </ac:spMkLst>
        </pc:spChg>
        <pc:picChg chg="mod">
          <ac:chgData name="Dries DEBOOSERE" userId="195120e4-eb76-48af-a4cb-8df8b4d74f30" providerId="ADAL" clId="{DCF0A325-004F-4364-8758-9E0F7CE5E98B}" dt="2026-02-17T09:06:16.986" v="0"/>
          <ac:picMkLst>
            <pc:docMk/>
            <pc:sldMk cId="1330609932" sldId="2588"/>
            <ac:picMk id="4" creationId="{94A9DBF5-4DAB-4554-993B-4222B0C23CB4}"/>
          </ac:picMkLst>
        </pc:picChg>
      </pc:sldChg>
      <pc:sldChg chg="modSp del">
        <pc:chgData name="Dries DEBOOSERE" userId="195120e4-eb76-48af-a4cb-8df8b4d74f30" providerId="ADAL" clId="{DCF0A325-004F-4364-8758-9E0F7CE5E98B}" dt="2026-02-17T10:06:27.318" v="1703" actId="47"/>
        <pc:sldMkLst>
          <pc:docMk/>
          <pc:sldMk cId="722319325" sldId="2589"/>
        </pc:sldMkLst>
        <pc:spChg chg="mod">
          <ac:chgData name="Dries DEBOOSERE" userId="195120e4-eb76-48af-a4cb-8df8b4d74f30" providerId="ADAL" clId="{DCF0A325-004F-4364-8758-9E0F7CE5E98B}" dt="2026-02-17T09:06:16.986" v="0"/>
          <ac:spMkLst>
            <pc:docMk/>
            <pc:sldMk cId="722319325" sldId="2589"/>
            <ac:spMk id="2" creationId="{F81C69E6-83FF-B643-2BF2-72B0FC97470B}"/>
          </ac:spMkLst>
        </pc:spChg>
      </pc:sldChg>
      <pc:sldChg chg="modSp del">
        <pc:chgData name="Dries DEBOOSERE" userId="195120e4-eb76-48af-a4cb-8df8b4d74f30" providerId="ADAL" clId="{DCF0A325-004F-4364-8758-9E0F7CE5E98B}" dt="2026-02-17T10:06:27.318" v="1703" actId="47"/>
        <pc:sldMkLst>
          <pc:docMk/>
          <pc:sldMk cId="3537758060" sldId="2590"/>
        </pc:sldMkLst>
        <pc:spChg chg="mod">
          <ac:chgData name="Dries DEBOOSERE" userId="195120e4-eb76-48af-a4cb-8df8b4d74f30" providerId="ADAL" clId="{DCF0A325-004F-4364-8758-9E0F7CE5E98B}" dt="2026-02-17T09:06:16.986" v="0"/>
          <ac:spMkLst>
            <pc:docMk/>
            <pc:sldMk cId="3537758060" sldId="2590"/>
            <ac:spMk id="2" creationId="{EC6E4A8B-A981-3FC8-5C5E-E3AA0BFEC8CF}"/>
          </ac:spMkLst>
        </pc:spChg>
        <pc:graphicFrameChg chg="mod">
          <ac:chgData name="Dries DEBOOSERE" userId="195120e4-eb76-48af-a4cb-8df8b4d74f30" providerId="ADAL" clId="{DCF0A325-004F-4364-8758-9E0F7CE5E98B}" dt="2026-02-17T09:06:16.986" v="0"/>
          <ac:graphicFrameMkLst>
            <pc:docMk/>
            <pc:sldMk cId="3537758060" sldId="2590"/>
            <ac:graphicFrameMk id="7" creationId="{57F6D146-3B56-F842-01BC-53A1DC9F32A6}"/>
          </ac:graphicFrameMkLst>
        </pc:graphicFrameChg>
      </pc:sldChg>
      <pc:sldChg chg="modSp new mod">
        <pc:chgData name="Dries DEBOOSERE" userId="195120e4-eb76-48af-a4cb-8df8b4d74f30" providerId="ADAL" clId="{DCF0A325-004F-4364-8758-9E0F7CE5E98B}" dt="2026-02-17T10:06:50.982" v="1705"/>
        <pc:sldMkLst>
          <pc:docMk/>
          <pc:sldMk cId="3226089865" sldId="2591"/>
        </pc:sldMkLst>
        <pc:spChg chg="mod">
          <ac:chgData name="Dries DEBOOSERE" userId="195120e4-eb76-48af-a4cb-8df8b4d74f30" providerId="ADAL" clId="{DCF0A325-004F-4364-8758-9E0F7CE5E98B}" dt="2026-02-17T10:06:50.982" v="1705"/>
          <ac:spMkLst>
            <pc:docMk/>
            <pc:sldMk cId="3226089865" sldId="2591"/>
            <ac:spMk id="2" creationId="{CB8DDF8B-2304-7432-9D29-8B79B13537BB}"/>
          </ac:spMkLst>
        </pc:spChg>
      </pc:sldChg>
      <pc:sldChg chg="modSp new del mod">
        <pc:chgData name="Dries DEBOOSERE" userId="195120e4-eb76-48af-a4cb-8df8b4d74f30" providerId="ADAL" clId="{DCF0A325-004F-4364-8758-9E0F7CE5E98B}" dt="2026-02-17T10:06:57.513" v="1707" actId="2696"/>
        <pc:sldMkLst>
          <pc:docMk/>
          <pc:sldMk cId="4094147494" sldId="2592"/>
        </pc:sldMkLst>
        <pc:spChg chg="mod">
          <ac:chgData name="Dries DEBOOSERE" userId="195120e4-eb76-48af-a4cb-8df8b4d74f30" providerId="ADAL" clId="{DCF0A325-004F-4364-8758-9E0F7CE5E98B}" dt="2026-02-17T09:07:30.198" v="23" actId="20577"/>
          <ac:spMkLst>
            <pc:docMk/>
            <pc:sldMk cId="4094147494" sldId="2592"/>
            <ac:spMk id="3" creationId="{F7E78883-DCD7-ECC6-EB43-2FC067EB2993}"/>
          </ac:spMkLst>
        </pc:spChg>
      </pc:sldChg>
      <pc:sldChg chg="modSp new del mod">
        <pc:chgData name="Dries DEBOOSERE" userId="195120e4-eb76-48af-a4cb-8df8b4d74f30" providerId="ADAL" clId="{DCF0A325-004F-4364-8758-9E0F7CE5E98B}" dt="2026-02-17T10:06:54.883" v="1706" actId="2696"/>
        <pc:sldMkLst>
          <pc:docMk/>
          <pc:sldMk cId="3469861181" sldId="2593"/>
        </pc:sldMkLst>
        <pc:spChg chg="mod">
          <ac:chgData name="Dries DEBOOSERE" userId="195120e4-eb76-48af-a4cb-8df8b4d74f30" providerId="ADAL" clId="{DCF0A325-004F-4364-8758-9E0F7CE5E98B}" dt="2026-02-17T09:07:48.868" v="26" actId="20577"/>
          <ac:spMkLst>
            <pc:docMk/>
            <pc:sldMk cId="3469861181" sldId="2593"/>
            <ac:spMk id="2" creationId="{374FAF7C-3ECB-6727-77AD-8D16D503C735}"/>
          </ac:spMkLst>
        </pc:spChg>
      </pc:sldChg>
      <pc:sldChg chg="new del">
        <pc:chgData name="Dries DEBOOSERE" userId="195120e4-eb76-48af-a4cb-8df8b4d74f30" providerId="ADAL" clId="{DCF0A325-004F-4364-8758-9E0F7CE5E98B}" dt="2026-02-17T09:07:59.079" v="28" actId="2696"/>
        <pc:sldMkLst>
          <pc:docMk/>
          <pc:sldMk cId="696551075" sldId="2594"/>
        </pc:sldMkLst>
      </pc:sldChg>
      <pc:sldChg chg="modSp new mod">
        <pc:chgData name="Dries DEBOOSERE" userId="195120e4-eb76-48af-a4cb-8df8b4d74f30" providerId="ADAL" clId="{DCF0A325-004F-4364-8758-9E0F7CE5E98B}" dt="2026-02-17T09:08:28.130" v="34" actId="20577"/>
        <pc:sldMkLst>
          <pc:docMk/>
          <pc:sldMk cId="848039923" sldId="2594"/>
        </pc:sldMkLst>
        <pc:spChg chg="mod">
          <ac:chgData name="Dries DEBOOSERE" userId="195120e4-eb76-48af-a4cb-8df8b4d74f30" providerId="ADAL" clId="{DCF0A325-004F-4364-8758-9E0F7CE5E98B}" dt="2026-02-17T09:08:28.130" v="34" actId="20577"/>
          <ac:spMkLst>
            <pc:docMk/>
            <pc:sldMk cId="848039923" sldId="2594"/>
            <ac:spMk id="2" creationId="{C6C947BF-D2AC-BFBB-F713-1722B6EE7C60}"/>
          </ac:spMkLst>
        </pc:spChg>
        <pc:spChg chg="mod">
          <ac:chgData name="Dries DEBOOSERE" userId="195120e4-eb76-48af-a4cb-8df8b4d74f30" providerId="ADAL" clId="{DCF0A325-004F-4364-8758-9E0F7CE5E98B}" dt="2026-02-17T09:08:09.326" v="31" actId="20577"/>
          <ac:spMkLst>
            <pc:docMk/>
            <pc:sldMk cId="848039923" sldId="2594"/>
            <ac:spMk id="3" creationId="{E8E41F77-A592-FF6D-E48F-0DC6C7DFC83F}"/>
          </ac:spMkLst>
        </pc:spChg>
      </pc:sldChg>
      <pc:sldChg chg="modSp new mod">
        <pc:chgData name="Dries DEBOOSERE" userId="195120e4-eb76-48af-a4cb-8df8b4d74f30" providerId="ADAL" clId="{DCF0A325-004F-4364-8758-9E0F7CE5E98B}" dt="2026-02-17T09:09:32.878" v="39" actId="6549"/>
        <pc:sldMkLst>
          <pc:docMk/>
          <pc:sldMk cId="1213084930" sldId="2595"/>
        </pc:sldMkLst>
        <pc:spChg chg="mod">
          <ac:chgData name="Dries DEBOOSERE" userId="195120e4-eb76-48af-a4cb-8df8b4d74f30" providerId="ADAL" clId="{DCF0A325-004F-4364-8758-9E0F7CE5E98B}" dt="2026-02-17T09:09:32.878" v="39" actId="6549"/>
          <ac:spMkLst>
            <pc:docMk/>
            <pc:sldMk cId="1213084930" sldId="2595"/>
            <ac:spMk id="2" creationId="{6C4AF64B-E865-B773-842B-6E3713A09E33}"/>
          </ac:spMkLst>
        </pc:spChg>
      </pc:sldChg>
      <pc:sldChg chg="modSp new mod">
        <pc:chgData name="Dries DEBOOSERE" userId="195120e4-eb76-48af-a4cb-8df8b4d74f30" providerId="ADAL" clId="{DCF0A325-004F-4364-8758-9E0F7CE5E98B}" dt="2026-02-17T09:09:52.542" v="55" actId="20577"/>
        <pc:sldMkLst>
          <pc:docMk/>
          <pc:sldMk cId="2461585867" sldId="2596"/>
        </pc:sldMkLst>
        <pc:spChg chg="mod">
          <ac:chgData name="Dries DEBOOSERE" userId="195120e4-eb76-48af-a4cb-8df8b4d74f30" providerId="ADAL" clId="{DCF0A325-004F-4364-8758-9E0F7CE5E98B}" dt="2026-02-17T09:09:48.104" v="42" actId="12"/>
          <ac:spMkLst>
            <pc:docMk/>
            <pc:sldMk cId="2461585867" sldId="2596"/>
            <ac:spMk id="2" creationId="{686D745E-D052-1527-3812-981812C7DD80}"/>
          </ac:spMkLst>
        </pc:spChg>
        <pc:spChg chg="mod">
          <ac:chgData name="Dries DEBOOSERE" userId="195120e4-eb76-48af-a4cb-8df8b4d74f30" providerId="ADAL" clId="{DCF0A325-004F-4364-8758-9E0F7CE5E98B}" dt="2026-02-17T09:09:52.542" v="55" actId="20577"/>
          <ac:spMkLst>
            <pc:docMk/>
            <pc:sldMk cId="2461585867" sldId="2596"/>
            <ac:spMk id="3" creationId="{9ECA83ED-BCDF-09A1-4FDD-7EA3DCF01305}"/>
          </ac:spMkLst>
        </pc:spChg>
      </pc:sldChg>
      <pc:sldChg chg="addSp modSp new mod">
        <pc:chgData name="Dries DEBOOSERE" userId="195120e4-eb76-48af-a4cb-8df8b4d74f30" providerId="ADAL" clId="{DCF0A325-004F-4364-8758-9E0F7CE5E98B}" dt="2026-02-17T09:11:07.922" v="157" actId="20577"/>
        <pc:sldMkLst>
          <pc:docMk/>
          <pc:sldMk cId="1473402232" sldId="2597"/>
        </pc:sldMkLst>
        <pc:spChg chg="mod">
          <ac:chgData name="Dries DEBOOSERE" userId="195120e4-eb76-48af-a4cb-8df8b4d74f30" providerId="ADAL" clId="{DCF0A325-004F-4364-8758-9E0F7CE5E98B}" dt="2026-02-17T09:11:07.922" v="157" actId="20577"/>
          <ac:spMkLst>
            <pc:docMk/>
            <pc:sldMk cId="1473402232" sldId="2597"/>
            <ac:spMk id="2" creationId="{10A4CDDC-91E5-3DE1-AC08-4F050B67EB1F}"/>
          </ac:spMkLst>
        </pc:spChg>
        <pc:spChg chg="mod">
          <ac:chgData name="Dries DEBOOSERE" userId="195120e4-eb76-48af-a4cb-8df8b4d74f30" providerId="ADAL" clId="{DCF0A325-004F-4364-8758-9E0F7CE5E98B}" dt="2026-02-17T09:10:27.001" v="81" actId="20577"/>
          <ac:spMkLst>
            <pc:docMk/>
            <pc:sldMk cId="1473402232" sldId="2597"/>
            <ac:spMk id="3" creationId="{F41C22B8-CAB4-7618-B0A2-E6D59CC562B9}"/>
          </ac:spMkLst>
        </pc:spChg>
        <pc:picChg chg="add mod">
          <ac:chgData name="Dries DEBOOSERE" userId="195120e4-eb76-48af-a4cb-8df8b4d74f30" providerId="ADAL" clId="{DCF0A325-004F-4364-8758-9E0F7CE5E98B}" dt="2026-02-17T09:10:52.032" v="84" actId="1076"/>
          <ac:picMkLst>
            <pc:docMk/>
            <pc:sldMk cId="1473402232" sldId="2597"/>
            <ac:picMk id="5" creationId="{FDB8DB52-71BE-250B-3FF5-6FF3D9010880}"/>
          </ac:picMkLst>
        </pc:picChg>
      </pc:sldChg>
      <pc:sldChg chg="addSp modSp new mod">
        <pc:chgData name="Dries DEBOOSERE" userId="195120e4-eb76-48af-a4cb-8df8b4d74f30" providerId="ADAL" clId="{DCF0A325-004F-4364-8758-9E0F7CE5E98B}" dt="2026-02-17T09:12:22.313" v="193" actId="113"/>
        <pc:sldMkLst>
          <pc:docMk/>
          <pc:sldMk cId="1696735872" sldId="2598"/>
        </pc:sldMkLst>
        <pc:spChg chg="mod">
          <ac:chgData name="Dries DEBOOSERE" userId="195120e4-eb76-48af-a4cb-8df8b4d74f30" providerId="ADAL" clId="{DCF0A325-004F-4364-8758-9E0F7CE5E98B}" dt="2026-02-17T09:12:22.313" v="193" actId="113"/>
          <ac:spMkLst>
            <pc:docMk/>
            <pc:sldMk cId="1696735872" sldId="2598"/>
            <ac:spMk id="2" creationId="{2E2C0914-3450-ACE8-3F62-FA6D9D2E3EC6}"/>
          </ac:spMkLst>
        </pc:spChg>
        <pc:spChg chg="mod">
          <ac:chgData name="Dries DEBOOSERE" userId="195120e4-eb76-48af-a4cb-8df8b4d74f30" providerId="ADAL" clId="{DCF0A325-004F-4364-8758-9E0F7CE5E98B}" dt="2026-02-17T09:11:34.991" v="182" actId="20577"/>
          <ac:spMkLst>
            <pc:docMk/>
            <pc:sldMk cId="1696735872" sldId="2598"/>
            <ac:spMk id="3" creationId="{1ACE4417-27BC-8618-8970-6E1E4BBB0212}"/>
          </ac:spMkLst>
        </pc:spChg>
        <pc:picChg chg="add">
          <ac:chgData name="Dries DEBOOSERE" userId="195120e4-eb76-48af-a4cb-8df8b4d74f30" providerId="ADAL" clId="{DCF0A325-004F-4364-8758-9E0F7CE5E98B}" dt="2026-02-17T09:12:03.850" v="184" actId="22"/>
          <ac:picMkLst>
            <pc:docMk/>
            <pc:sldMk cId="1696735872" sldId="2598"/>
            <ac:picMk id="5" creationId="{88F6907F-84EB-68EE-C891-71E029E60978}"/>
          </ac:picMkLst>
        </pc:picChg>
      </pc:sldChg>
      <pc:sldChg chg="addSp modSp new mod">
        <pc:chgData name="Dries DEBOOSERE" userId="195120e4-eb76-48af-a4cb-8df8b4d74f30" providerId="ADAL" clId="{DCF0A325-004F-4364-8758-9E0F7CE5E98B}" dt="2026-02-17T09:13:13.394" v="247" actId="22"/>
        <pc:sldMkLst>
          <pc:docMk/>
          <pc:sldMk cId="2644130334" sldId="2599"/>
        </pc:sldMkLst>
        <pc:spChg chg="mod">
          <ac:chgData name="Dries DEBOOSERE" userId="195120e4-eb76-48af-a4cb-8df8b4d74f30" providerId="ADAL" clId="{DCF0A325-004F-4364-8758-9E0F7CE5E98B}" dt="2026-02-17T09:12:52.108" v="246" actId="20577"/>
          <ac:spMkLst>
            <pc:docMk/>
            <pc:sldMk cId="2644130334" sldId="2599"/>
            <ac:spMk id="3" creationId="{3A371A7D-922C-778C-7129-9AC605FE25AF}"/>
          </ac:spMkLst>
        </pc:spChg>
        <pc:picChg chg="add">
          <ac:chgData name="Dries DEBOOSERE" userId="195120e4-eb76-48af-a4cb-8df8b4d74f30" providerId="ADAL" clId="{DCF0A325-004F-4364-8758-9E0F7CE5E98B}" dt="2026-02-17T09:13:13.394" v="247" actId="22"/>
          <ac:picMkLst>
            <pc:docMk/>
            <pc:sldMk cId="2644130334" sldId="2599"/>
            <ac:picMk id="5" creationId="{6C20A452-AE29-CB5F-7D11-AFE4754D7DD1}"/>
          </ac:picMkLst>
        </pc:picChg>
      </pc:sldChg>
      <pc:sldChg chg="addSp modSp new mod">
        <pc:chgData name="Dries DEBOOSERE" userId="195120e4-eb76-48af-a4cb-8df8b4d74f30" providerId="ADAL" clId="{DCF0A325-004F-4364-8758-9E0F7CE5E98B}" dt="2026-02-17T09:15:21.595" v="309" actId="1076"/>
        <pc:sldMkLst>
          <pc:docMk/>
          <pc:sldMk cId="2005816011" sldId="2600"/>
        </pc:sldMkLst>
        <pc:spChg chg="mod">
          <ac:chgData name="Dries DEBOOSERE" userId="195120e4-eb76-48af-a4cb-8df8b4d74f30" providerId="ADAL" clId="{DCF0A325-004F-4364-8758-9E0F7CE5E98B}" dt="2026-02-17T09:15:16.611" v="307" actId="113"/>
          <ac:spMkLst>
            <pc:docMk/>
            <pc:sldMk cId="2005816011" sldId="2600"/>
            <ac:spMk id="2" creationId="{5121CD6E-C6E7-5B50-A295-10DD67A2C77B}"/>
          </ac:spMkLst>
        </pc:spChg>
        <pc:spChg chg="mod">
          <ac:chgData name="Dries DEBOOSERE" userId="195120e4-eb76-48af-a4cb-8df8b4d74f30" providerId="ADAL" clId="{DCF0A325-004F-4364-8758-9E0F7CE5E98B}" dt="2026-02-17T09:13:49.264" v="285" actId="20577"/>
          <ac:spMkLst>
            <pc:docMk/>
            <pc:sldMk cId="2005816011" sldId="2600"/>
            <ac:spMk id="3" creationId="{47F8D2FB-03DD-A7A8-CEC1-278ABD5485F0}"/>
          </ac:spMkLst>
        </pc:spChg>
        <pc:picChg chg="add mod">
          <ac:chgData name="Dries DEBOOSERE" userId="195120e4-eb76-48af-a4cb-8df8b4d74f30" providerId="ADAL" clId="{DCF0A325-004F-4364-8758-9E0F7CE5E98B}" dt="2026-02-17T09:15:21.595" v="309" actId="1076"/>
          <ac:picMkLst>
            <pc:docMk/>
            <pc:sldMk cId="2005816011" sldId="2600"/>
            <ac:picMk id="5" creationId="{B709FE7F-1977-69C5-9611-1E2AF3BAEB3D}"/>
          </ac:picMkLst>
        </pc:picChg>
      </pc:sldChg>
      <pc:sldChg chg="addSp modSp new mod">
        <pc:chgData name="Dries DEBOOSERE" userId="195120e4-eb76-48af-a4cb-8df8b4d74f30" providerId="ADAL" clId="{DCF0A325-004F-4364-8758-9E0F7CE5E98B}" dt="2026-02-17T09:27:58.030" v="366" actId="1076"/>
        <pc:sldMkLst>
          <pc:docMk/>
          <pc:sldMk cId="1039171284" sldId="2601"/>
        </pc:sldMkLst>
        <pc:spChg chg="mod">
          <ac:chgData name="Dries DEBOOSERE" userId="195120e4-eb76-48af-a4cb-8df8b4d74f30" providerId="ADAL" clId="{DCF0A325-004F-4364-8758-9E0F7CE5E98B}" dt="2026-02-17T09:25:55.733" v="346" actId="20577"/>
          <ac:spMkLst>
            <pc:docMk/>
            <pc:sldMk cId="1039171284" sldId="2601"/>
            <ac:spMk id="2" creationId="{EC82A0BD-4A9F-A887-A535-A88EA51744AD}"/>
          </ac:spMkLst>
        </pc:spChg>
        <pc:spChg chg="mod">
          <ac:chgData name="Dries DEBOOSERE" userId="195120e4-eb76-48af-a4cb-8df8b4d74f30" providerId="ADAL" clId="{DCF0A325-004F-4364-8758-9E0F7CE5E98B}" dt="2026-02-17T09:15:54.273" v="341" actId="20577"/>
          <ac:spMkLst>
            <pc:docMk/>
            <pc:sldMk cId="1039171284" sldId="2601"/>
            <ac:spMk id="3" creationId="{807FAE7B-D7F3-CD72-C56D-6BF58B36F979}"/>
          </ac:spMkLst>
        </pc:spChg>
        <pc:spChg chg="add mod">
          <ac:chgData name="Dries DEBOOSERE" userId="195120e4-eb76-48af-a4cb-8df8b4d74f30" providerId="ADAL" clId="{DCF0A325-004F-4364-8758-9E0F7CE5E98B}" dt="2026-02-17T09:27:49.745" v="364" actId="14100"/>
          <ac:spMkLst>
            <pc:docMk/>
            <pc:sldMk cId="1039171284" sldId="2601"/>
            <ac:spMk id="6" creationId="{24599C16-4620-4599-FF07-26A9CF054831}"/>
          </ac:spMkLst>
        </pc:spChg>
        <pc:picChg chg="add mod">
          <ac:chgData name="Dries DEBOOSERE" userId="195120e4-eb76-48af-a4cb-8df8b4d74f30" providerId="ADAL" clId="{DCF0A325-004F-4364-8758-9E0F7CE5E98B}" dt="2026-02-17T09:25:58.040" v="347" actId="1076"/>
          <ac:picMkLst>
            <pc:docMk/>
            <pc:sldMk cId="1039171284" sldId="2601"/>
            <ac:picMk id="5" creationId="{D46DC1C8-4288-2425-597F-2277C456DD4E}"/>
          </ac:picMkLst>
        </pc:picChg>
        <pc:cxnChg chg="add mod">
          <ac:chgData name="Dries DEBOOSERE" userId="195120e4-eb76-48af-a4cb-8df8b4d74f30" providerId="ADAL" clId="{DCF0A325-004F-4364-8758-9E0F7CE5E98B}" dt="2026-02-17T09:27:58.030" v="366" actId="1076"/>
          <ac:cxnSpMkLst>
            <pc:docMk/>
            <pc:sldMk cId="1039171284" sldId="2601"/>
            <ac:cxnSpMk id="7" creationId="{1930DD92-D70D-94E8-B23A-EA2C472CC11F}"/>
          </ac:cxnSpMkLst>
        </pc:cxnChg>
      </pc:sldChg>
      <pc:sldChg chg="addSp modSp new mod">
        <pc:chgData name="Dries DEBOOSERE" userId="195120e4-eb76-48af-a4cb-8df8b4d74f30" providerId="ADAL" clId="{DCF0A325-004F-4364-8758-9E0F7CE5E98B}" dt="2026-02-17T09:27:33.660" v="361" actId="14100"/>
        <pc:sldMkLst>
          <pc:docMk/>
          <pc:sldMk cId="3154724398" sldId="2602"/>
        </pc:sldMkLst>
        <pc:spChg chg="mod">
          <ac:chgData name="Dries DEBOOSERE" userId="195120e4-eb76-48af-a4cb-8df8b4d74f30" providerId="ADAL" clId="{DCF0A325-004F-4364-8758-9E0F7CE5E98B}" dt="2026-02-17T09:26:26.581" v="350"/>
          <ac:spMkLst>
            <pc:docMk/>
            <pc:sldMk cId="3154724398" sldId="2602"/>
            <ac:spMk id="3" creationId="{D0F3AD8C-AC08-21BB-98C9-F92299EE0F00}"/>
          </ac:spMkLst>
        </pc:spChg>
        <pc:spChg chg="add mod">
          <ac:chgData name="Dries DEBOOSERE" userId="195120e4-eb76-48af-a4cb-8df8b4d74f30" providerId="ADAL" clId="{DCF0A325-004F-4364-8758-9E0F7CE5E98B}" dt="2026-02-17T09:27:13.912" v="357" actId="1076"/>
          <ac:spMkLst>
            <pc:docMk/>
            <pc:sldMk cId="3154724398" sldId="2602"/>
            <ac:spMk id="6" creationId="{83241447-3995-996B-500F-FD0A3D086E8B}"/>
          </ac:spMkLst>
        </pc:spChg>
        <pc:picChg chg="add mod">
          <ac:chgData name="Dries DEBOOSERE" userId="195120e4-eb76-48af-a4cb-8df8b4d74f30" providerId="ADAL" clId="{DCF0A325-004F-4364-8758-9E0F7CE5E98B}" dt="2026-02-17T09:26:55.330" v="354" actId="1076"/>
          <ac:picMkLst>
            <pc:docMk/>
            <pc:sldMk cId="3154724398" sldId="2602"/>
            <ac:picMk id="5" creationId="{7EB779F4-83F5-1315-016C-2A9E7A1AC4AC}"/>
          </ac:picMkLst>
        </pc:picChg>
        <pc:cxnChg chg="add mod">
          <ac:chgData name="Dries DEBOOSERE" userId="195120e4-eb76-48af-a4cb-8df8b4d74f30" providerId="ADAL" clId="{DCF0A325-004F-4364-8758-9E0F7CE5E98B}" dt="2026-02-17T09:27:33.660" v="361" actId="14100"/>
          <ac:cxnSpMkLst>
            <pc:docMk/>
            <pc:sldMk cId="3154724398" sldId="2602"/>
            <ac:cxnSpMk id="8" creationId="{452124F4-7F02-9DDD-AE6F-52E6509EC965}"/>
          </ac:cxnSpMkLst>
        </pc:cxnChg>
      </pc:sldChg>
      <pc:sldChg chg="addSp delSp modSp add mod">
        <pc:chgData name="Dries DEBOOSERE" userId="195120e4-eb76-48af-a4cb-8df8b4d74f30" providerId="ADAL" clId="{DCF0A325-004F-4364-8758-9E0F7CE5E98B}" dt="2026-02-17T09:29:33.229" v="423" actId="20577"/>
        <pc:sldMkLst>
          <pc:docMk/>
          <pc:sldMk cId="3957355347" sldId="2603"/>
        </pc:sldMkLst>
        <pc:spChg chg="mod">
          <ac:chgData name="Dries DEBOOSERE" userId="195120e4-eb76-48af-a4cb-8df8b4d74f30" providerId="ADAL" clId="{DCF0A325-004F-4364-8758-9E0F7CE5E98B}" dt="2026-02-17T09:29:33.229" v="423" actId="20577"/>
          <ac:spMkLst>
            <pc:docMk/>
            <pc:sldMk cId="3957355347" sldId="2603"/>
            <ac:spMk id="2" creationId="{5C168F66-BD64-7E14-E83F-AF55F2F3D6F4}"/>
          </ac:spMkLst>
        </pc:spChg>
        <pc:spChg chg="mod">
          <ac:chgData name="Dries DEBOOSERE" userId="195120e4-eb76-48af-a4cb-8df8b4d74f30" providerId="ADAL" clId="{DCF0A325-004F-4364-8758-9E0F7CE5E98B}" dt="2026-02-17T09:28:30.945" v="405" actId="20577"/>
          <ac:spMkLst>
            <pc:docMk/>
            <pc:sldMk cId="3957355347" sldId="2603"/>
            <ac:spMk id="3" creationId="{28669456-F2BD-D147-DD6B-C3E203B07509}"/>
          </ac:spMkLst>
        </pc:spChg>
        <pc:spChg chg="mod">
          <ac:chgData name="Dries DEBOOSERE" userId="195120e4-eb76-48af-a4cb-8df8b4d74f30" providerId="ADAL" clId="{DCF0A325-004F-4364-8758-9E0F7CE5E98B}" dt="2026-02-17T09:29:01.909" v="410" actId="14100"/>
          <ac:spMkLst>
            <pc:docMk/>
            <pc:sldMk cId="3957355347" sldId="2603"/>
            <ac:spMk id="6" creationId="{55ECD3BF-2B19-29A7-6586-65D2E17EB60E}"/>
          </ac:spMkLst>
        </pc:spChg>
        <pc:picChg chg="del">
          <ac:chgData name="Dries DEBOOSERE" userId="195120e4-eb76-48af-a4cb-8df8b4d74f30" providerId="ADAL" clId="{DCF0A325-004F-4364-8758-9E0F7CE5E98B}" dt="2026-02-17T09:28:44.022" v="406" actId="478"/>
          <ac:picMkLst>
            <pc:docMk/>
            <pc:sldMk cId="3957355347" sldId="2603"/>
            <ac:picMk id="5" creationId="{DDEF9782-EEE0-3E48-8552-D7B3FFFFE49E}"/>
          </ac:picMkLst>
        </pc:picChg>
        <pc:picChg chg="add ord">
          <ac:chgData name="Dries DEBOOSERE" userId="195120e4-eb76-48af-a4cb-8df8b4d74f30" providerId="ADAL" clId="{DCF0A325-004F-4364-8758-9E0F7CE5E98B}" dt="2026-02-17T09:28:49.221" v="408" actId="167"/>
          <ac:picMkLst>
            <pc:docMk/>
            <pc:sldMk cId="3957355347" sldId="2603"/>
            <ac:picMk id="7" creationId="{B4F08459-F9A3-406E-C457-9F7FDB7569F8}"/>
          </ac:picMkLst>
        </pc:picChg>
        <pc:cxnChg chg="mod">
          <ac:chgData name="Dries DEBOOSERE" userId="195120e4-eb76-48af-a4cb-8df8b4d74f30" providerId="ADAL" clId="{DCF0A325-004F-4364-8758-9E0F7CE5E98B}" dt="2026-02-17T09:29:09.330" v="412" actId="14100"/>
          <ac:cxnSpMkLst>
            <pc:docMk/>
            <pc:sldMk cId="3957355347" sldId="2603"/>
            <ac:cxnSpMk id="8" creationId="{35E4E9AD-821F-2EBC-7E1E-6E7B14E1B546}"/>
          </ac:cxnSpMkLst>
        </pc:cxnChg>
      </pc:sldChg>
      <pc:sldChg chg="modSp new mod">
        <pc:chgData name="Dries DEBOOSERE" userId="195120e4-eb76-48af-a4cb-8df8b4d74f30" providerId="ADAL" clId="{DCF0A325-004F-4364-8758-9E0F7CE5E98B}" dt="2026-02-17T09:29:53.340" v="447" actId="20577"/>
        <pc:sldMkLst>
          <pc:docMk/>
          <pc:sldMk cId="592078756" sldId="2604"/>
        </pc:sldMkLst>
        <pc:spChg chg="mod">
          <ac:chgData name="Dries DEBOOSERE" userId="195120e4-eb76-48af-a4cb-8df8b4d74f30" providerId="ADAL" clId="{DCF0A325-004F-4364-8758-9E0F7CE5E98B}" dt="2026-02-17T09:29:53.340" v="447" actId="20577"/>
          <ac:spMkLst>
            <pc:docMk/>
            <pc:sldMk cId="592078756" sldId="2604"/>
            <ac:spMk id="2" creationId="{4E866349-2C3D-4EF8-656D-C3A234ADE77F}"/>
          </ac:spMkLst>
        </pc:spChg>
      </pc:sldChg>
      <pc:sldChg chg="modSp new mod">
        <pc:chgData name="Dries DEBOOSERE" userId="195120e4-eb76-48af-a4cb-8df8b4d74f30" providerId="ADAL" clId="{DCF0A325-004F-4364-8758-9E0F7CE5E98B}" dt="2026-02-17T09:30:16.837" v="461" actId="12"/>
        <pc:sldMkLst>
          <pc:docMk/>
          <pc:sldMk cId="3755720931" sldId="2605"/>
        </pc:sldMkLst>
        <pc:spChg chg="mod">
          <ac:chgData name="Dries DEBOOSERE" userId="195120e4-eb76-48af-a4cb-8df8b4d74f30" providerId="ADAL" clId="{DCF0A325-004F-4364-8758-9E0F7CE5E98B}" dt="2026-02-17T09:30:16.837" v="461" actId="12"/>
          <ac:spMkLst>
            <pc:docMk/>
            <pc:sldMk cId="3755720931" sldId="2605"/>
            <ac:spMk id="2" creationId="{B1F848CC-A744-C8F7-478C-04BA03BA55A2}"/>
          </ac:spMkLst>
        </pc:spChg>
        <pc:spChg chg="mod">
          <ac:chgData name="Dries DEBOOSERE" userId="195120e4-eb76-48af-a4cb-8df8b4d74f30" providerId="ADAL" clId="{DCF0A325-004F-4364-8758-9E0F7CE5E98B}" dt="2026-02-17T09:30:04.009" v="457" actId="20577"/>
          <ac:spMkLst>
            <pc:docMk/>
            <pc:sldMk cId="3755720931" sldId="2605"/>
            <ac:spMk id="3" creationId="{27994106-472C-F5AD-E31B-223702D07BAD}"/>
          </ac:spMkLst>
        </pc:spChg>
      </pc:sldChg>
      <pc:sldChg chg="addSp modSp new mod">
        <pc:chgData name="Dries DEBOOSERE" userId="195120e4-eb76-48af-a4cb-8df8b4d74f30" providerId="ADAL" clId="{DCF0A325-004F-4364-8758-9E0F7CE5E98B}" dt="2026-02-17T09:31:39.226" v="526" actId="20577"/>
        <pc:sldMkLst>
          <pc:docMk/>
          <pc:sldMk cId="711313340" sldId="2606"/>
        </pc:sldMkLst>
        <pc:spChg chg="mod">
          <ac:chgData name="Dries DEBOOSERE" userId="195120e4-eb76-48af-a4cb-8df8b4d74f30" providerId="ADAL" clId="{DCF0A325-004F-4364-8758-9E0F7CE5E98B}" dt="2026-02-17T09:31:39.226" v="526" actId="20577"/>
          <ac:spMkLst>
            <pc:docMk/>
            <pc:sldMk cId="711313340" sldId="2606"/>
            <ac:spMk id="2" creationId="{9F46E0EF-F0F0-A243-6D47-4FCC12DA0967}"/>
          </ac:spMkLst>
        </pc:spChg>
        <pc:spChg chg="mod">
          <ac:chgData name="Dries DEBOOSERE" userId="195120e4-eb76-48af-a4cb-8df8b4d74f30" providerId="ADAL" clId="{DCF0A325-004F-4364-8758-9E0F7CE5E98B}" dt="2026-02-17T09:30:37.611" v="492" actId="20577"/>
          <ac:spMkLst>
            <pc:docMk/>
            <pc:sldMk cId="711313340" sldId="2606"/>
            <ac:spMk id="3" creationId="{9797C848-891B-438C-6190-B68F2F63B468}"/>
          </ac:spMkLst>
        </pc:spChg>
        <pc:picChg chg="add mod">
          <ac:chgData name="Dries DEBOOSERE" userId="195120e4-eb76-48af-a4cb-8df8b4d74f30" providerId="ADAL" clId="{DCF0A325-004F-4364-8758-9E0F7CE5E98B}" dt="2026-02-17T09:31:29.170" v="494" actId="14100"/>
          <ac:picMkLst>
            <pc:docMk/>
            <pc:sldMk cId="711313340" sldId="2606"/>
            <ac:picMk id="5" creationId="{94821692-B822-F09A-271A-86B97C2F262C}"/>
          </ac:picMkLst>
        </pc:picChg>
      </pc:sldChg>
      <pc:sldChg chg="addSp delSp modSp add mod">
        <pc:chgData name="Dries DEBOOSERE" userId="195120e4-eb76-48af-a4cb-8df8b4d74f30" providerId="ADAL" clId="{DCF0A325-004F-4364-8758-9E0F7CE5E98B}" dt="2026-02-17T09:33:25.603" v="560" actId="14100"/>
        <pc:sldMkLst>
          <pc:docMk/>
          <pc:sldMk cId="1080071647" sldId="2607"/>
        </pc:sldMkLst>
        <pc:spChg chg="mod">
          <ac:chgData name="Dries DEBOOSERE" userId="195120e4-eb76-48af-a4cb-8df8b4d74f30" providerId="ADAL" clId="{DCF0A325-004F-4364-8758-9E0F7CE5E98B}" dt="2026-02-17T09:32:08.568" v="549" actId="20577"/>
          <ac:spMkLst>
            <pc:docMk/>
            <pc:sldMk cId="1080071647" sldId="2607"/>
            <ac:spMk id="3" creationId="{97812DBD-11CC-7B33-DB1F-07AD3925D67D}"/>
          </ac:spMkLst>
        </pc:spChg>
        <pc:picChg chg="del">
          <ac:chgData name="Dries DEBOOSERE" userId="195120e4-eb76-48af-a4cb-8df8b4d74f30" providerId="ADAL" clId="{DCF0A325-004F-4364-8758-9E0F7CE5E98B}" dt="2026-02-17T09:32:18.631" v="550" actId="478"/>
          <ac:picMkLst>
            <pc:docMk/>
            <pc:sldMk cId="1080071647" sldId="2607"/>
            <ac:picMk id="5" creationId="{8D306FB9-98E3-E1CF-24C4-53F41A7B66A5}"/>
          </ac:picMkLst>
        </pc:picChg>
        <pc:picChg chg="add mod">
          <ac:chgData name="Dries DEBOOSERE" userId="195120e4-eb76-48af-a4cb-8df8b4d74f30" providerId="ADAL" clId="{DCF0A325-004F-4364-8758-9E0F7CE5E98B}" dt="2026-02-17T09:32:22.824" v="552" actId="1076"/>
          <ac:picMkLst>
            <pc:docMk/>
            <pc:sldMk cId="1080071647" sldId="2607"/>
            <ac:picMk id="6" creationId="{F8F6F495-129C-7B4F-22B0-C567F8A93F36}"/>
          </ac:picMkLst>
        </pc:picChg>
        <pc:picChg chg="add mod">
          <ac:chgData name="Dries DEBOOSERE" userId="195120e4-eb76-48af-a4cb-8df8b4d74f30" providerId="ADAL" clId="{DCF0A325-004F-4364-8758-9E0F7CE5E98B}" dt="2026-02-17T09:32:51.645" v="554" actId="1076"/>
          <ac:picMkLst>
            <pc:docMk/>
            <pc:sldMk cId="1080071647" sldId="2607"/>
            <ac:picMk id="8" creationId="{A5D93F07-B156-487D-3038-72C743BFE1A5}"/>
          </ac:picMkLst>
        </pc:picChg>
        <pc:cxnChg chg="add mod">
          <ac:chgData name="Dries DEBOOSERE" userId="195120e4-eb76-48af-a4cb-8df8b4d74f30" providerId="ADAL" clId="{DCF0A325-004F-4364-8758-9E0F7CE5E98B}" dt="2026-02-17T09:33:25.603" v="560" actId="14100"/>
          <ac:cxnSpMkLst>
            <pc:docMk/>
            <pc:sldMk cId="1080071647" sldId="2607"/>
            <ac:cxnSpMk id="10" creationId="{D9DE4032-C64B-B93B-9E54-DF67E51E59FD}"/>
          </ac:cxnSpMkLst>
        </pc:cxnChg>
      </pc:sldChg>
      <pc:sldChg chg="addSp modSp new mod">
        <pc:chgData name="Dries DEBOOSERE" userId="195120e4-eb76-48af-a4cb-8df8b4d74f30" providerId="ADAL" clId="{DCF0A325-004F-4364-8758-9E0F7CE5E98B}" dt="2026-02-17T09:34:15.786" v="609" actId="22"/>
        <pc:sldMkLst>
          <pc:docMk/>
          <pc:sldMk cId="2412532596" sldId="2608"/>
        </pc:sldMkLst>
        <pc:spChg chg="mod">
          <ac:chgData name="Dries DEBOOSERE" userId="195120e4-eb76-48af-a4cb-8df8b4d74f30" providerId="ADAL" clId="{DCF0A325-004F-4364-8758-9E0F7CE5E98B}" dt="2026-02-17T09:34:02.518" v="608" actId="20577"/>
          <ac:spMkLst>
            <pc:docMk/>
            <pc:sldMk cId="2412532596" sldId="2608"/>
            <ac:spMk id="3" creationId="{538325D7-2F65-7BC0-B8F5-83BD8506BB0C}"/>
          </ac:spMkLst>
        </pc:spChg>
        <pc:picChg chg="add">
          <ac:chgData name="Dries DEBOOSERE" userId="195120e4-eb76-48af-a4cb-8df8b4d74f30" providerId="ADAL" clId="{DCF0A325-004F-4364-8758-9E0F7CE5E98B}" dt="2026-02-17T09:34:15.786" v="609" actId="22"/>
          <ac:picMkLst>
            <pc:docMk/>
            <pc:sldMk cId="2412532596" sldId="2608"/>
            <ac:picMk id="5" creationId="{AF678E65-8F8F-4318-3D34-4006873B87CF}"/>
          </ac:picMkLst>
        </pc:picChg>
      </pc:sldChg>
      <pc:sldChg chg="addSp modSp new mod">
        <pc:chgData name="Dries DEBOOSERE" userId="195120e4-eb76-48af-a4cb-8df8b4d74f30" providerId="ADAL" clId="{DCF0A325-004F-4364-8758-9E0F7CE5E98B}" dt="2026-02-17T09:36:04.517" v="653" actId="113"/>
        <pc:sldMkLst>
          <pc:docMk/>
          <pc:sldMk cId="3600864373" sldId="2609"/>
        </pc:sldMkLst>
        <pc:spChg chg="mod">
          <ac:chgData name="Dries DEBOOSERE" userId="195120e4-eb76-48af-a4cb-8df8b4d74f30" providerId="ADAL" clId="{DCF0A325-004F-4364-8758-9E0F7CE5E98B}" dt="2026-02-17T09:36:04.517" v="653" actId="113"/>
          <ac:spMkLst>
            <pc:docMk/>
            <pc:sldMk cId="3600864373" sldId="2609"/>
            <ac:spMk id="2" creationId="{B50E2345-D28E-5505-A64F-4A8E1EB0F24C}"/>
          </ac:spMkLst>
        </pc:spChg>
        <pc:spChg chg="mod">
          <ac:chgData name="Dries DEBOOSERE" userId="195120e4-eb76-48af-a4cb-8df8b4d74f30" providerId="ADAL" clId="{DCF0A325-004F-4364-8758-9E0F7CE5E98B}" dt="2026-02-17T09:35:38.467" v="638" actId="20577"/>
          <ac:spMkLst>
            <pc:docMk/>
            <pc:sldMk cId="3600864373" sldId="2609"/>
            <ac:spMk id="3" creationId="{95DADE2E-6CC7-D1C6-84E8-5576557D1F69}"/>
          </ac:spMkLst>
        </pc:spChg>
        <pc:picChg chg="add mod">
          <ac:chgData name="Dries DEBOOSERE" userId="195120e4-eb76-48af-a4cb-8df8b4d74f30" providerId="ADAL" clId="{DCF0A325-004F-4364-8758-9E0F7CE5E98B}" dt="2026-02-17T09:35:56.758" v="641" actId="1076"/>
          <ac:picMkLst>
            <pc:docMk/>
            <pc:sldMk cId="3600864373" sldId="2609"/>
            <ac:picMk id="5" creationId="{7E98D061-9791-7E52-B47D-09ACA6CC077B}"/>
          </ac:picMkLst>
        </pc:picChg>
      </pc:sldChg>
      <pc:sldChg chg="addSp delSp modSp add mod">
        <pc:chgData name="Dries DEBOOSERE" userId="195120e4-eb76-48af-a4cb-8df8b4d74f30" providerId="ADAL" clId="{DCF0A325-004F-4364-8758-9E0F7CE5E98B}" dt="2026-02-17T09:36:31.303" v="662" actId="1076"/>
        <pc:sldMkLst>
          <pc:docMk/>
          <pc:sldMk cId="2569387086" sldId="2610"/>
        </pc:sldMkLst>
        <pc:spChg chg="mod">
          <ac:chgData name="Dries DEBOOSERE" userId="195120e4-eb76-48af-a4cb-8df8b4d74f30" providerId="ADAL" clId="{DCF0A325-004F-4364-8758-9E0F7CE5E98B}" dt="2026-02-17T09:36:10.894" v="658" actId="20577"/>
          <ac:spMkLst>
            <pc:docMk/>
            <pc:sldMk cId="2569387086" sldId="2610"/>
            <ac:spMk id="2" creationId="{69DE88A1-35F9-88E1-538B-BFF2BF8247BB}"/>
          </ac:spMkLst>
        </pc:spChg>
        <pc:picChg chg="del">
          <ac:chgData name="Dries DEBOOSERE" userId="195120e4-eb76-48af-a4cb-8df8b4d74f30" providerId="ADAL" clId="{DCF0A325-004F-4364-8758-9E0F7CE5E98B}" dt="2026-02-17T09:36:12.712" v="659" actId="478"/>
          <ac:picMkLst>
            <pc:docMk/>
            <pc:sldMk cId="2569387086" sldId="2610"/>
            <ac:picMk id="5" creationId="{2470A325-7F9D-D362-2DE5-AAC3A32B1356}"/>
          </ac:picMkLst>
        </pc:picChg>
        <pc:picChg chg="add mod">
          <ac:chgData name="Dries DEBOOSERE" userId="195120e4-eb76-48af-a4cb-8df8b4d74f30" providerId="ADAL" clId="{DCF0A325-004F-4364-8758-9E0F7CE5E98B}" dt="2026-02-17T09:36:31.303" v="662" actId="1076"/>
          <ac:picMkLst>
            <pc:docMk/>
            <pc:sldMk cId="2569387086" sldId="2610"/>
            <ac:picMk id="6" creationId="{BF68F604-2E2D-866F-CD2B-E9F3D5FF7C82}"/>
          </ac:picMkLst>
        </pc:picChg>
      </pc:sldChg>
      <pc:sldChg chg="addSp modSp new mod">
        <pc:chgData name="Dries DEBOOSERE" userId="195120e4-eb76-48af-a4cb-8df8b4d74f30" providerId="ADAL" clId="{DCF0A325-004F-4364-8758-9E0F7CE5E98B}" dt="2026-02-17T09:37:38.313" v="679" actId="1076"/>
        <pc:sldMkLst>
          <pc:docMk/>
          <pc:sldMk cId="288049510" sldId="2611"/>
        </pc:sldMkLst>
        <pc:spChg chg="mod">
          <ac:chgData name="Dries DEBOOSERE" userId="195120e4-eb76-48af-a4cb-8df8b4d74f30" providerId="ADAL" clId="{DCF0A325-004F-4364-8758-9E0F7CE5E98B}" dt="2026-02-17T09:37:21.237" v="676" actId="20577"/>
          <ac:spMkLst>
            <pc:docMk/>
            <pc:sldMk cId="288049510" sldId="2611"/>
            <ac:spMk id="3" creationId="{5D45DA0E-DACB-585A-C2E1-07A2D21E0F5F}"/>
          </ac:spMkLst>
        </pc:spChg>
        <pc:picChg chg="add mod">
          <ac:chgData name="Dries DEBOOSERE" userId="195120e4-eb76-48af-a4cb-8df8b4d74f30" providerId="ADAL" clId="{DCF0A325-004F-4364-8758-9E0F7CE5E98B}" dt="2026-02-17T09:37:38.313" v="679" actId="1076"/>
          <ac:picMkLst>
            <pc:docMk/>
            <pc:sldMk cId="288049510" sldId="2611"/>
            <ac:picMk id="5" creationId="{71E61C7F-1360-2AEB-7F86-C23A271C445C}"/>
          </ac:picMkLst>
        </pc:picChg>
      </pc:sldChg>
      <pc:sldChg chg="addSp delSp modSp add mod ord">
        <pc:chgData name="Dries DEBOOSERE" userId="195120e4-eb76-48af-a4cb-8df8b4d74f30" providerId="ADAL" clId="{DCF0A325-004F-4364-8758-9E0F7CE5E98B}" dt="2026-02-17T09:39:06.376" v="700" actId="1076"/>
        <pc:sldMkLst>
          <pc:docMk/>
          <pc:sldMk cId="2282936947" sldId="2612"/>
        </pc:sldMkLst>
        <pc:spChg chg="mod">
          <ac:chgData name="Dries DEBOOSERE" userId="195120e4-eb76-48af-a4cb-8df8b4d74f30" providerId="ADAL" clId="{DCF0A325-004F-4364-8758-9E0F7CE5E98B}" dt="2026-02-17T09:38:43.616" v="695" actId="20577"/>
          <ac:spMkLst>
            <pc:docMk/>
            <pc:sldMk cId="2282936947" sldId="2612"/>
            <ac:spMk id="3" creationId="{086FAA12-490E-95B9-6CDA-B4A09A146E1E}"/>
          </ac:spMkLst>
        </pc:spChg>
        <pc:picChg chg="add mod">
          <ac:chgData name="Dries DEBOOSERE" userId="195120e4-eb76-48af-a4cb-8df8b4d74f30" providerId="ADAL" clId="{DCF0A325-004F-4364-8758-9E0F7CE5E98B}" dt="2026-02-17T09:39:06.376" v="700" actId="1076"/>
          <ac:picMkLst>
            <pc:docMk/>
            <pc:sldMk cId="2282936947" sldId="2612"/>
            <ac:picMk id="5" creationId="{890F814C-9430-1F32-B530-271BA113926F}"/>
          </ac:picMkLst>
        </pc:picChg>
        <pc:picChg chg="del">
          <ac:chgData name="Dries DEBOOSERE" userId="195120e4-eb76-48af-a4cb-8df8b4d74f30" providerId="ADAL" clId="{DCF0A325-004F-4364-8758-9E0F7CE5E98B}" dt="2026-02-17T09:38:46.037" v="696" actId="478"/>
          <ac:picMkLst>
            <pc:docMk/>
            <pc:sldMk cId="2282936947" sldId="2612"/>
            <ac:picMk id="6" creationId="{26854D6D-E56D-58D4-5802-0D1CBC39FDF1}"/>
          </ac:picMkLst>
        </pc:picChg>
      </pc:sldChg>
      <pc:sldChg chg="addSp modSp new mod">
        <pc:chgData name="Dries DEBOOSERE" userId="195120e4-eb76-48af-a4cb-8df8b4d74f30" providerId="ADAL" clId="{DCF0A325-004F-4364-8758-9E0F7CE5E98B}" dt="2026-02-17T09:39:44.165" v="710" actId="1076"/>
        <pc:sldMkLst>
          <pc:docMk/>
          <pc:sldMk cId="3282329781" sldId="2613"/>
        </pc:sldMkLst>
        <pc:spChg chg="mod">
          <ac:chgData name="Dries DEBOOSERE" userId="195120e4-eb76-48af-a4cb-8df8b4d74f30" providerId="ADAL" clId="{DCF0A325-004F-4364-8758-9E0F7CE5E98B}" dt="2026-02-17T09:39:23.206" v="707" actId="20577"/>
          <ac:spMkLst>
            <pc:docMk/>
            <pc:sldMk cId="3282329781" sldId="2613"/>
            <ac:spMk id="3" creationId="{0453A106-014C-D821-3E29-0FCDF3DD6579}"/>
          </ac:spMkLst>
        </pc:spChg>
        <pc:picChg chg="add mod">
          <ac:chgData name="Dries DEBOOSERE" userId="195120e4-eb76-48af-a4cb-8df8b4d74f30" providerId="ADAL" clId="{DCF0A325-004F-4364-8758-9E0F7CE5E98B}" dt="2026-02-17T09:39:44.165" v="710" actId="1076"/>
          <ac:picMkLst>
            <pc:docMk/>
            <pc:sldMk cId="3282329781" sldId="2613"/>
            <ac:picMk id="5" creationId="{8C4C882B-C6B7-CE33-3E41-97AA70FDE745}"/>
          </ac:picMkLst>
        </pc:picChg>
      </pc:sldChg>
      <pc:sldChg chg="modSp new mod">
        <pc:chgData name="Dries DEBOOSERE" userId="195120e4-eb76-48af-a4cb-8df8b4d74f30" providerId="ADAL" clId="{DCF0A325-004F-4364-8758-9E0F7CE5E98B}" dt="2026-02-17T09:40:25.116" v="713"/>
        <pc:sldMkLst>
          <pc:docMk/>
          <pc:sldMk cId="413873031" sldId="2614"/>
        </pc:sldMkLst>
        <pc:spChg chg="mod">
          <ac:chgData name="Dries DEBOOSERE" userId="195120e4-eb76-48af-a4cb-8df8b4d74f30" providerId="ADAL" clId="{DCF0A325-004F-4364-8758-9E0F7CE5E98B}" dt="2026-02-17T09:40:25.116" v="713"/>
          <ac:spMkLst>
            <pc:docMk/>
            <pc:sldMk cId="413873031" sldId="2614"/>
            <ac:spMk id="2" creationId="{A8D0B324-11FB-1ED1-17BC-F8F24A6B251B}"/>
          </ac:spMkLst>
        </pc:spChg>
      </pc:sldChg>
      <pc:sldChg chg="addSp modSp new mod">
        <pc:chgData name="Dries DEBOOSERE" userId="195120e4-eb76-48af-a4cb-8df8b4d74f30" providerId="ADAL" clId="{DCF0A325-004F-4364-8758-9E0F7CE5E98B}" dt="2026-02-17T09:42:29.283" v="892" actId="1076"/>
        <pc:sldMkLst>
          <pc:docMk/>
          <pc:sldMk cId="2464025944" sldId="2615"/>
        </pc:sldMkLst>
        <pc:spChg chg="mod">
          <ac:chgData name="Dries DEBOOSERE" userId="195120e4-eb76-48af-a4cb-8df8b4d74f30" providerId="ADAL" clId="{DCF0A325-004F-4364-8758-9E0F7CE5E98B}" dt="2026-02-17T09:40:42.027" v="716"/>
          <ac:spMkLst>
            <pc:docMk/>
            <pc:sldMk cId="2464025944" sldId="2615"/>
            <ac:spMk id="3" creationId="{D6579CEE-C193-B6B9-542F-368EDB61FE0A}"/>
          </ac:spMkLst>
        </pc:spChg>
        <pc:graphicFrameChg chg="add mod modGraphic">
          <ac:chgData name="Dries DEBOOSERE" userId="195120e4-eb76-48af-a4cb-8df8b4d74f30" providerId="ADAL" clId="{DCF0A325-004F-4364-8758-9E0F7CE5E98B}" dt="2026-02-17T09:42:29.283" v="892" actId="1076"/>
          <ac:graphicFrameMkLst>
            <pc:docMk/>
            <pc:sldMk cId="2464025944" sldId="2615"/>
            <ac:graphicFrameMk id="4" creationId="{B78CC6FC-FE0F-948D-9290-24AFCE721FFF}"/>
          </ac:graphicFrameMkLst>
        </pc:graphicFrameChg>
      </pc:sldChg>
      <pc:sldChg chg="addSp modSp new mod">
        <pc:chgData name="Dries DEBOOSERE" userId="195120e4-eb76-48af-a4cb-8df8b4d74f30" providerId="ADAL" clId="{DCF0A325-004F-4364-8758-9E0F7CE5E98B}" dt="2026-02-17T09:45:01.018" v="935" actId="20577"/>
        <pc:sldMkLst>
          <pc:docMk/>
          <pc:sldMk cId="2452433329" sldId="2616"/>
        </pc:sldMkLst>
        <pc:spChg chg="mod">
          <ac:chgData name="Dries DEBOOSERE" userId="195120e4-eb76-48af-a4cb-8df8b4d74f30" providerId="ADAL" clId="{DCF0A325-004F-4364-8758-9E0F7CE5E98B}" dt="2026-02-17T09:45:01.018" v="935" actId="20577"/>
          <ac:spMkLst>
            <pc:docMk/>
            <pc:sldMk cId="2452433329" sldId="2616"/>
            <ac:spMk id="2" creationId="{EB43239B-0FCF-8884-D92B-A37CB4EAE510}"/>
          </ac:spMkLst>
        </pc:spChg>
        <pc:spChg chg="mod">
          <ac:chgData name="Dries DEBOOSERE" userId="195120e4-eb76-48af-a4cb-8df8b4d74f30" providerId="ADAL" clId="{DCF0A325-004F-4364-8758-9E0F7CE5E98B}" dt="2026-02-17T09:43:23.052" v="919" actId="20577"/>
          <ac:spMkLst>
            <pc:docMk/>
            <pc:sldMk cId="2452433329" sldId="2616"/>
            <ac:spMk id="3" creationId="{1C90D337-8FE1-1A92-F6AA-6AD1B4A4B7E4}"/>
          </ac:spMkLst>
        </pc:spChg>
        <pc:picChg chg="add mod">
          <ac:chgData name="Dries DEBOOSERE" userId="195120e4-eb76-48af-a4cb-8df8b4d74f30" providerId="ADAL" clId="{DCF0A325-004F-4364-8758-9E0F7CE5E98B}" dt="2026-02-17T09:44:52.718" v="933" actId="1076"/>
          <ac:picMkLst>
            <pc:docMk/>
            <pc:sldMk cId="2452433329" sldId="2616"/>
            <ac:picMk id="1026" creationId="{2CB07EEB-37DE-1A07-E966-59DDED03DE2E}"/>
          </ac:picMkLst>
        </pc:picChg>
      </pc:sldChg>
      <pc:sldChg chg="addSp delSp modSp new mod">
        <pc:chgData name="Dries DEBOOSERE" userId="195120e4-eb76-48af-a4cb-8df8b4d74f30" providerId="ADAL" clId="{DCF0A325-004F-4364-8758-9E0F7CE5E98B}" dt="2026-02-17T09:46:15.447" v="1056" actId="22"/>
        <pc:sldMkLst>
          <pc:docMk/>
          <pc:sldMk cId="2384410210" sldId="2617"/>
        </pc:sldMkLst>
        <pc:spChg chg="mod">
          <ac:chgData name="Dries DEBOOSERE" userId="195120e4-eb76-48af-a4cb-8df8b4d74f30" providerId="ADAL" clId="{DCF0A325-004F-4364-8758-9E0F7CE5E98B}" dt="2026-02-17T09:46:01.272" v="1054" actId="20577"/>
          <ac:spMkLst>
            <pc:docMk/>
            <pc:sldMk cId="2384410210" sldId="2617"/>
            <ac:spMk id="2" creationId="{2F057475-D0F7-123B-1CF5-F9CC5D397255}"/>
          </ac:spMkLst>
        </pc:spChg>
        <pc:spChg chg="mod">
          <ac:chgData name="Dries DEBOOSERE" userId="195120e4-eb76-48af-a4cb-8df8b4d74f30" providerId="ADAL" clId="{DCF0A325-004F-4364-8758-9E0F7CE5E98B}" dt="2026-02-17T09:45:28.105" v="961" actId="20577"/>
          <ac:spMkLst>
            <pc:docMk/>
            <pc:sldMk cId="2384410210" sldId="2617"/>
            <ac:spMk id="3" creationId="{88C8B60B-8188-0967-5ACD-7F65BA4B26F5}"/>
          </ac:spMkLst>
        </pc:spChg>
        <pc:picChg chg="add mod">
          <ac:chgData name="Dries DEBOOSERE" userId="195120e4-eb76-48af-a4cb-8df8b4d74f30" providerId="ADAL" clId="{DCF0A325-004F-4364-8758-9E0F7CE5E98B}" dt="2026-02-17T09:45:45.436" v="963" actId="1076"/>
          <ac:picMkLst>
            <pc:docMk/>
            <pc:sldMk cId="2384410210" sldId="2617"/>
            <ac:picMk id="5" creationId="{352D9164-E785-93BE-0279-C17CD7230D38}"/>
          </ac:picMkLst>
        </pc:picChg>
        <pc:picChg chg="add del">
          <ac:chgData name="Dries DEBOOSERE" userId="195120e4-eb76-48af-a4cb-8df8b4d74f30" providerId="ADAL" clId="{DCF0A325-004F-4364-8758-9E0F7CE5E98B}" dt="2026-02-17T09:46:15.447" v="1056" actId="22"/>
          <ac:picMkLst>
            <pc:docMk/>
            <pc:sldMk cId="2384410210" sldId="2617"/>
            <ac:picMk id="7" creationId="{E3B06096-DE17-B214-1ECE-31949A1CE99F}"/>
          </ac:picMkLst>
        </pc:picChg>
      </pc:sldChg>
      <pc:sldChg chg="addSp delSp modSp add mod">
        <pc:chgData name="Dries DEBOOSERE" userId="195120e4-eb76-48af-a4cb-8df8b4d74f30" providerId="ADAL" clId="{DCF0A325-004F-4364-8758-9E0F7CE5E98B}" dt="2026-02-17T09:47:20.570" v="1093" actId="1076"/>
        <pc:sldMkLst>
          <pc:docMk/>
          <pc:sldMk cId="207217771" sldId="2618"/>
        </pc:sldMkLst>
        <pc:spChg chg="mod">
          <ac:chgData name="Dries DEBOOSERE" userId="195120e4-eb76-48af-a4cb-8df8b4d74f30" providerId="ADAL" clId="{DCF0A325-004F-4364-8758-9E0F7CE5E98B}" dt="2026-02-17T09:46:48.454" v="1085" actId="20577"/>
          <ac:spMkLst>
            <pc:docMk/>
            <pc:sldMk cId="207217771" sldId="2618"/>
            <ac:spMk id="2" creationId="{C911F601-F8FF-F1DE-42AF-C4163D6CDE9F}"/>
          </ac:spMkLst>
        </pc:spChg>
        <pc:spChg chg="mod">
          <ac:chgData name="Dries DEBOOSERE" userId="195120e4-eb76-48af-a4cb-8df8b4d74f30" providerId="ADAL" clId="{DCF0A325-004F-4364-8758-9E0F7CE5E98B}" dt="2026-02-17T09:46:32.009" v="1083" actId="20577"/>
          <ac:spMkLst>
            <pc:docMk/>
            <pc:sldMk cId="207217771" sldId="2618"/>
            <ac:spMk id="3" creationId="{5FECAF18-2837-1F04-3ED7-B43EAA2DB730}"/>
          </ac:spMkLst>
        </pc:spChg>
        <pc:picChg chg="del">
          <ac:chgData name="Dries DEBOOSERE" userId="195120e4-eb76-48af-a4cb-8df8b4d74f30" providerId="ADAL" clId="{DCF0A325-004F-4364-8758-9E0F7CE5E98B}" dt="2026-02-17T09:46:46.175" v="1084" actId="478"/>
          <ac:picMkLst>
            <pc:docMk/>
            <pc:sldMk cId="207217771" sldId="2618"/>
            <ac:picMk id="5" creationId="{6632D145-C53F-9DF0-53E6-DE07A2663975}"/>
          </ac:picMkLst>
        </pc:picChg>
        <pc:picChg chg="add mod">
          <ac:chgData name="Dries DEBOOSERE" userId="195120e4-eb76-48af-a4cb-8df8b4d74f30" providerId="ADAL" clId="{DCF0A325-004F-4364-8758-9E0F7CE5E98B}" dt="2026-02-17T09:46:56.077" v="1087" actId="14100"/>
          <ac:picMkLst>
            <pc:docMk/>
            <pc:sldMk cId="207217771" sldId="2618"/>
            <ac:picMk id="6" creationId="{9A5309F7-184D-004F-CEE4-50D90FF7FA64}"/>
          </ac:picMkLst>
        </pc:picChg>
        <pc:cxnChg chg="add mod">
          <ac:chgData name="Dries DEBOOSERE" userId="195120e4-eb76-48af-a4cb-8df8b4d74f30" providerId="ADAL" clId="{DCF0A325-004F-4364-8758-9E0F7CE5E98B}" dt="2026-02-17T09:47:06.847" v="1089" actId="1076"/>
          <ac:cxnSpMkLst>
            <pc:docMk/>
            <pc:sldMk cId="207217771" sldId="2618"/>
            <ac:cxnSpMk id="8" creationId="{95BFCE54-986D-C0C4-F942-F6ECF78C8E77}"/>
          </ac:cxnSpMkLst>
        </pc:cxnChg>
        <pc:cxnChg chg="add mod">
          <ac:chgData name="Dries DEBOOSERE" userId="195120e4-eb76-48af-a4cb-8df8b4d74f30" providerId="ADAL" clId="{DCF0A325-004F-4364-8758-9E0F7CE5E98B}" dt="2026-02-17T09:47:11.616" v="1091" actId="1076"/>
          <ac:cxnSpMkLst>
            <pc:docMk/>
            <pc:sldMk cId="207217771" sldId="2618"/>
            <ac:cxnSpMk id="9" creationId="{1423CA94-C5EE-EB1E-D2AB-ED1D3D3543F0}"/>
          </ac:cxnSpMkLst>
        </pc:cxnChg>
        <pc:cxnChg chg="add mod">
          <ac:chgData name="Dries DEBOOSERE" userId="195120e4-eb76-48af-a4cb-8df8b4d74f30" providerId="ADAL" clId="{DCF0A325-004F-4364-8758-9E0F7CE5E98B}" dt="2026-02-17T09:47:20.570" v="1093" actId="1076"/>
          <ac:cxnSpMkLst>
            <pc:docMk/>
            <pc:sldMk cId="207217771" sldId="2618"/>
            <ac:cxnSpMk id="10" creationId="{D5F46B2E-A827-F6CD-F321-F6C53A12E99A}"/>
          </ac:cxnSpMkLst>
        </pc:cxnChg>
      </pc:sldChg>
      <pc:sldChg chg="modSp new mod">
        <pc:chgData name="Dries DEBOOSERE" userId="195120e4-eb76-48af-a4cb-8df8b4d74f30" providerId="ADAL" clId="{DCF0A325-004F-4364-8758-9E0F7CE5E98B}" dt="2026-02-17T09:47:37.850" v="1122" actId="20577"/>
        <pc:sldMkLst>
          <pc:docMk/>
          <pc:sldMk cId="4248826911" sldId="2619"/>
        </pc:sldMkLst>
        <pc:spChg chg="mod">
          <ac:chgData name="Dries DEBOOSERE" userId="195120e4-eb76-48af-a4cb-8df8b4d74f30" providerId="ADAL" clId="{DCF0A325-004F-4364-8758-9E0F7CE5E98B}" dt="2026-02-17T09:47:37.850" v="1122" actId="20577"/>
          <ac:spMkLst>
            <pc:docMk/>
            <pc:sldMk cId="4248826911" sldId="2619"/>
            <ac:spMk id="2" creationId="{AAC316D4-5E30-F560-403A-CA7C6320FD0B}"/>
          </ac:spMkLst>
        </pc:spChg>
      </pc:sldChg>
      <pc:sldChg chg="modSp new mod">
        <pc:chgData name="Dries DEBOOSERE" userId="195120e4-eb76-48af-a4cb-8df8b4d74f30" providerId="ADAL" clId="{DCF0A325-004F-4364-8758-9E0F7CE5E98B}" dt="2026-02-17T09:48:01.393" v="1133" actId="20577"/>
        <pc:sldMkLst>
          <pc:docMk/>
          <pc:sldMk cId="3674571739" sldId="2620"/>
        </pc:sldMkLst>
        <pc:spChg chg="mod">
          <ac:chgData name="Dries DEBOOSERE" userId="195120e4-eb76-48af-a4cb-8df8b4d74f30" providerId="ADAL" clId="{DCF0A325-004F-4364-8758-9E0F7CE5E98B}" dt="2026-02-17T09:48:01.393" v="1133" actId="20577"/>
          <ac:spMkLst>
            <pc:docMk/>
            <pc:sldMk cId="3674571739" sldId="2620"/>
            <ac:spMk id="2" creationId="{E477E6A5-E633-6CA0-D0A3-AA32F4973503}"/>
          </ac:spMkLst>
        </pc:spChg>
        <pc:spChg chg="mod">
          <ac:chgData name="Dries DEBOOSERE" userId="195120e4-eb76-48af-a4cb-8df8b4d74f30" providerId="ADAL" clId="{DCF0A325-004F-4364-8758-9E0F7CE5E98B}" dt="2026-02-17T09:47:47.919" v="1130" actId="20577"/>
          <ac:spMkLst>
            <pc:docMk/>
            <pc:sldMk cId="3674571739" sldId="2620"/>
            <ac:spMk id="3" creationId="{3C061088-D504-2E02-C334-F09ECF2B49F1}"/>
          </ac:spMkLst>
        </pc:spChg>
      </pc:sldChg>
      <pc:sldChg chg="addSp modSp new mod">
        <pc:chgData name="Dries DEBOOSERE" userId="195120e4-eb76-48af-a4cb-8df8b4d74f30" providerId="ADAL" clId="{DCF0A325-004F-4364-8758-9E0F7CE5E98B}" dt="2026-02-17T09:50:12.897" v="1344" actId="113"/>
        <pc:sldMkLst>
          <pc:docMk/>
          <pc:sldMk cId="580979490" sldId="2621"/>
        </pc:sldMkLst>
        <pc:spChg chg="mod">
          <ac:chgData name="Dries DEBOOSERE" userId="195120e4-eb76-48af-a4cb-8df8b4d74f30" providerId="ADAL" clId="{DCF0A325-004F-4364-8758-9E0F7CE5E98B}" dt="2026-02-17T09:50:12.897" v="1344" actId="113"/>
          <ac:spMkLst>
            <pc:docMk/>
            <pc:sldMk cId="580979490" sldId="2621"/>
            <ac:spMk id="2" creationId="{9C799CE8-CF90-8E1C-3F3D-DE5D5D832F28}"/>
          </ac:spMkLst>
        </pc:spChg>
        <pc:spChg chg="mod">
          <ac:chgData name="Dries DEBOOSERE" userId="195120e4-eb76-48af-a4cb-8df8b4d74f30" providerId="ADAL" clId="{DCF0A325-004F-4364-8758-9E0F7CE5E98B}" dt="2026-02-17T09:48:13.279" v="1146" actId="20577"/>
          <ac:spMkLst>
            <pc:docMk/>
            <pc:sldMk cId="580979490" sldId="2621"/>
            <ac:spMk id="3" creationId="{A6FA31F1-D67E-6EA3-414D-0643051A2E74}"/>
          </ac:spMkLst>
        </pc:spChg>
        <pc:graphicFrameChg chg="add mod modGraphic">
          <ac:chgData name="Dries DEBOOSERE" userId="195120e4-eb76-48af-a4cb-8df8b4d74f30" providerId="ADAL" clId="{DCF0A325-004F-4364-8758-9E0F7CE5E98B}" dt="2026-02-17T09:49:40.224" v="1334" actId="20577"/>
          <ac:graphicFrameMkLst>
            <pc:docMk/>
            <pc:sldMk cId="580979490" sldId="2621"/>
            <ac:graphicFrameMk id="4" creationId="{A1602DFF-E590-24A9-4117-20C94522F1FC}"/>
          </ac:graphicFrameMkLst>
        </pc:graphicFrameChg>
      </pc:sldChg>
      <pc:sldChg chg="addSp modSp new mod">
        <pc:chgData name="Dries DEBOOSERE" userId="195120e4-eb76-48af-a4cb-8df8b4d74f30" providerId="ADAL" clId="{DCF0A325-004F-4364-8758-9E0F7CE5E98B}" dt="2026-02-17T09:53:48.635" v="1348" actId="22"/>
        <pc:sldMkLst>
          <pc:docMk/>
          <pc:sldMk cId="2267550043" sldId="2622"/>
        </pc:sldMkLst>
        <pc:spChg chg="mod">
          <ac:chgData name="Dries DEBOOSERE" userId="195120e4-eb76-48af-a4cb-8df8b4d74f30" providerId="ADAL" clId="{DCF0A325-004F-4364-8758-9E0F7CE5E98B}" dt="2026-02-17T09:53:25.668" v="1347"/>
          <ac:spMkLst>
            <pc:docMk/>
            <pc:sldMk cId="2267550043" sldId="2622"/>
            <ac:spMk id="3" creationId="{68BFE127-2721-B31E-02F0-7760C23611C0}"/>
          </ac:spMkLst>
        </pc:spChg>
        <pc:picChg chg="add">
          <ac:chgData name="Dries DEBOOSERE" userId="195120e4-eb76-48af-a4cb-8df8b4d74f30" providerId="ADAL" clId="{DCF0A325-004F-4364-8758-9E0F7CE5E98B}" dt="2026-02-17T09:53:48.635" v="1348" actId="22"/>
          <ac:picMkLst>
            <pc:docMk/>
            <pc:sldMk cId="2267550043" sldId="2622"/>
            <ac:picMk id="5" creationId="{763E3B8C-1803-3C43-B9CB-72CF32CB9086}"/>
          </ac:picMkLst>
        </pc:picChg>
      </pc:sldChg>
      <pc:sldChg chg="addSp delSp modSp add mod">
        <pc:chgData name="Dries DEBOOSERE" userId="195120e4-eb76-48af-a4cb-8df8b4d74f30" providerId="ADAL" clId="{DCF0A325-004F-4364-8758-9E0F7CE5E98B}" dt="2026-02-17T09:54:45.934" v="1357" actId="1076"/>
        <pc:sldMkLst>
          <pc:docMk/>
          <pc:sldMk cId="351729617" sldId="2623"/>
        </pc:sldMkLst>
        <pc:picChg chg="del">
          <ac:chgData name="Dries DEBOOSERE" userId="195120e4-eb76-48af-a4cb-8df8b4d74f30" providerId="ADAL" clId="{DCF0A325-004F-4364-8758-9E0F7CE5E98B}" dt="2026-02-17T09:54:10.238" v="1350" actId="478"/>
          <ac:picMkLst>
            <pc:docMk/>
            <pc:sldMk cId="351729617" sldId="2623"/>
            <ac:picMk id="5" creationId="{F9291D02-9B5D-F812-9595-153508B73D34}"/>
          </ac:picMkLst>
        </pc:picChg>
        <pc:picChg chg="add mod">
          <ac:chgData name="Dries DEBOOSERE" userId="195120e4-eb76-48af-a4cb-8df8b4d74f30" providerId="ADAL" clId="{DCF0A325-004F-4364-8758-9E0F7CE5E98B}" dt="2026-02-17T09:54:45.934" v="1357" actId="1076"/>
          <ac:picMkLst>
            <pc:docMk/>
            <pc:sldMk cId="351729617" sldId="2623"/>
            <ac:picMk id="6" creationId="{D3AECE31-DEDA-52B8-0B05-2FF70CA101E0}"/>
          </ac:picMkLst>
        </pc:picChg>
        <pc:picChg chg="add mod">
          <ac:chgData name="Dries DEBOOSERE" userId="195120e4-eb76-48af-a4cb-8df8b4d74f30" providerId="ADAL" clId="{DCF0A325-004F-4364-8758-9E0F7CE5E98B}" dt="2026-02-17T09:54:41.779" v="1356" actId="1076"/>
          <ac:picMkLst>
            <pc:docMk/>
            <pc:sldMk cId="351729617" sldId="2623"/>
            <ac:picMk id="7" creationId="{33449B65-4B9D-4CE9-BB71-655A7373327E}"/>
          </ac:picMkLst>
        </pc:picChg>
      </pc:sldChg>
      <pc:sldChg chg="addSp delSp modSp add mod">
        <pc:chgData name="Dries DEBOOSERE" userId="195120e4-eb76-48af-a4cb-8df8b4d74f30" providerId="ADAL" clId="{DCF0A325-004F-4364-8758-9E0F7CE5E98B}" dt="2026-02-17T09:55:15.071" v="1359" actId="1076"/>
        <pc:sldMkLst>
          <pc:docMk/>
          <pc:sldMk cId="4069513048" sldId="2624"/>
        </pc:sldMkLst>
        <pc:picChg chg="del">
          <ac:chgData name="Dries DEBOOSERE" userId="195120e4-eb76-48af-a4cb-8df8b4d74f30" providerId="ADAL" clId="{DCF0A325-004F-4364-8758-9E0F7CE5E98B}" dt="2026-02-17T09:54:16.382" v="1352" actId="478"/>
          <ac:picMkLst>
            <pc:docMk/>
            <pc:sldMk cId="4069513048" sldId="2624"/>
            <ac:picMk id="5" creationId="{6393CBAC-D514-76C6-9CD2-B2070DE1AB7B}"/>
          </ac:picMkLst>
        </pc:picChg>
        <pc:picChg chg="add mod">
          <ac:chgData name="Dries DEBOOSERE" userId="195120e4-eb76-48af-a4cb-8df8b4d74f30" providerId="ADAL" clId="{DCF0A325-004F-4364-8758-9E0F7CE5E98B}" dt="2026-02-17T09:55:15.071" v="1359" actId="1076"/>
          <ac:picMkLst>
            <pc:docMk/>
            <pc:sldMk cId="4069513048" sldId="2624"/>
            <ac:picMk id="6" creationId="{3C4103EC-67E1-3EB8-000B-D4FC593711BE}"/>
          </ac:picMkLst>
        </pc:picChg>
      </pc:sldChg>
      <pc:sldChg chg="addSp modSp new mod">
        <pc:chgData name="Dries DEBOOSERE" userId="195120e4-eb76-48af-a4cb-8df8b4d74f30" providerId="ADAL" clId="{DCF0A325-004F-4364-8758-9E0F7CE5E98B}" dt="2026-02-17T09:56:12.887" v="1463" actId="20577"/>
        <pc:sldMkLst>
          <pc:docMk/>
          <pc:sldMk cId="3441938873" sldId="2625"/>
        </pc:sldMkLst>
        <pc:spChg chg="mod">
          <ac:chgData name="Dries DEBOOSERE" userId="195120e4-eb76-48af-a4cb-8df8b4d74f30" providerId="ADAL" clId="{DCF0A325-004F-4364-8758-9E0F7CE5E98B}" dt="2026-02-17T09:56:12.887" v="1463" actId="20577"/>
          <ac:spMkLst>
            <pc:docMk/>
            <pc:sldMk cId="3441938873" sldId="2625"/>
            <ac:spMk id="2" creationId="{ADD66DA0-71F7-827D-3E78-4EC2DCDCA2B0}"/>
          </ac:spMkLst>
        </pc:spChg>
        <pc:spChg chg="mod">
          <ac:chgData name="Dries DEBOOSERE" userId="195120e4-eb76-48af-a4cb-8df8b4d74f30" providerId="ADAL" clId="{DCF0A325-004F-4364-8758-9E0F7CE5E98B}" dt="2026-02-17T09:55:39.822" v="1385" actId="20577"/>
          <ac:spMkLst>
            <pc:docMk/>
            <pc:sldMk cId="3441938873" sldId="2625"/>
            <ac:spMk id="3" creationId="{DC0E7666-3C92-33FC-8F1C-ACFA196B6DD8}"/>
          </ac:spMkLst>
        </pc:spChg>
        <pc:picChg chg="add">
          <ac:chgData name="Dries DEBOOSERE" userId="195120e4-eb76-48af-a4cb-8df8b4d74f30" providerId="ADAL" clId="{DCF0A325-004F-4364-8758-9E0F7CE5E98B}" dt="2026-02-17T09:55:50.478" v="1386" actId="22"/>
          <ac:picMkLst>
            <pc:docMk/>
            <pc:sldMk cId="3441938873" sldId="2625"/>
            <ac:picMk id="5" creationId="{751C289C-E84A-0988-FFFB-B4003E477E64}"/>
          </ac:picMkLst>
        </pc:picChg>
      </pc:sldChg>
      <pc:sldChg chg="addSp modSp new mod">
        <pc:chgData name="Dries DEBOOSERE" userId="195120e4-eb76-48af-a4cb-8df8b4d74f30" providerId="ADAL" clId="{DCF0A325-004F-4364-8758-9E0F7CE5E98B}" dt="2026-02-17T09:56:44.186" v="1467" actId="22"/>
        <pc:sldMkLst>
          <pc:docMk/>
          <pc:sldMk cId="3145618322" sldId="2626"/>
        </pc:sldMkLst>
        <pc:spChg chg="mod">
          <ac:chgData name="Dries DEBOOSERE" userId="195120e4-eb76-48af-a4cb-8df8b4d74f30" providerId="ADAL" clId="{DCF0A325-004F-4364-8758-9E0F7CE5E98B}" dt="2026-02-17T09:56:30.882" v="1466"/>
          <ac:spMkLst>
            <pc:docMk/>
            <pc:sldMk cId="3145618322" sldId="2626"/>
            <ac:spMk id="3" creationId="{2897563B-51F8-35D4-3599-BB5F3F8889CF}"/>
          </ac:spMkLst>
        </pc:spChg>
        <pc:picChg chg="add">
          <ac:chgData name="Dries DEBOOSERE" userId="195120e4-eb76-48af-a4cb-8df8b4d74f30" providerId="ADAL" clId="{DCF0A325-004F-4364-8758-9E0F7CE5E98B}" dt="2026-02-17T09:56:44.186" v="1467" actId="22"/>
          <ac:picMkLst>
            <pc:docMk/>
            <pc:sldMk cId="3145618322" sldId="2626"/>
            <ac:picMk id="5" creationId="{6B0EADE4-5B57-5539-37CF-8F67205AE0F1}"/>
          </ac:picMkLst>
        </pc:picChg>
      </pc:sldChg>
      <pc:sldChg chg="addSp modSp new mod">
        <pc:chgData name="Dries DEBOOSERE" userId="195120e4-eb76-48af-a4cb-8df8b4d74f30" providerId="ADAL" clId="{DCF0A325-004F-4364-8758-9E0F7CE5E98B}" dt="2026-02-17T09:57:47.351" v="1511" actId="1076"/>
        <pc:sldMkLst>
          <pc:docMk/>
          <pc:sldMk cId="1962769538" sldId="2627"/>
        </pc:sldMkLst>
        <pc:spChg chg="mod">
          <ac:chgData name="Dries DEBOOSERE" userId="195120e4-eb76-48af-a4cb-8df8b4d74f30" providerId="ADAL" clId="{DCF0A325-004F-4364-8758-9E0F7CE5E98B}" dt="2026-02-17T09:57:07.799" v="1503" actId="20577"/>
          <ac:spMkLst>
            <pc:docMk/>
            <pc:sldMk cId="1962769538" sldId="2627"/>
            <ac:spMk id="3" creationId="{8B7C0FEA-CFB1-0FB1-B830-59429BA4EE4E}"/>
          </ac:spMkLst>
        </pc:spChg>
        <pc:picChg chg="add mod">
          <ac:chgData name="Dries DEBOOSERE" userId="195120e4-eb76-48af-a4cb-8df8b4d74f30" providerId="ADAL" clId="{DCF0A325-004F-4364-8758-9E0F7CE5E98B}" dt="2026-02-17T09:57:29.163" v="1506" actId="1076"/>
          <ac:picMkLst>
            <pc:docMk/>
            <pc:sldMk cId="1962769538" sldId="2627"/>
            <ac:picMk id="5" creationId="{EA65A7AB-E1B6-92B8-6864-1C611C6F31C0}"/>
          </ac:picMkLst>
        </pc:picChg>
        <pc:cxnChg chg="add mod">
          <ac:chgData name="Dries DEBOOSERE" userId="195120e4-eb76-48af-a4cb-8df8b4d74f30" providerId="ADAL" clId="{DCF0A325-004F-4364-8758-9E0F7CE5E98B}" dt="2026-02-17T09:57:43.863" v="1509" actId="1076"/>
          <ac:cxnSpMkLst>
            <pc:docMk/>
            <pc:sldMk cId="1962769538" sldId="2627"/>
            <ac:cxnSpMk id="7" creationId="{846C9393-F144-7761-817A-531340755D07}"/>
          </ac:cxnSpMkLst>
        </pc:cxnChg>
        <pc:cxnChg chg="add mod">
          <ac:chgData name="Dries DEBOOSERE" userId="195120e4-eb76-48af-a4cb-8df8b4d74f30" providerId="ADAL" clId="{DCF0A325-004F-4364-8758-9E0F7CE5E98B}" dt="2026-02-17T09:57:47.351" v="1511" actId="1076"/>
          <ac:cxnSpMkLst>
            <pc:docMk/>
            <pc:sldMk cId="1962769538" sldId="2627"/>
            <ac:cxnSpMk id="8" creationId="{7FB9AAA5-79A8-0371-839F-E8C249549FF2}"/>
          </ac:cxnSpMkLst>
        </pc:cxnChg>
      </pc:sldChg>
      <pc:sldChg chg="modSp new mod">
        <pc:chgData name="Dries DEBOOSERE" userId="195120e4-eb76-48af-a4cb-8df8b4d74f30" providerId="ADAL" clId="{DCF0A325-004F-4364-8758-9E0F7CE5E98B}" dt="2026-02-17T09:58:26.663" v="1570" actId="20577"/>
        <pc:sldMkLst>
          <pc:docMk/>
          <pc:sldMk cId="1499158496" sldId="2628"/>
        </pc:sldMkLst>
        <pc:spChg chg="mod">
          <ac:chgData name="Dries DEBOOSERE" userId="195120e4-eb76-48af-a4cb-8df8b4d74f30" providerId="ADAL" clId="{DCF0A325-004F-4364-8758-9E0F7CE5E98B}" dt="2026-02-17T09:58:26.663" v="1570" actId="20577"/>
          <ac:spMkLst>
            <pc:docMk/>
            <pc:sldMk cId="1499158496" sldId="2628"/>
            <ac:spMk id="2" creationId="{1C268F25-4ED8-3AED-DCD8-4D3F763ABFC4}"/>
          </ac:spMkLst>
        </pc:spChg>
      </pc:sldChg>
      <pc:sldChg chg="addSp delSp modSp new mod">
        <pc:chgData name="Dries DEBOOSERE" userId="195120e4-eb76-48af-a4cb-8df8b4d74f30" providerId="ADAL" clId="{DCF0A325-004F-4364-8758-9E0F7CE5E98B}" dt="2026-02-17T10:00:47.651" v="1626" actId="113"/>
        <pc:sldMkLst>
          <pc:docMk/>
          <pc:sldMk cId="661686534" sldId="2629"/>
        </pc:sldMkLst>
        <pc:spChg chg="mod">
          <ac:chgData name="Dries DEBOOSERE" userId="195120e4-eb76-48af-a4cb-8df8b4d74f30" providerId="ADAL" clId="{DCF0A325-004F-4364-8758-9E0F7CE5E98B}" dt="2026-02-17T09:58:47.243" v="1588" actId="20577"/>
          <ac:spMkLst>
            <pc:docMk/>
            <pc:sldMk cId="661686534" sldId="2629"/>
            <ac:spMk id="2" creationId="{92D44C63-DFCE-30D7-AF98-9BCB2F66F105}"/>
          </ac:spMkLst>
        </pc:spChg>
        <pc:spChg chg="del">
          <ac:chgData name="Dries DEBOOSERE" userId="195120e4-eb76-48af-a4cb-8df8b4d74f30" providerId="ADAL" clId="{DCF0A325-004F-4364-8758-9E0F7CE5E98B}" dt="2026-02-17T09:59:03.588" v="1589" actId="3680"/>
          <ac:spMkLst>
            <pc:docMk/>
            <pc:sldMk cId="661686534" sldId="2629"/>
            <ac:spMk id="3" creationId="{E8D6E30E-27F9-606E-E6FF-A8739279B67E}"/>
          </ac:spMkLst>
        </pc:spChg>
        <pc:graphicFrameChg chg="add mod ord modGraphic">
          <ac:chgData name="Dries DEBOOSERE" userId="195120e4-eb76-48af-a4cb-8df8b4d74f30" providerId="ADAL" clId="{DCF0A325-004F-4364-8758-9E0F7CE5E98B}" dt="2026-02-17T10:00:47.651" v="1626" actId="113"/>
          <ac:graphicFrameMkLst>
            <pc:docMk/>
            <pc:sldMk cId="661686534" sldId="2629"/>
            <ac:graphicFrameMk id="4" creationId="{EFE7D024-264E-B07D-B1AA-55B3C8438FCA}"/>
          </ac:graphicFrameMkLst>
        </pc:graphicFrameChg>
      </pc:sldChg>
      <pc:sldChg chg="modSp add mod">
        <pc:chgData name="Dries DEBOOSERE" userId="195120e4-eb76-48af-a4cb-8df8b4d74f30" providerId="ADAL" clId="{DCF0A325-004F-4364-8758-9E0F7CE5E98B}" dt="2026-02-17T10:02:09.506" v="1645" actId="113"/>
        <pc:sldMkLst>
          <pc:docMk/>
          <pc:sldMk cId="3499268803" sldId="2630"/>
        </pc:sldMkLst>
        <pc:spChg chg="mod">
          <ac:chgData name="Dries DEBOOSERE" userId="195120e4-eb76-48af-a4cb-8df8b4d74f30" providerId="ADAL" clId="{DCF0A325-004F-4364-8758-9E0F7CE5E98B}" dt="2026-02-17T10:01:02" v="1637" actId="20577"/>
          <ac:spMkLst>
            <pc:docMk/>
            <pc:sldMk cId="3499268803" sldId="2630"/>
            <ac:spMk id="2" creationId="{F4C9FBB4-369E-6A8F-6E2A-AAE4FCD24B04}"/>
          </ac:spMkLst>
        </pc:spChg>
        <pc:graphicFrameChg chg="mod modGraphic">
          <ac:chgData name="Dries DEBOOSERE" userId="195120e4-eb76-48af-a4cb-8df8b4d74f30" providerId="ADAL" clId="{DCF0A325-004F-4364-8758-9E0F7CE5E98B}" dt="2026-02-17T10:02:09.506" v="1645" actId="113"/>
          <ac:graphicFrameMkLst>
            <pc:docMk/>
            <pc:sldMk cId="3499268803" sldId="2630"/>
            <ac:graphicFrameMk id="4" creationId="{0B4C7652-1C93-B46E-978D-D90675951BCA}"/>
          </ac:graphicFrameMkLst>
        </pc:graphicFrameChg>
      </pc:sldChg>
      <pc:sldChg chg="modSp add mod ord">
        <pc:chgData name="Dries DEBOOSERE" userId="195120e4-eb76-48af-a4cb-8df8b4d74f30" providerId="ADAL" clId="{DCF0A325-004F-4364-8758-9E0F7CE5E98B}" dt="2026-02-17T10:14:06.698" v="2001" actId="13239"/>
        <pc:sldMkLst>
          <pc:docMk/>
          <pc:sldMk cId="3885017601" sldId="2631"/>
        </pc:sldMkLst>
        <pc:spChg chg="mod">
          <ac:chgData name="Dries DEBOOSERE" userId="195120e4-eb76-48af-a4cb-8df8b4d74f30" providerId="ADAL" clId="{DCF0A325-004F-4364-8758-9E0F7CE5E98B}" dt="2026-02-17T10:02:29.797" v="1658" actId="20577"/>
          <ac:spMkLst>
            <pc:docMk/>
            <pc:sldMk cId="3885017601" sldId="2631"/>
            <ac:spMk id="2" creationId="{B343D19E-D737-A648-3CB2-BEBB41EE99C8}"/>
          </ac:spMkLst>
        </pc:spChg>
        <pc:graphicFrameChg chg="mod modGraphic">
          <ac:chgData name="Dries DEBOOSERE" userId="195120e4-eb76-48af-a4cb-8df8b4d74f30" providerId="ADAL" clId="{DCF0A325-004F-4364-8758-9E0F7CE5E98B}" dt="2026-02-17T10:14:06.698" v="2001" actId="13239"/>
          <ac:graphicFrameMkLst>
            <pc:docMk/>
            <pc:sldMk cId="3885017601" sldId="2631"/>
            <ac:graphicFrameMk id="4" creationId="{1ECCD522-E735-F4EC-A44C-21F82F7FB624}"/>
          </ac:graphicFrameMkLst>
        </pc:graphicFrameChg>
      </pc:sldChg>
      <pc:sldChg chg="addSp modSp new mod">
        <pc:chgData name="Dries DEBOOSERE" userId="195120e4-eb76-48af-a4cb-8df8b4d74f30" providerId="ADAL" clId="{DCF0A325-004F-4364-8758-9E0F7CE5E98B}" dt="2026-02-17T10:05:21.704" v="1702" actId="22"/>
        <pc:sldMkLst>
          <pc:docMk/>
          <pc:sldMk cId="1870093129" sldId="2632"/>
        </pc:sldMkLst>
        <pc:spChg chg="mod">
          <ac:chgData name="Dries DEBOOSERE" userId="195120e4-eb76-48af-a4cb-8df8b4d74f30" providerId="ADAL" clId="{DCF0A325-004F-4364-8758-9E0F7CE5E98B}" dt="2026-02-17T10:05:06.847" v="1701" actId="20577"/>
          <ac:spMkLst>
            <pc:docMk/>
            <pc:sldMk cId="1870093129" sldId="2632"/>
            <ac:spMk id="3" creationId="{B10EA3DF-C4FE-19C7-5C3E-D2CB610FD390}"/>
          </ac:spMkLst>
        </pc:spChg>
        <pc:picChg chg="add">
          <ac:chgData name="Dries DEBOOSERE" userId="195120e4-eb76-48af-a4cb-8df8b4d74f30" providerId="ADAL" clId="{DCF0A325-004F-4364-8758-9E0F7CE5E98B}" dt="2026-02-17T10:05:21.704" v="1702" actId="22"/>
          <ac:picMkLst>
            <pc:docMk/>
            <pc:sldMk cId="1870093129" sldId="2632"/>
            <ac:picMk id="5" creationId="{E337B661-C93F-FD50-89B2-44DC4989DB97}"/>
          </ac:picMkLst>
        </pc:picChg>
      </pc:sldChg>
      <pc:sldChg chg="addSp modSp new mod">
        <pc:chgData name="Dries DEBOOSERE" userId="195120e4-eb76-48af-a4cb-8df8b4d74f30" providerId="ADAL" clId="{DCF0A325-004F-4364-8758-9E0F7CE5E98B}" dt="2026-02-17T10:08:04.737" v="1755" actId="1076"/>
        <pc:sldMkLst>
          <pc:docMk/>
          <pc:sldMk cId="933323150" sldId="2633"/>
        </pc:sldMkLst>
        <pc:spChg chg="mod">
          <ac:chgData name="Dries DEBOOSERE" userId="195120e4-eb76-48af-a4cb-8df8b4d74f30" providerId="ADAL" clId="{DCF0A325-004F-4364-8758-9E0F7CE5E98B}" dt="2026-02-17T10:07:34.160" v="1752" actId="20577"/>
          <ac:spMkLst>
            <pc:docMk/>
            <pc:sldMk cId="933323150" sldId="2633"/>
            <ac:spMk id="3" creationId="{54467835-A49A-AE90-714B-019C7CA34C57}"/>
          </ac:spMkLst>
        </pc:spChg>
        <pc:picChg chg="add mod">
          <ac:chgData name="Dries DEBOOSERE" userId="195120e4-eb76-48af-a4cb-8df8b4d74f30" providerId="ADAL" clId="{DCF0A325-004F-4364-8758-9E0F7CE5E98B}" dt="2026-02-17T10:08:04.737" v="1755" actId="1076"/>
          <ac:picMkLst>
            <pc:docMk/>
            <pc:sldMk cId="933323150" sldId="2633"/>
            <ac:picMk id="5" creationId="{F17C8792-C643-E08C-C97F-1CC63D603BA6}"/>
          </ac:picMkLst>
        </pc:picChg>
      </pc:sldChg>
      <pc:sldChg chg="addSp delSp modSp add mod">
        <pc:chgData name="Dries DEBOOSERE" userId="195120e4-eb76-48af-a4cb-8df8b4d74f30" providerId="ADAL" clId="{DCF0A325-004F-4364-8758-9E0F7CE5E98B}" dt="2026-02-17T10:08:41.856" v="1771" actId="14100"/>
        <pc:sldMkLst>
          <pc:docMk/>
          <pc:sldMk cId="3269089985" sldId="2634"/>
        </pc:sldMkLst>
        <pc:spChg chg="mod">
          <ac:chgData name="Dries DEBOOSERE" userId="195120e4-eb76-48af-a4cb-8df8b4d74f30" providerId="ADAL" clId="{DCF0A325-004F-4364-8758-9E0F7CE5E98B}" dt="2026-02-17T10:08:29.285" v="1768" actId="20577"/>
          <ac:spMkLst>
            <pc:docMk/>
            <pc:sldMk cId="3269089985" sldId="2634"/>
            <ac:spMk id="3" creationId="{796D95CE-7514-47C5-B078-FCCA96BBBAF4}"/>
          </ac:spMkLst>
        </pc:spChg>
        <pc:picChg chg="del">
          <ac:chgData name="Dries DEBOOSERE" userId="195120e4-eb76-48af-a4cb-8df8b4d74f30" providerId="ADAL" clId="{DCF0A325-004F-4364-8758-9E0F7CE5E98B}" dt="2026-02-17T10:08:31.067" v="1769" actId="478"/>
          <ac:picMkLst>
            <pc:docMk/>
            <pc:sldMk cId="3269089985" sldId="2634"/>
            <ac:picMk id="5" creationId="{9FD1B573-ADF5-28A3-825C-BEC76C1A0972}"/>
          </ac:picMkLst>
        </pc:picChg>
        <pc:picChg chg="add mod">
          <ac:chgData name="Dries DEBOOSERE" userId="195120e4-eb76-48af-a4cb-8df8b4d74f30" providerId="ADAL" clId="{DCF0A325-004F-4364-8758-9E0F7CE5E98B}" dt="2026-02-17T10:08:41.856" v="1771" actId="14100"/>
          <ac:picMkLst>
            <pc:docMk/>
            <pc:sldMk cId="3269089985" sldId="2634"/>
            <ac:picMk id="6" creationId="{C9DC9149-A6F0-5DC0-D7B5-A2B5AC2976E2}"/>
          </ac:picMkLst>
        </pc:picChg>
      </pc:sldChg>
      <pc:sldChg chg="addSp delSp modSp add mod">
        <pc:chgData name="Dries DEBOOSERE" userId="195120e4-eb76-48af-a4cb-8df8b4d74f30" providerId="ADAL" clId="{DCF0A325-004F-4364-8758-9E0F7CE5E98B}" dt="2026-02-17T10:09:57.937" v="1823" actId="22"/>
        <pc:sldMkLst>
          <pc:docMk/>
          <pc:sldMk cId="2243868623" sldId="2635"/>
        </pc:sldMkLst>
        <pc:spChg chg="mod">
          <ac:chgData name="Dries DEBOOSERE" userId="195120e4-eb76-48af-a4cb-8df8b4d74f30" providerId="ADAL" clId="{DCF0A325-004F-4364-8758-9E0F7CE5E98B}" dt="2026-02-17T10:09:28.851" v="1820" actId="6549"/>
          <ac:spMkLst>
            <pc:docMk/>
            <pc:sldMk cId="2243868623" sldId="2635"/>
            <ac:spMk id="3" creationId="{6FF41176-8D7B-91B8-851F-10A3BEE3DD89}"/>
          </ac:spMkLst>
        </pc:spChg>
        <pc:picChg chg="add del">
          <ac:chgData name="Dries DEBOOSERE" userId="195120e4-eb76-48af-a4cb-8df8b4d74f30" providerId="ADAL" clId="{DCF0A325-004F-4364-8758-9E0F7CE5E98B}" dt="2026-02-17T10:09:25.910" v="1819" actId="478"/>
          <ac:picMkLst>
            <pc:docMk/>
            <pc:sldMk cId="2243868623" sldId="2635"/>
            <ac:picMk id="5" creationId="{D3128DCA-C26D-4E90-F41F-AD72D8A75A25}"/>
          </ac:picMkLst>
        </pc:picChg>
        <pc:picChg chg="del">
          <ac:chgData name="Dries DEBOOSERE" userId="195120e4-eb76-48af-a4cb-8df8b4d74f30" providerId="ADAL" clId="{DCF0A325-004F-4364-8758-9E0F7CE5E98B}" dt="2026-02-17T10:09:08.498" v="1817" actId="478"/>
          <ac:picMkLst>
            <pc:docMk/>
            <pc:sldMk cId="2243868623" sldId="2635"/>
            <ac:picMk id="6" creationId="{18509D17-2ADD-08EF-09A9-68073935F246}"/>
          </ac:picMkLst>
        </pc:picChg>
        <pc:picChg chg="add del">
          <ac:chgData name="Dries DEBOOSERE" userId="195120e4-eb76-48af-a4cb-8df8b4d74f30" providerId="ADAL" clId="{DCF0A325-004F-4364-8758-9E0F7CE5E98B}" dt="2026-02-17T10:09:57.581" v="1822" actId="478"/>
          <ac:picMkLst>
            <pc:docMk/>
            <pc:sldMk cId="2243868623" sldId="2635"/>
            <ac:picMk id="8" creationId="{2F6B7AA2-DD59-A8BB-13BC-670A3125F7C6}"/>
          </ac:picMkLst>
        </pc:picChg>
        <pc:picChg chg="add">
          <ac:chgData name="Dries DEBOOSERE" userId="195120e4-eb76-48af-a4cb-8df8b4d74f30" providerId="ADAL" clId="{DCF0A325-004F-4364-8758-9E0F7CE5E98B}" dt="2026-02-17T10:09:57.937" v="1823" actId="22"/>
          <ac:picMkLst>
            <pc:docMk/>
            <pc:sldMk cId="2243868623" sldId="2635"/>
            <ac:picMk id="10" creationId="{1657BD92-0BE3-2D04-67A4-191D7308C5C2}"/>
          </ac:picMkLst>
        </pc:picChg>
      </pc:sldChg>
      <pc:sldChg chg="addSp delSp modSp add mod">
        <pc:chgData name="Dries DEBOOSERE" userId="195120e4-eb76-48af-a4cb-8df8b4d74f30" providerId="ADAL" clId="{DCF0A325-004F-4364-8758-9E0F7CE5E98B}" dt="2026-02-17T10:10:40.153" v="1845" actId="22"/>
        <pc:sldMkLst>
          <pc:docMk/>
          <pc:sldMk cId="3432295784" sldId="2636"/>
        </pc:sldMkLst>
        <pc:spChg chg="mod">
          <ac:chgData name="Dries DEBOOSERE" userId="195120e4-eb76-48af-a4cb-8df8b4d74f30" providerId="ADAL" clId="{DCF0A325-004F-4364-8758-9E0F7CE5E98B}" dt="2026-02-17T10:10:29.943" v="1843" actId="6549"/>
          <ac:spMkLst>
            <pc:docMk/>
            <pc:sldMk cId="3432295784" sldId="2636"/>
            <ac:spMk id="3" creationId="{9EBEA88A-0991-3703-06A5-5027F955CDAC}"/>
          </ac:spMkLst>
        </pc:spChg>
        <pc:picChg chg="add">
          <ac:chgData name="Dries DEBOOSERE" userId="195120e4-eb76-48af-a4cb-8df8b4d74f30" providerId="ADAL" clId="{DCF0A325-004F-4364-8758-9E0F7CE5E98B}" dt="2026-02-17T10:10:40.153" v="1845" actId="22"/>
          <ac:picMkLst>
            <pc:docMk/>
            <pc:sldMk cId="3432295784" sldId="2636"/>
            <ac:picMk id="5" creationId="{75560B28-7770-C999-2DF1-F3DFF2171520}"/>
          </ac:picMkLst>
        </pc:picChg>
        <pc:picChg chg="del">
          <ac:chgData name="Dries DEBOOSERE" userId="195120e4-eb76-48af-a4cb-8df8b4d74f30" providerId="ADAL" clId="{DCF0A325-004F-4364-8758-9E0F7CE5E98B}" dt="2026-02-17T10:10:32.514" v="1844" actId="478"/>
          <ac:picMkLst>
            <pc:docMk/>
            <pc:sldMk cId="3432295784" sldId="2636"/>
            <ac:picMk id="10" creationId="{C979B8F6-400A-7D85-1761-DDB22A036BD1}"/>
          </ac:picMkLst>
        </pc:picChg>
      </pc:sldChg>
      <pc:sldChg chg="modSp new mod">
        <pc:chgData name="Dries DEBOOSERE" userId="195120e4-eb76-48af-a4cb-8df8b4d74f30" providerId="ADAL" clId="{DCF0A325-004F-4364-8758-9E0F7CE5E98B}" dt="2026-02-17T10:11:05.626" v="1858" actId="20577"/>
        <pc:sldMkLst>
          <pc:docMk/>
          <pc:sldMk cId="1155282281" sldId="2637"/>
        </pc:sldMkLst>
        <pc:spChg chg="mod">
          <ac:chgData name="Dries DEBOOSERE" userId="195120e4-eb76-48af-a4cb-8df8b4d74f30" providerId="ADAL" clId="{DCF0A325-004F-4364-8758-9E0F7CE5E98B}" dt="2026-02-17T10:11:05.626" v="1858" actId="20577"/>
          <ac:spMkLst>
            <pc:docMk/>
            <pc:sldMk cId="1155282281" sldId="2637"/>
            <ac:spMk id="2" creationId="{091DFD6A-493F-85E2-DDBB-C481CD005907}"/>
          </ac:spMkLst>
        </pc:spChg>
      </pc:sldChg>
      <pc:sldChg chg="addSp delSp modSp new mod">
        <pc:chgData name="Dries DEBOOSERE" userId="195120e4-eb76-48af-a4cb-8df8b4d74f30" providerId="ADAL" clId="{DCF0A325-004F-4364-8758-9E0F7CE5E98B}" dt="2026-02-17T10:13:22.613" v="1993" actId="13242"/>
        <pc:sldMkLst>
          <pc:docMk/>
          <pc:sldMk cId="1250574695" sldId="2638"/>
        </pc:sldMkLst>
        <pc:spChg chg="mod">
          <ac:chgData name="Dries DEBOOSERE" userId="195120e4-eb76-48af-a4cb-8df8b4d74f30" providerId="ADAL" clId="{DCF0A325-004F-4364-8758-9E0F7CE5E98B}" dt="2026-02-17T10:11:18.042" v="1871" actId="20577"/>
          <ac:spMkLst>
            <pc:docMk/>
            <pc:sldMk cId="1250574695" sldId="2638"/>
            <ac:spMk id="2" creationId="{AA0DC66C-2EC4-D9DA-364D-BC9992F3A176}"/>
          </ac:spMkLst>
        </pc:spChg>
        <pc:spChg chg="del">
          <ac:chgData name="Dries DEBOOSERE" userId="195120e4-eb76-48af-a4cb-8df8b4d74f30" providerId="ADAL" clId="{DCF0A325-004F-4364-8758-9E0F7CE5E98B}" dt="2026-02-17T10:11:29.933" v="1872" actId="3680"/>
          <ac:spMkLst>
            <pc:docMk/>
            <pc:sldMk cId="1250574695" sldId="2638"/>
            <ac:spMk id="3" creationId="{F2C862C0-EFA7-3455-3840-47777454DCBE}"/>
          </ac:spMkLst>
        </pc:spChg>
        <pc:graphicFrameChg chg="add mod ord modGraphic">
          <ac:chgData name="Dries DEBOOSERE" userId="195120e4-eb76-48af-a4cb-8df8b4d74f30" providerId="ADAL" clId="{DCF0A325-004F-4364-8758-9E0F7CE5E98B}" dt="2026-02-17T10:13:22.613" v="1993" actId="13242"/>
          <ac:graphicFrameMkLst>
            <pc:docMk/>
            <pc:sldMk cId="1250574695" sldId="2638"/>
            <ac:graphicFrameMk id="4" creationId="{9EA71FE4-4E3C-AC65-8B6C-E29A2EF450C3}"/>
          </ac:graphicFrameMkLst>
        </pc:graphicFrameChg>
      </pc:sldChg>
      <pc:sldMasterChg chg="delSldLayout">
        <pc:chgData name="Dries DEBOOSERE" userId="195120e4-eb76-48af-a4cb-8df8b4d74f30" providerId="ADAL" clId="{DCF0A325-004F-4364-8758-9E0F7CE5E98B}" dt="2026-02-17T10:06:27.318" v="1703" actId="47"/>
        <pc:sldMasterMkLst>
          <pc:docMk/>
          <pc:sldMasterMk cId="302895919" sldId="2147483713"/>
        </pc:sldMasterMkLst>
        <pc:sldLayoutChg chg="del">
          <pc:chgData name="Dries DEBOOSERE" userId="195120e4-eb76-48af-a4cb-8df8b4d74f30" providerId="ADAL" clId="{DCF0A325-004F-4364-8758-9E0F7CE5E98B}" dt="2026-02-17T10:06:27.318" v="1703" actId="47"/>
          <pc:sldLayoutMkLst>
            <pc:docMk/>
            <pc:sldMasterMk cId="302895919" sldId="2147483713"/>
            <pc:sldLayoutMk cId="1997258877" sldId="2147483740"/>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1264016069" sldId="2147483741"/>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1657900170" sldId="2147483742"/>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246531532" sldId="2147483743"/>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493168127" sldId="2147483744"/>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3545965645" sldId="2147483745"/>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2144170797" sldId="2147483746"/>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4119784009" sldId="2147483747"/>
          </pc:sldLayoutMkLst>
        </pc:sldLayoutChg>
        <pc:sldLayoutChg chg="del">
          <pc:chgData name="Dries DEBOOSERE" userId="195120e4-eb76-48af-a4cb-8df8b4d74f30" providerId="ADAL" clId="{DCF0A325-004F-4364-8758-9E0F7CE5E98B}" dt="2026-02-17T10:06:27.318" v="1703" actId="47"/>
          <pc:sldLayoutMkLst>
            <pc:docMk/>
            <pc:sldMasterMk cId="302895919" sldId="2147483713"/>
            <pc:sldLayoutMk cId="2355139590" sldId="2147483748"/>
          </pc:sldLayoutMkLst>
        </pc:sldLayoutChg>
      </pc:sldMasterChg>
    </pc:docChg>
  </pc:docChgLst>
  <pc:docChgLst>
    <pc:chgData name="Dries DEBOOSERE" userId="S::dries.deboosere@howest.be::195120e4-eb76-48af-a4cb-8df8b4d74f30" providerId="AD" clId="Web-{535433E3-F730-CFD0-E621-49A9053A75B5}"/>
    <pc:docChg chg="mod addSld delSld modSld addMainMaster delMainMaster addSection">
      <pc:chgData name="Dries DEBOOSERE" userId="S::dries.deboosere@howest.be::195120e4-eb76-48af-a4cb-8df8b4d74f30" providerId="AD" clId="Web-{535433E3-F730-CFD0-E621-49A9053A75B5}" dt="2026-02-17T09:05:24.448" v="27" actId="34807"/>
      <pc:docMkLst>
        <pc:docMk/>
      </pc:docMkLst>
      <pc:sldChg chg="del">
        <pc:chgData name="Dries DEBOOSERE" userId="S::dries.deboosere@howest.be::195120e4-eb76-48af-a4cb-8df8b4d74f30" providerId="AD" clId="Web-{535433E3-F730-CFD0-E621-49A9053A75B5}" dt="2026-02-17T09:05:24.276" v="0" actId="34807"/>
        <pc:sldMkLst>
          <pc:docMk/>
          <pc:sldMk cId="109857222" sldId="256"/>
        </pc:sldMkLst>
      </pc:sldChg>
      <pc:sldChg chg="modSp add addAnim">
        <pc:chgData name="Dries DEBOOSERE" userId="S::dries.deboosere@howest.be::195120e4-eb76-48af-a4cb-8df8b4d74f30" providerId="AD" clId="Web-{535433E3-F730-CFD0-E621-49A9053A75B5}" dt="2026-02-17T09:05:24.448" v="4" actId="34807"/>
        <pc:sldMkLst>
          <pc:docMk/>
          <pc:sldMk cId="1135295610" sldId="2561"/>
        </pc:sldMkLst>
        <pc:spChg chg="mod">
          <ac:chgData name="Dries DEBOOSERE" userId="S::dries.deboosere@howest.be::195120e4-eb76-48af-a4cb-8df8b4d74f30" providerId="AD" clId="Web-{535433E3-F730-CFD0-E621-49A9053A75B5}" dt="2026-02-17T09:05:24.433" v="1" actId="34807"/>
          <ac:spMkLst>
            <pc:docMk/>
            <pc:sldMk cId="1135295610" sldId="2561"/>
            <ac:spMk id="2" creationId="{1279659D-3A05-A13A-8199-4BD29EFF288F}"/>
          </ac:spMkLst>
        </pc:spChg>
        <pc:spChg chg="mod">
          <ac:chgData name="Dries DEBOOSERE" userId="S::dries.deboosere@howest.be::195120e4-eb76-48af-a4cb-8df8b4d74f30" providerId="AD" clId="Web-{535433E3-F730-CFD0-E621-49A9053A75B5}" dt="2026-02-17T09:05:24.433" v="1" actId="34807"/>
          <ac:spMkLst>
            <pc:docMk/>
            <pc:sldMk cId="1135295610" sldId="2561"/>
            <ac:spMk id="3" creationId="{02EE7C97-CA55-CDB9-B0E9-7219B5CCA6C7}"/>
          </ac:spMkLst>
        </pc:spChg>
      </pc:sldChg>
      <pc:sldChg chg="modSp add mod modTransition addAnim">
        <pc:chgData name="Dries DEBOOSERE" userId="S::dries.deboosere@howest.be::195120e4-eb76-48af-a4cb-8df8b4d74f30" providerId="AD" clId="Web-{535433E3-F730-CFD0-E621-49A9053A75B5}" dt="2026-02-17T09:05:24.448" v="5" actId="34807"/>
        <pc:sldMkLst>
          <pc:docMk/>
          <pc:sldMk cId="165976737" sldId="2562"/>
        </pc:sldMkLst>
        <pc:spChg chg="mod">
          <ac:chgData name="Dries DEBOOSERE" userId="S::dries.deboosere@howest.be::195120e4-eb76-48af-a4cb-8df8b4d74f30" providerId="AD" clId="Web-{535433E3-F730-CFD0-E621-49A9053A75B5}" dt="2026-02-17T09:05:24.433" v="1" actId="34807"/>
          <ac:spMkLst>
            <pc:docMk/>
            <pc:sldMk cId="165976737" sldId="2562"/>
            <ac:spMk id="2" creationId="{F114CC7D-5E35-2FB5-7E65-01DBD0470734}"/>
          </ac:spMkLst>
        </pc:spChg>
        <pc:spChg chg="mod">
          <ac:chgData name="Dries DEBOOSERE" userId="S::dries.deboosere@howest.be::195120e4-eb76-48af-a4cb-8df8b4d74f30" providerId="AD" clId="Web-{535433E3-F730-CFD0-E621-49A9053A75B5}" dt="2026-02-17T09:05:24.433" v="1" actId="34807"/>
          <ac:spMkLst>
            <pc:docMk/>
            <pc:sldMk cId="165976737" sldId="2562"/>
            <ac:spMk id="3" creationId="{0A700506-35DE-F9A9-3750-70CC49F37BCD}"/>
          </ac:spMkLst>
        </pc:spChg>
      </pc:sldChg>
      <pc:sldChg chg="addSp modSp add mod modTransition modClrScheme addAnim chgLayout">
        <pc:chgData name="Dries DEBOOSERE" userId="S::dries.deboosere@howest.be::195120e4-eb76-48af-a4cb-8df8b4d74f30" providerId="AD" clId="Web-{535433E3-F730-CFD0-E621-49A9053A75B5}" dt="2026-02-17T09:05:24.448" v="6" actId="34807"/>
        <pc:sldMkLst>
          <pc:docMk/>
          <pc:sldMk cId="3296072475" sldId="2563"/>
        </pc:sldMkLst>
        <pc:spChg chg="mod">
          <ac:chgData name="Dries DEBOOSERE" userId="S::dries.deboosere@howest.be::195120e4-eb76-48af-a4cb-8df8b4d74f30" providerId="AD" clId="Web-{535433E3-F730-CFD0-E621-49A9053A75B5}" dt="2026-02-17T09:05:24.433" v="1" actId="34807"/>
          <ac:spMkLst>
            <pc:docMk/>
            <pc:sldMk cId="3296072475" sldId="2563"/>
            <ac:spMk id="2" creationId="{E3D7AAF6-7F4A-0583-3985-81DD2B85A3FE}"/>
          </ac:spMkLst>
        </pc:spChg>
        <pc:spChg chg="add mod">
          <ac:chgData name="Dries DEBOOSERE" userId="S::dries.deboosere@howest.be::195120e4-eb76-48af-a4cb-8df8b4d74f30" providerId="AD" clId="Web-{535433E3-F730-CFD0-E621-49A9053A75B5}" dt="2026-02-17T09:05:24.433" v="1" actId="34807"/>
          <ac:spMkLst>
            <pc:docMk/>
            <pc:sldMk cId="3296072475" sldId="2563"/>
            <ac:spMk id="7" creationId="{84B562DB-9484-D4E4-8CE3-39D649E04F8C}"/>
          </ac:spMkLst>
        </pc:spChg>
      </pc:sldChg>
      <pc:sldChg chg="modSp add mod modTransition modClrScheme addAnim chgLayout">
        <pc:chgData name="Dries DEBOOSERE" userId="S::dries.deboosere@howest.be::195120e4-eb76-48af-a4cb-8df8b4d74f30" providerId="AD" clId="Web-{535433E3-F730-CFD0-E621-49A9053A75B5}" dt="2026-02-17T09:05:24.448" v="7" actId="34807"/>
        <pc:sldMkLst>
          <pc:docMk/>
          <pc:sldMk cId="705263055" sldId="2564"/>
        </pc:sldMkLst>
        <pc:spChg chg="mod">
          <ac:chgData name="Dries DEBOOSERE" userId="S::dries.deboosere@howest.be::195120e4-eb76-48af-a4cb-8df8b4d74f30" providerId="AD" clId="Web-{535433E3-F730-CFD0-E621-49A9053A75B5}" dt="2026-02-17T09:05:24.433" v="1" actId="34807"/>
          <ac:spMkLst>
            <pc:docMk/>
            <pc:sldMk cId="705263055" sldId="2564"/>
            <ac:spMk id="2" creationId="{BCEB1359-2EB1-5BF4-2255-E2C28CE80C94}"/>
          </ac:spMkLst>
        </pc:spChg>
        <pc:spChg chg="mod">
          <ac:chgData name="Dries DEBOOSERE" userId="S::dries.deboosere@howest.be::195120e4-eb76-48af-a4cb-8df8b4d74f30" providerId="AD" clId="Web-{535433E3-F730-CFD0-E621-49A9053A75B5}" dt="2026-02-17T09:05:24.433" v="1" actId="34807"/>
          <ac:spMkLst>
            <pc:docMk/>
            <pc:sldMk cId="705263055" sldId="2564"/>
            <ac:spMk id="5" creationId="{D68E5065-82A3-4C2F-8D1E-418613716381}"/>
          </ac:spMkLst>
        </pc:spChg>
        <pc:picChg chg="mod">
          <ac:chgData name="Dries DEBOOSERE" userId="S::dries.deboosere@howest.be::195120e4-eb76-48af-a4cb-8df8b4d74f30" providerId="AD" clId="Web-{535433E3-F730-CFD0-E621-49A9053A75B5}" dt="2026-02-17T09:05:24.433" v="1" actId="34807"/>
          <ac:picMkLst>
            <pc:docMk/>
            <pc:sldMk cId="705263055" sldId="2564"/>
            <ac:picMk id="4" creationId="{23E708A6-2338-4F33-8B8E-DC87CE0D83AD}"/>
          </ac:picMkLst>
        </pc:picChg>
      </pc:sldChg>
      <pc:sldChg chg="modSp add mod modTransition modClrScheme addAnim chgLayout">
        <pc:chgData name="Dries DEBOOSERE" userId="S::dries.deboosere@howest.be::195120e4-eb76-48af-a4cb-8df8b4d74f30" providerId="AD" clId="Web-{535433E3-F730-CFD0-E621-49A9053A75B5}" dt="2026-02-17T09:05:24.448" v="8" actId="34807"/>
        <pc:sldMkLst>
          <pc:docMk/>
          <pc:sldMk cId="3162000547" sldId="2565"/>
        </pc:sldMkLst>
        <pc:spChg chg="mod">
          <ac:chgData name="Dries DEBOOSERE" userId="S::dries.deboosere@howest.be::195120e4-eb76-48af-a4cb-8df8b4d74f30" providerId="AD" clId="Web-{535433E3-F730-CFD0-E621-49A9053A75B5}" dt="2026-02-17T09:05:24.433" v="1" actId="34807"/>
          <ac:spMkLst>
            <pc:docMk/>
            <pc:sldMk cId="3162000547" sldId="2565"/>
            <ac:spMk id="2" creationId="{505D7772-20DB-980A-58EE-E7D9E6C59856}"/>
          </ac:spMkLst>
        </pc:spChg>
        <pc:spChg chg="mod">
          <ac:chgData name="Dries DEBOOSERE" userId="S::dries.deboosere@howest.be::195120e4-eb76-48af-a4cb-8df8b4d74f30" providerId="AD" clId="Web-{535433E3-F730-CFD0-E621-49A9053A75B5}" dt="2026-02-17T09:05:24.433" v="1" actId="34807"/>
          <ac:spMkLst>
            <pc:docMk/>
            <pc:sldMk cId="3162000547" sldId="2565"/>
            <ac:spMk id="5" creationId="{323DF806-3D13-471D-ABA0-F7309C41B3B0}"/>
          </ac:spMkLst>
        </pc:spChg>
        <pc:picChg chg="mod ord">
          <ac:chgData name="Dries DEBOOSERE" userId="S::dries.deboosere@howest.be::195120e4-eb76-48af-a4cb-8df8b4d74f30" providerId="AD" clId="Web-{535433E3-F730-CFD0-E621-49A9053A75B5}" dt="2026-02-17T09:05:24.433" v="1" actId="34807"/>
          <ac:picMkLst>
            <pc:docMk/>
            <pc:sldMk cId="3162000547" sldId="2565"/>
            <ac:picMk id="4" creationId="{FB33066D-117A-4997-8C5B-A8521F6722C7}"/>
          </ac:picMkLst>
        </pc:picChg>
      </pc:sldChg>
      <pc:sldChg chg="addSp modSp add mod modTransition modClrScheme addAnim chgLayout">
        <pc:chgData name="Dries DEBOOSERE" userId="S::dries.deboosere@howest.be::195120e4-eb76-48af-a4cb-8df8b4d74f30" providerId="AD" clId="Web-{535433E3-F730-CFD0-E621-49A9053A75B5}" dt="2026-02-17T09:05:24.448" v="9" actId="34807"/>
        <pc:sldMkLst>
          <pc:docMk/>
          <pc:sldMk cId="361915143" sldId="2566"/>
        </pc:sldMkLst>
        <pc:spChg chg="mod">
          <ac:chgData name="Dries DEBOOSERE" userId="S::dries.deboosere@howest.be::195120e4-eb76-48af-a4cb-8df8b4d74f30" providerId="AD" clId="Web-{535433E3-F730-CFD0-E621-49A9053A75B5}" dt="2026-02-17T09:05:24.433" v="1" actId="34807"/>
          <ac:spMkLst>
            <pc:docMk/>
            <pc:sldMk cId="361915143" sldId="2566"/>
            <ac:spMk id="2" creationId="{87075EAB-FB61-600C-2FD1-2DF2101B4853}"/>
          </ac:spMkLst>
        </pc:spChg>
        <pc:spChg chg="add mod">
          <ac:chgData name="Dries DEBOOSERE" userId="S::dries.deboosere@howest.be::195120e4-eb76-48af-a4cb-8df8b4d74f30" providerId="AD" clId="Web-{535433E3-F730-CFD0-E621-49A9053A75B5}" dt="2026-02-17T09:05:24.433" v="1" actId="34807"/>
          <ac:spMkLst>
            <pc:docMk/>
            <pc:sldMk cId="361915143" sldId="2566"/>
            <ac:spMk id="7" creationId="{528C3A53-EF6F-4FBE-364C-CF421E4BFB5A}"/>
          </ac:spMkLst>
        </pc:spChg>
      </pc:sldChg>
      <pc:sldChg chg="modSp add mod modTransition modClrScheme addAnim chgLayout">
        <pc:chgData name="Dries DEBOOSERE" userId="S::dries.deboosere@howest.be::195120e4-eb76-48af-a4cb-8df8b4d74f30" providerId="AD" clId="Web-{535433E3-F730-CFD0-E621-49A9053A75B5}" dt="2026-02-17T09:05:24.448" v="10" actId="34807"/>
        <pc:sldMkLst>
          <pc:docMk/>
          <pc:sldMk cId="1592242157" sldId="2567"/>
        </pc:sldMkLst>
        <pc:spChg chg="mod">
          <ac:chgData name="Dries DEBOOSERE" userId="S::dries.deboosere@howest.be::195120e4-eb76-48af-a4cb-8df8b4d74f30" providerId="AD" clId="Web-{535433E3-F730-CFD0-E621-49A9053A75B5}" dt="2026-02-17T09:05:24.433" v="1" actId="34807"/>
          <ac:spMkLst>
            <pc:docMk/>
            <pc:sldMk cId="1592242157" sldId="2567"/>
            <ac:spMk id="2" creationId="{B5CB610A-D6A3-A3FF-2EB2-431C684A050F}"/>
          </ac:spMkLst>
        </pc:spChg>
        <pc:spChg chg="mod">
          <ac:chgData name="Dries DEBOOSERE" userId="S::dries.deboosere@howest.be::195120e4-eb76-48af-a4cb-8df8b4d74f30" providerId="AD" clId="Web-{535433E3-F730-CFD0-E621-49A9053A75B5}" dt="2026-02-17T09:05:24.433" v="1" actId="34807"/>
          <ac:spMkLst>
            <pc:docMk/>
            <pc:sldMk cId="1592242157" sldId="2567"/>
            <ac:spMk id="5" creationId="{7896615C-C9DA-456C-A9DF-D22925F4852B}"/>
          </ac:spMkLst>
        </pc:spChg>
        <pc:picChg chg="mod">
          <ac:chgData name="Dries DEBOOSERE" userId="S::dries.deboosere@howest.be::195120e4-eb76-48af-a4cb-8df8b4d74f30" providerId="AD" clId="Web-{535433E3-F730-CFD0-E621-49A9053A75B5}" dt="2026-02-17T09:05:24.433" v="1" actId="34807"/>
          <ac:picMkLst>
            <pc:docMk/>
            <pc:sldMk cId="1592242157" sldId="2567"/>
            <ac:picMk id="4" creationId="{E9D50389-DC3D-4300-8A84-E5DCBFAF58B1}"/>
          </ac:picMkLst>
        </pc:picChg>
      </pc:sldChg>
      <pc:sldChg chg="modSp add mod modTransition modClrScheme addAnim chgLayout">
        <pc:chgData name="Dries DEBOOSERE" userId="S::dries.deboosere@howest.be::195120e4-eb76-48af-a4cb-8df8b4d74f30" providerId="AD" clId="Web-{535433E3-F730-CFD0-E621-49A9053A75B5}" dt="2026-02-17T09:05:24.448" v="11" actId="34807"/>
        <pc:sldMkLst>
          <pc:docMk/>
          <pc:sldMk cId="1722615899" sldId="2568"/>
        </pc:sldMkLst>
        <pc:spChg chg="mod">
          <ac:chgData name="Dries DEBOOSERE" userId="S::dries.deboosere@howest.be::195120e4-eb76-48af-a4cb-8df8b4d74f30" providerId="AD" clId="Web-{535433E3-F730-CFD0-E621-49A9053A75B5}" dt="2026-02-17T09:05:24.433" v="1" actId="34807"/>
          <ac:spMkLst>
            <pc:docMk/>
            <pc:sldMk cId="1722615899" sldId="2568"/>
            <ac:spMk id="2" creationId="{8BA39D22-1CA7-5C94-9041-B70710F5188A}"/>
          </ac:spMkLst>
        </pc:spChg>
        <pc:spChg chg="mod">
          <ac:chgData name="Dries DEBOOSERE" userId="S::dries.deboosere@howest.be::195120e4-eb76-48af-a4cb-8df8b4d74f30" providerId="AD" clId="Web-{535433E3-F730-CFD0-E621-49A9053A75B5}" dt="2026-02-17T09:05:24.433" v="1" actId="34807"/>
          <ac:spMkLst>
            <pc:docMk/>
            <pc:sldMk cId="1722615899" sldId="2568"/>
            <ac:spMk id="5" creationId="{D6FAA6F6-DAD4-4C6A-89AF-89AB4C9CC275}"/>
          </ac:spMkLst>
        </pc:spChg>
        <pc:picChg chg="mod ord">
          <ac:chgData name="Dries DEBOOSERE" userId="S::dries.deboosere@howest.be::195120e4-eb76-48af-a4cb-8df8b4d74f30" providerId="AD" clId="Web-{535433E3-F730-CFD0-E621-49A9053A75B5}" dt="2026-02-17T09:05:24.433" v="1" actId="34807"/>
          <ac:picMkLst>
            <pc:docMk/>
            <pc:sldMk cId="1722615899" sldId="2568"/>
            <ac:picMk id="4" creationId="{0451F0B6-DDA9-41F1-A6C7-9F1A70B3588D}"/>
          </ac:picMkLst>
        </pc:picChg>
      </pc:sldChg>
      <pc:sldChg chg="modSp add mod modTransition chgLayout">
        <pc:chgData name="Dries DEBOOSERE" userId="S::dries.deboosere@howest.be::195120e4-eb76-48af-a4cb-8df8b4d74f30" providerId="AD" clId="Web-{535433E3-F730-CFD0-E621-49A9053A75B5}" dt="2026-02-17T09:05:24.433" v="1" actId="34807"/>
        <pc:sldMkLst>
          <pc:docMk/>
          <pc:sldMk cId="2207763831" sldId="2569"/>
        </pc:sldMkLst>
        <pc:spChg chg="mod">
          <ac:chgData name="Dries DEBOOSERE" userId="S::dries.deboosere@howest.be::195120e4-eb76-48af-a4cb-8df8b4d74f30" providerId="AD" clId="Web-{535433E3-F730-CFD0-E621-49A9053A75B5}" dt="2026-02-17T09:05:24.433" v="1" actId="34807"/>
          <ac:spMkLst>
            <pc:docMk/>
            <pc:sldMk cId="2207763831" sldId="2569"/>
            <ac:spMk id="2" creationId="{6AE6DFBA-509E-5D15-1BB8-2461710F845E}"/>
          </ac:spMkLst>
        </pc:spChg>
        <pc:graphicFrameChg chg="mod">
          <ac:chgData name="Dries DEBOOSERE" userId="S::dries.deboosere@howest.be::195120e4-eb76-48af-a4cb-8df8b4d74f30" providerId="AD" clId="Web-{535433E3-F730-CFD0-E621-49A9053A75B5}" dt="2026-02-17T09:05:24.433" v="1" actId="34807"/>
          <ac:graphicFrameMkLst>
            <pc:docMk/>
            <pc:sldMk cId="2207763831" sldId="2569"/>
            <ac:graphicFrameMk id="5" creationId="{37915DE8-5D00-4777-9390-758AED6A8786}"/>
          </ac:graphicFrameMkLst>
        </pc:graphicFrameChg>
      </pc:sldChg>
      <pc:sldChg chg="addSp modSp add mod modTransition modClrScheme addAnim chgLayout">
        <pc:chgData name="Dries DEBOOSERE" userId="S::dries.deboosere@howest.be::195120e4-eb76-48af-a4cb-8df8b4d74f30" providerId="AD" clId="Web-{535433E3-F730-CFD0-E621-49A9053A75B5}" dt="2026-02-17T09:05:24.448" v="12" actId="34807"/>
        <pc:sldMkLst>
          <pc:docMk/>
          <pc:sldMk cId="1020968371" sldId="2570"/>
        </pc:sldMkLst>
        <pc:spChg chg="mod">
          <ac:chgData name="Dries DEBOOSERE" userId="S::dries.deboosere@howest.be::195120e4-eb76-48af-a4cb-8df8b4d74f30" providerId="AD" clId="Web-{535433E3-F730-CFD0-E621-49A9053A75B5}" dt="2026-02-17T09:05:24.433" v="1" actId="34807"/>
          <ac:spMkLst>
            <pc:docMk/>
            <pc:sldMk cId="1020968371" sldId="2570"/>
            <ac:spMk id="2" creationId="{0BC58750-0E4A-68B6-D8C6-B9172FE42FEB}"/>
          </ac:spMkLst>
        </pc:spChg>
        <pc:spChg chg="add mod">
          <ac:chgData name="Dries DEBOOSERE" userId="S::dries.deboosere@howest.be::195120e4-eb76-48af-a4cb-8df8b4d74f30" providerId="AD" clId="Web-{535433E3-F730-CFD0-E621-49A9053A75B5}" dt="2026-02-17T09:05:24.433" v="1" actId="34807"/>
          <ac:spMkLst>
            <pc:docMk/>
            <pc:sldMk cId="1020968371" sldId="2570"/>
            <ac:spMk id="7" creationId="{ADBA1124-514B-8A90-4A9D-4CF97784778D}"/>
          </ac:spMkLst>
        </pc:spChg>
      </pc:sldChg>
      <pc:sldChg chg="modSp add mod modTransition modClrScheme addAnim chgLayout">
        <pc:chgData name="Dries DEBOOSERE" userId="S::dries.deboosere@howest.be::195120e4-eb76-48af-a4cb-8df8b4d74f30" providerId="AD" clId="Web-{535433E3-F730-CFD0-E621-49A9053A75B5}" dt="2026-02-17T09:05:24.448" v="13" actId="34807"/>
        <pc:sldMkLst>
          <pc:docMk/>
          <pc:sldMk cId="128540529" sldId="2571"/>
        </pc:sldMkLst>
        <pc:spChg chg="mod">
          <ac:chgData name="Dries DEBOOSERE" userId="S::dries.deboosere@howest.be::195120e4-eb76-48af-a4cb-8df8b4d74f30" providerId="AD" clId="Web-{535433E3-F730-CFD0-E621-49A9053A75B5}" dt="2026-02-17T09:05:24.433" v="1" actId="34807"/>
          <ac:spMkLst>
            <pc:docMk/>
            <pc:sldMk cId="128540529" sldId="2571"/>
            <ac:spMk id="2" creationId="{725F0D62-1ADA-FFE4-4DC8-15587B30F8E6}"/>
          </ac:spMkLst>
        </pc:spChg>
        <pc:spChg chg="mod">
          <ac:chgData name="Dries DEBOOSERE" userId="S::dries.deboosere@howest.be::195120e4-eb76-48af-a4cb-8df8b4d74f30" providerId="AD" clId="Web-{535433E3-F730-CFD0-E621-49A9053A75B5}" dt="2026-02-17T09:05:24.433" v="1" actId="34807"/>
          <ac:spMkLst>
            <pc:docMk/>
            <pc:sldMk cId="128540529" sldId="2571"/>
            <ac:spMk id="5" creationId="{EEC1CB50-DC37-4C9F-B541-486D0EBB8CF3}"/>
          </ac:spMkLst>
        </pc:spChg>
        <pc:picChg chg="mod ord">
          <ac:chgData name="Dries DEBOOSERE" userId="S::dries.deboosere@howest.be::195120e4-eb76-48af-a4cb-8df8b4d74f30" providerId="AD" clId="Web-{535433E3-F730-CFD0-E621-49A9053A75B5}" dt="2026-02-17T09:05:24.433" v="1" actId="34807"/>
          <ac:picMkLst>
            <pc:docMk/>
            <pc:sldMk cId="128540529" sldId="2571"/>
            <ac:picMk id="4" creationId="{9EC91BC6-C8A5-4187-877E-9B9BA5A6F8AC}"/>
          </ac:picMkLst>
        </pc:picChg>
      </pc:sldChg>
      <pc:sldChg chg="modSp add mod modTransition modClrScheme addAnim chgLayout">
        <pc:chgData name="Dries DEBOOSERE" userId="S::dries.deboosere@howest.be::195120e4-eb76-48af-a4cb-8df8b4d74f30" providerId="AD" clId="Web-{535433E3-F730-CFD0-E621-49A9053A75B5}" dt="2026-02-17T09:05:24.448" v="14" actId="34807"/>
        <pc:sldMkLst>
          <pc:docMk/>
          <pc:sldMk cId="770781228" sldId="2572"/>
        </pc:sldMkLst>
        <pc:spChg chg="mod">
          <ac:chgData name="Dries DEBOOSERE" userId="S::dries.deboosere@howest.be::195120e4-eb76-48af-a4cb-8df8b4d74f30" providerId="AD" clId="Web-{535433E3-F730-CFD0-E621-49A9053A75B5}" dt="2026-02-17T09:05:24.433" v="1" actId="34807"/>
          <ac:spMkLst>
            <pc:docMk/>
            <pc:sldMk cId="770781228" sldId="2572"/>
            <ac:spMk id="2" creationId="{75BB202D-0429-3F5A-1DC8-BAE16C7274AF}"/>
          </ac:spMkLst>
        </pc:spChg>
        <pc:spChg chg="mod">
          <ac:chgData name="Dries DEBOOSERE" userId="S::dries.deboosere@howest.be::195120e4-eb76-48af-a4cb-8df8b4d74f30" providerId="AD" clId="Web-{535433E3-F730-CFD0-E621-49A9053A75B5}" dt="2026-02-17T09:05:24.433" v="1" actId="34807"/>
          <ac:spMkLst>
            <pc:docMk/>
            <pc:sldMk cId="770781228" sldId="2572"/>
            <ac:spMk id="5" creationId="{5721B02D-0C77-4AD6-A3F6-4CE337408464}"/>
          </ac:spMkLst>
        </pc:spChg>
        <pc:picChg chg="mod">
          <ac:chgData name="Dries DEBOOSERE" userId="S::dries.deboosere@howest.be::195120e4-eb76-48af-a4cb-8df8b4d74f30" providerId="AD" clId="Web-{535433E3-F730-CFD0-E621-49A9053A75B5}" dt="2026-02-17T09:05:24.433" v="1" actId="34807"/>
          <ac:picMkLst>
            <pc:docMk/>
            <pc:sldMk cId="770781228" sldId="2572"/>
            <ac:picMk id="4" creationId="{604FA421-2380-4BA6-994A-A1CD1346B65C}"/>
          </ac:picMkLst>
        </pc:picChg>
      </pc:sldChg>
      <pc:sldChg chg="modSp add mod modTransition modClrScheme addAnim chgLayout">
        <pc:chgData name="Dries DEBOOSERE" userId="S::dries.deboosere@howest.be::195120e4-eb76-48af-a4cb-8df8b4d74f30" providerId="AD" clId="Web-{535433E3-F730-CFD0-E621-49A9053A75B5}" dt="2026-02-17T09:05:24.448" v="15" actId="34807"/>
        <pc:sldMkLst>
          <pc:docMk/>
          <pc:sldMk cId="3242868181" sldId="2573"/>
        </pc:sldMkLst>
        <pc:spChg chg="mod">
          <ac:chgData name="Dries DEBOOSERE" userId="S::dries.deboosere@howest.be::195120e4-eb76-48af-a4cb-8df8b4d74f30" providerId="AD" clId="Web-{535433E3-F730-CFD0-E621-49A9053A75B5}" dt="2026-02-17T09:05:24.433" v="1" actId="34807"/>
          <ac:spMkLst>
            <pc:docMk/>
            <pc:sldMk cId="3242868181" sldId="2573"/>
            <ac:spMk id="2" creationId="{ED45539C-8B20-BC0A-3275-AD0CEF4E6886}"/>
          </ac:spMkLst>
        </pc:spChg>
        <pc:spChg chg="mod">
          <ac:chgData name="Dries DEBOOSERE" userId="S::dries.deboosere@howest.be::195120e4-eb76-48af-a4cb-8df8b4d74f30" providerId="AD" clId="Web-{535433E3-F730-CFD0-E621-49A9053A75B5}" dt="2026-02-17T09:05:24.433" v="1" actId="34807"/>
          <ac:spMkLst>
            <pc:docMk/>
            <pc:sldMk cId="3242868181" sldId="2573"/>
            <ac:spMk id="5" creationId="{EF1C324D-7B58-46C2-83CF-2A6F62573811}"/>
          </ac:spMkLst>
        </pc:spChg>
        <pc:picChg chg="mod">
          <ac:chgData name="Dries DEBOOSERE" userId="S::dries.deboosere@howest.be::195120e4-eb76-48af-a4cb-8df8b4d74f30" providerId="AD" clId="Web-{535433E3-F730-CFD0-E621-49A9053A75B5}" dt="2026-02-17T09:05:24.433" v="1" actId="34807"/>
          <ac:picMkLst>
            <pc:docMk/>
            <pc:sldMk cId="3242868181" sldId="2573"/>
            <ac:picMk id="4" creationId="{C4E3EDBA-C4E2-4E3B-AE17-A9A9B169AF05}"/>
          </ac:picMkLst>
        </pc:picChg>
      </pc:sldChg>
      <pc:sldChg chg="modSp add mod modTransition modClrScheme addAnim chgLayout">
        <pc:chgData name="Dries DEBOOSERE" userId="S::dries.deboosere@howest.be::195120e4-eb76-48af-a4cb-8df8b4d74f30" providerId="AD" clId="Web-{535433E3-F730-CFD0-E621-49A9053A75B5}" dt="2026-02-17T09:05:24.448" v="16" actId="34807"/>
        <pc:sldMkLst>
          <pc:docMk/>
          <pc:sldMk cId="1579979108" sldId="2574"/>
        </pc:sldMkLst>
        <pc:spChg chg="mod">
          <ac:chgData name="Dries DEBOOSERE" userId="S::dries.deboosere@howest.be::195120e4-eb76-48af-a4cb-8df8b4d74f30" providerId="AD" clId="Web-{535433E3-F730-CFD0-E621-49A9053A75B5}" dt="2026-02-17T09:05:24.433" v="1" actId="34807"/>
          <ac:spMkLst>
            <pc:docMk/>
            <pc:sldMk cId="1579979108" sldId="2574"/>
            <ac:spMk id="2" creationId="{9EB2824B-E174-31B5-1ABF-D35880A81243}"/>
          </ac:spMkLst>
        </pc:spChg>
        <pc:spChg chg="mod">
          <ac:chgData name="Dries DEBOOSERE" userId="S::dries.deboosere@howest.be::195120e4-eb76-48af-a4cb-8df8b4d74f30" providerId="AD" clId="Web-{535433E3-F730-CFD0-E621-49A9053A75B5}" dt="2026-02-17T09:05:24.433" v="1" actId="34807"/>
          <ac:spMkLst>
            <pc:docMk/>
            <pc:sldMk cId="1579979108" sldId="2574"/>
            <ac:spMk id="5" creationId="{668E8ECB-ED06-45A2-8C45-AB683579438A}"/>
          </ac:spMkLst>
        </pc:spChg>
        <pc:picChg chg="mod ord">
          <ac:chgData name="Dries DEBOOSERE" userId="S::dries.deboosere@howest.be::195120e4-eb76-48af-a4cb-8df8b4d74f30" providerId="AD" clId="Web-{535433E3-F730-CFD0-E621-49A9053A75B5}" dt="2026-02-17T09:05:24.433" v="1" actId="34807"/>
          <ac:picMkLst>
            <pc:docMk/>
            <pc:sldMk cId="1579979108" sldId="2574"/>
            <ac:picMk id="4" creationId="{A4C67D5A-51A2-4CF6-AEC2-A32F74658D96}"/>
          </ac:picMkLst>
        </pc:picChg>
      </pc:sldChg>
      <pc:sldChg chg="modSp add mod modTransition modClrScheme addAnim chgLayout">
        <pc:chgData name="Dries DEBOOSERE" userId="S::dries.deboosere@howest.be::195120e4-eb76-48af-a4cb-8df8b4d74f30" providerId="AD" clId="Web-{535433E3-F730-CFD0-E621-49A9053A75B5}" dt="2026-02-17T09:05:24.448" v="17" actId="34807"/>
        <pc:sldMkLst>
          <pc:docMk/>
          <pc:sldMk cId="1406589337" sldId="2575"/>
        </pc:sldMkLst>
        <pc:spChg chg="mod">
          <ac:chgData name="Dries DEBOOSERE" userId="S::dries.deboosere@howest.be::195120e4-eb76-48af-a4cb-8df8b4d74f30" providerId="AD" clId="Web-{535433E3-F730-CFD0-E621-49A9053A75B5}" dt="2026-02-17T09:05:24.433" v="1" actId="34807"/>
          <ac:spMkLst>
            <pc:docMk/>
            <pc:sldMk cId="1406589337" sldId="2575"/>
            <ac:spMk id="2" creationId="{42A13225-FEAE-9668-CEF2-0E56DF552D7F}"/>
          </ac:spMkLst>
        </pc:spChg>
        <pc:spChg chg="mod">
          <ac:chgData name="Dries DEBOOSERE" userId="S::dries.deboosere@howest.be::195120e4-eb76-48af-a4cb-8df8b4d74f30" providerId="AD" clId="Web-{535433E3-F730-CFD0-E621-49A9053A75B5}" dt="2026-02-17T09:05:24.433" v="1" actId="34807"/>
          <ac:spMkLst>
            <pc:docMk/>
            <pc:sldMk cId="1406589337" sldId="2575"/>
            <ac:spMk id="5" creationId="{37B34A02-0D3C-4DF2-ACC2-2E91D94AEE5C}"/>
          </ac:spMkLst>
        </pc:spChg>
        <pc:picChg chg="mod ord">
          <ac:chgData name="Dries DEBOOSERE" userId="S::dries.deboosere@howest.be::195120e4-eb76-48af-a4cb-8df8b4d74f30" providerId="AD" clId="Web-{535433E3-F730-CFD0-E621-49A9053A75B5}" dt="2026-02-17T09:05:24.433" v="1" actId="34807"/>
          <ac:picMkLst>
            <pc:docMk/>
            <pc:sldMk cId="1406589337" sldId="2575"/>
            <ac:picMk id="4" creationId="{B9181F3D-97DA-43BD-8BAE-5D861B2D90FF}"/>
          </ac:picMkLst>
        </pc:picChg>
      </pc:sldChg>
      <pc:sldChg chg="addSp modSp add mod modTransition modClrScheme addAnim chgLayout">
        <pc:chgData name="Dries DEBOOSERE" userId="S::dries.deboosere@howest.be::195120e4-eb76-48af-a4cb-8df8b4d74f30" providerId="AD" clId="Web-{535433E3-F730-CFD0-E621-49A9053A75B5}" dt="2026-02-17T09:05:24.448" v="18" actId="34807"/>
        <pc:sldMkLst>
          <pc:docMk/>
          <pc:sldMk cId="330907708" sldId="2576"/>
        </pc:sldMkLst>
        <pc:spChg chg="mod">
          <ac:chgData name="Dries DEBOOSERE" userId="S::dries.deboosere@howest.be::195120e4-eb76-48af-a4cb-8df8b4d74f30" providerId="AD" clId="Web-{535433E3-F730-CFD0-E621-49A9053A75B5}" dt="2026-02-17T09:05:24.433" v="1" actId="34807"/>
          <ac:spMkLst>
            <pc:docMk/>
            <pc:sldMk cId="330907708" sldId="2576"/>
            <ac:spMk id="2" creationId="{D962C21C-289A-28A2-2E34-B16908F59D00}"/>
          </ac:spMkLst>
        </pc:spChg>
        <pc:spChg chg="add mod">
          <ac:chgData name="Dries DEBOOSERE" userId="S::dries.deboosere@howest.be::195120e4-eb76-48af-a4cb-8df8b4d74f30" providerId="AD" clId="Web-{535433E3-F730-CFD0-E621-49A9053A75B5}" dt="2026-02-17T09:05:24.433" v="1" actId="34807"/>
          <ac:spMkLst>
            <pc:docMk/>
            <pc:sldMk cId="330907708" sldId="2576"/>
            <ac:spMk id="7" creationId="{CFA15F86-5571-9846-B378-7B2DBCCE87FA}"/>
          </ac:spMkLst>
        </pc:spChg>
      </pc:sldChg>
      <pc:sldChg chg="modSp add mod modTransition chgLayout">
        <pc:chgData name="Dries DEBOOSERE" userId="S::dries.deboosere@howest.be::195120e4-eb76-48af-a4cb-8df8b4d74f30" providerId="AD" clId="Web-{535433E3-F730-CFD0-E621-49A9053A75B5}" dt="2026-02-17T09:05:24.433" v="1" actId="34807"/>
        <pc:sldMkLst>
          <pc:docMk/>
          <pc:sldMk cId="26640515" sldId="2577"/>
        </pc:sldMkLst>
        <pc:spChg chg="mod">
          <ac:chgData name="Dries DEBOOSERE" userId="S::dries.deboosere@howest.be::195120e4-eb76-48af-a4cb-8df8b4d74f30" providerId="AD" clId="Web-{535433E3-F730-CFD0-E621-49A9053A75B5}" dt="2026-02-17T09:05:24.433" v="1" actId="34807"/>
          <ac:spMkLst>
            <pc:docMk/>
            <pc:sldMk cId="26640515" sldId="2577"/>
            <ac:spMk id="2" creationId="{6EF705CA-B0FA-AFCE-BFC0-B3C292E1D757}"/>
          </ac:spMkLst>
        </pc:spChg>
        <pc:graphicFrameChg chg="mod">
          <ac:chgData name="Dries DEBOOSERE" userId="S::dries.deboosere@howest.be::195120e4-eb76-48af-a4cb-8df8b4d74f30" providerId="AD" clId="Web-{535433E3-F730-CFD0-E621-49A9053A75B5}" dt="2026-02-17T09:05:24.433" v="1" actId="34807"/>
          <ac:graphicFrameMkLst>
            <pc:docMk/>
            <pc:sldMk cId="26640515" sldId="2577"/>
            <ac:graphicFrameMk id="5" creationId="{240D9228-E354-4195-8912-18807B69C16E}"/>
          </ac:graphicFrameMkLst>
        </pc:graphicFrameChg>
      </pc:sldChg>
      <pc:sldChg chg="modSp add mod modTransition modClrScheme addAnim chgLayout">
        <pc:chgData name="Dries DEBOOSERE" userId="S::dries.deboosere@howest.be::195120e4-eb76-48af-a4cb-8df8b4d74f30" providerId="AD" clId="Web-{535433E3-F730-CFD0-E621-49A9053A75B5}" dt="2026-02-17T09:05:24.448" v="19" actId="34807"/>
        <pc:sldMkLst>
          <pc:docMk/>
          <pc:sldMk cId="1322763449" sldId="2578"/>
        </pc:sldMkLst>
        <pc:spChg chg="mod">
          <ac:chgData name="Dries DEBOOSERE" userId="S::dries.deboosere@howest.be::195120e4-eb76-48af-a4cb-8df8b4d74f30" providerId="AD" clId="Web-{535433E3-F730-CFD0-E621-49A9053A75B5}" dt="2026-02-17T09:05:24.433" v="1" actId="34807"/>
          <ac:spMkLst>
            <pc:docMk/>
            <pc:sldMk cId="1322763449" sldId="2578"/>
            <ac:spMk id="2" creationId="{4DC5C027-BD4D-A6AA-74AC-CB5D36A29699}"/>
          </ac:spMkLst>
        </pc:spChg>
        <pc:spChg chg="mod">
          <ac:chgData name="Dries DEBOOSERE" userId="S::dries.deboosere@howest.be::195120e4-eb76-48af-a4cb-8df8b4d74f30" providerId="AD" clId="Web-{535433E3-F730-CFD0-E621-49A9053A75B5}" dt="2026-02-17T09:05:24.433" v="1" actId="34807"/>
          <ac:spMkLst>
            <pc:docMk/>
            <pc:sldMk cId="1322763449" sldId="2578"/>
            <ac:spMk id="5" creationId="{693CDB53-2F9E-49FA-899E-0390AECE81F0}"/>
          </ac:spMkLst>
        </pc:spChg>
        <pc:picChg chg="mod ord">
          <ac:chgData name="Dries DEBOOSERE" userId="S::dries.deboosere@howest.be::195120e4-eb76-48af-a4cb-8df8b4d74f30" providerId="AD" clId="Web-{535433E3-F730-CFD0-E621-49A9053A75B5}" dt="2026-02-17T09:05:24.433" v="1" actId="34807"/>
          <ac:picMkLst>
            <pc:docMk/>
            <pc:sldMk cId="1322763449" sldId="2578"/>
            <ac:picMk id="4" creationId="{53F030EC-D2E8-4417-8692-1E96E8909111}"/>
          </ac:picMkLst>
        </pc:picChg>
      </pc:sldChg>
      <pc:sldChg chg="addSp modSp add mod modTransition modClrScheme addAnim chgLayout">
        <pc:chgData name="Dries DEBOOSERE" userId="S::dries.deboosere@howest.be::195120e4-eb76-48af-a4cb-8df8b4d74f30" providerId="AD" clId="Web-{535433E3-F730-CFD0-E621-49A9053A75B5}" dt="2026-02-17T09:05:24.448" v="20" actId="34807"/>
        <pc:sldMkLst>
          <pc:docMk/>
          <pc:sldMk cId="3800501594" sldId="2579"/>
        </pc:sldMkLst>
        <pc:spChg chg="mod">
          <ac:chgData name="Dries DEBOOSERE" userId="S::dries.deboosere@howest.be::195120e4-eb76-48af-a4cb-8df8b4d74f30" providerId="AD" clId="Web-{535433E3-F730-CFD0-E621-49A9053A75B5}" dt="2026-02-17T09:05:24.433" v="1" actId="34807"/>
          <ac:spMkLst>
            <pc:docMk/>
            <pc:sldMk cId="3800501594" sldId="2579"/>
            <ac:spMk id="2" creationId="{631D1E68-FABC-D2D9-57CC-BBFFA03637E0}"/>
          </ac:spMkLst>
        </pc:spChg>
        <pc:spChg chg="add mod">
          <ac:chgData name="Dries DEBOOSERE" userId="S::dries.deboosere@howest.be::195120e4-eb76-48af-a4cb-8df8b4d74f30" providerId="AD" clId="Web-{535433E3-F730-CFD0-E621-49A9053A75B5}" dt="2026-02-17T09:05:24.433" v="1" actId="34807"/>
          <ac:spMkLst>
            <pc:docMk/>
            <pc:sldMk cId="3800501594" sldId="2579"/>
            <ac:spMk id="7" creationId="{1B7BB41B-40F5-09E4-FC3D-6428AAC5161A}"/>
          </ac:spMkLst>
        </pc:spChg>
      </pc:sldChg>
      <pc:sldChg chg="modSp add mod modTransition chgLayout">
        <pc:chgData name="Dries DEBOOSERE" userId="S::dries.deboosere@howest.be::195120e4-eb76-48af-a4cb-8df8b4d74f30" providerId="AD" clId="Web-{535433E3-F730-CFD0-E621-49A9053A75B5}" dt="2026-02-17T09:05:24.433" v="1" actId="34807"/>
        <pc:sldMkLst>
          <pc:docMk/>
          <pc:sldMk cId="859398462" sldId="2580"/>
        </pc:sldMkLst>
        <pc:spChg chg="mod">
          <ac:chgData name="Dries DEBOOSERE" userId="S::dries.deboosere@howest.be::195120e4-eb76-48af-a4cb-8df8b4d74f30" providerId="AD" clId="Web-{535433E3-F730-CFD0-E621-49A9053A75B5}" dt="2026-02-17T09:05:24.433" v="1" actId="34807"/>
          <ac:spMkLst>
            <pc:docMk/>
            <pc:sldMk cId="859398462" sldId="2580"/>
            <ac:spMk id="2" creationId="{294065AF-F35B-9FD0-A6DE-0937B6077D8E}"/>
          </ac:spMkLst>
        </pc:spChg>
        <pc:graphicFrameChg chg="mod">
          <ac:chgData name="Dries DEBOOSERE" userId="S::dries.deboosere@howest.be::195120e4-eb76-48af-a4cb-8df8b4d74f30" providerId="AD" clId="Web-{535433E3-F730-CFD0-E621-49A9053A75B5}" dt="2026-02-17T09:05:24.433" v="1" actId="34807"/>
          <ac:graphicFrameMkLst>
            <pc:docMk/>
            <pc:sldMk cId="859398462" sldId="2580"/>
            <ac:graphicFrameMk id="5" creationId="{C2E8BF24-6583-41F7-89A5-2A06CB8A08F3}"/>
          </ac:graphicFrameMkLst>
        </pc:graphicFrameChg>
      </pc:sldChg>
      <pc:sldChg chg="modSp add mod modTransition modClrScheme addAnim chgLayout">
        <pc:chgData name="Dries DEBOOSERE" userId="S::dries.deboosere@howest.be::195120e4-eb76-48af-a4cb-8df8b4d74f30" providerId="AD" clId="Web-{535433E3-F730-CFD0-E621-49A9053A75B5}" dt="2026-02-17T09:05:24.448" v="21" actId="34807"/>
        <pc:sldMkLst>
          <pc:docMk/>
          <pc:sldMk cId="1142625579" sldId="2581"/>
        </pc:sldMkLst>
        <pc:spChg chg="mod">
          <ac:chgData name="Dries DEBOOSERE" userId="S::dries.deboosere@howest.be::195120e4-eb76-48af-a4cb-8df8b4d74f30" providerId="AD" clId="Web-{535433E3-F730-CFD0-E621-49A9053A75B5}" dt="2026-02-17T09:05:24.433" v="1" actId="34807"/>
          <ac:spMkLst>
            <pc:docMk/>
            <pc:sldMk cId="1142625579" sldId="2581"/>
            <ac:spMk id="2" creationId="{4D41318C-8987-0B7F-F276-68765FB1283A}"/>
          </ac:spMkLst>
        </pc:spChg>
        <pc:spChg chg="mod">
          <ac:chgData name="Dries DEBOOSERE" userId="S::dries.deboosere@howest.be::195120e4-eb76-48af-a4cb-8df8b4d74f30" providerId="AD" clId="Web-{535433E3-F730-CFD0-E621-49A9053A75B5}" dt="2026-02-17T09:05:24.433" v="1" actId="34807"/>
          <ac:spMkLst>
            <pc:docMk/>
            <pc:sldMk cId="1142625579" sldId="2581"/>
            <ac:spMk id="5" creationId="{EC4126A3-8F3E-4082-8057-CFA1EC49B768}"/>
          </ac:spMkLst>
        </pc:spChg>
        <pc:picChg chg="mod ord">
          <ac:chgData name="Dries DEBOOSERE" userId="S::dries.deboosere@howest.be::195120e4-eb76-48af-a4cb-8df8b4d74f30" providerId="AD" clId="Web-{535433E3-F730-CFD0-E621-49A9053A75B5}" dt="2026-02-17T09:05:24.433" v="1" actId="34807"/>
          <ac:picMkLst>
            <pc:docMk/>
            <pc:sldMk cId="1142625579" sldId="2581"/>
            <ac:picMk id="4" creationId="{FCBC25B3-4674-46EA-B151-182DB5A04C00}"/>
          </ac:picMkLst>
        </pc:picChg>
      </pc:sldChg>
      <pc:sldChg chg="modSp add mod modTransition modClrScheme addAnim chgLayout">
        <pc:chgData name="Dries DEBOOSERE" userId="S::dries.deboosere@howest.be::195120e4-eb76-48af-a4cb-8df8b4d74f30" providerId="AD" clId="Web-{535433E3-F730-CFD0-E621-49A9053A75B5}" dt="2026-02-17T09:05:24.448" v="22" actId="34807"/>
        <pc:sldMkLst>
          <pc:docMk/>
          <pc:sldMk cId="4036798222" sldId="2582"/>
        </pc:sldMkLst>
        <pc:spChg chg="mod">
          <ac:chgData name="Dries DEBOOSERE" userId="S::dries.deboosere@howest.be::195120e4-eb76-48af-a4cb-8df8b4d74f30" providerId="AD" clId="Web-{535433E3-F730-CFD0-E621-49A9053A75B5}" dt="2026-02-17T09:05:24.433" v="1" actId="34807"/>
          <ac:spMkLst>
            <pc:docMk/>
            <pc:sldMk cId="4036798222" sldId="2582"/>
            <ac:spMk id="2" creationId="{41887C89-3558-9349-30AB-11F6501592D7}"/>
          </ac:spMkLst>
        </pc:spChg>
        <pc:spChg chg="mod">
          <ac:chgData name="Dries DEBOOSERE" userId="S::dries.deboosere@howest.be::195120e4-eb76-48af-a4cb-8df8b4d74f30" providerId="AD" clId="Web-{535433E3-F730-CFD0-E621-49A9053A75B5}" dt="2026-02-17T09:05:24.433" v="1" actId="34807"/>
          <ac:spMkLst>
            <pc:docMk/>
            <pc:sldMk cId="4036798222" sldId="2582"/>
            <ac:spMk id="5" creationId="{860318F8-5BA9-49D8-A03B-05D77A30B96E}"/>
          </ac:spMkLst>
        </pc:spChg>
        <pc:picChg chg="mod ord">
          <ac:chgData name="Dries DEBOOSERE" userId="S::dries.deboosere@howest.be::195120e4-eb76-48af-a4cb-8df8b4d74f30" providerId="AD" clId="Web-{535433E3-F730-CFD0-E621-49A9053A75B5}" dt="2026-02-17T09:05:24.433" v="1" actId="34807"/>
          <ac:picMkLst>
            <pc:docMk/>
            <pc:sldMk cId="4036798222" sldId="2582"/>
            <ac:picMk id="4" creationId="{1A949F3D-FD05-4DB4-827B-33C2A19D743A}"/>
          </ac:picMkLst>
        </pc:picChg>
      </pc:sldChg>
      <pc:sldChg chg="modSp add mod modTransition modClrScheme addAnim chgLayout">
        <pc:chgData name="Dries DEBOOSERE" userId="S::dries.deboosere@howest.be::195120e4-eb76-48af-a4cb-8df8b4d74f30" providerId="AD" clId="Web-{535433E3-F730-CFD0-E621-49A9053A75B5}" dt="2026-02-17T09:05:24.448" v="23" actId="34807"/>
        <pc:sldMkLst>
          <pc:docMk/>
          <pc:sldMk cId="378704708" sldId="2583"/>
        </pc:sldMkLst>
        <pc:spChg chg="mod">
          <ac:chgData name="Dries DEBOOSERE" userId="S::dries.deboosere@howest.be::195120e4-eb76-48af-a4cb-8df8b4d74f30" providerId="AD" clId="Web-{535433E3-F730-CFD0-E621-49A9053A75B5}" dt="2026-02-17T09:05:24.433" v="1" actId="34807"/>
          <ac:spMkLst>
            <pc:docMk/>
            <pc:sldMk cId="378704708" sldId="2583"/>
            <ac:spMk id="2" creationId="{7C27AC92-2AFB-C61E-D18F-14EF6812DEA2}"/>
          </ac:spMkLst>
        </pc:spChg>
        <pc:spChg chg="mod">
          <ac:chgData name="Dries DEBOOSERE" userId="S::dries.deboosere@howest.be::195120e4-eb76-48af-a4cb-8df8b4d74f30" providerId="AD" clId="Web-{535433E3-F730-CFD0-E621-49A9053A75B5}" dt="2026-02-17T09:05:24.433" v="1" actId="34807"/>
          <ac:spMkLst>
            <pc:docMk/>
            <pc:sldMk cId="378704708" sldId="2583"/>
            <ac:spMk id="5" creationId="{5A4A478F-1BC0-4A1C-8B55-CB71674797F5}"/>
          </ac:spMkLst>
        </pc:spChg>
        <pc:picChg chg="mod ord">
          <ac:chgData name="Dries DEBOOSERE" userId="S::dries.deboosere@howest.be::195120e4-eb76-48af-a4cb-8df8b4d74f30" providerId="AD" clId="Web-{535433E3-F730-CFD0-E621-49A9053A75B5}" dt="2026-02-17T09:05:24.433" v="1" actId="34807"/>
          <ac:picMkLst>
            <pc:docMk/>
            <pc:sldMk cId="378704708" sldId="2583"/>
            <ac:picMk id="4" creationId="{0267A2E9-7BC2-4587-9CDC-5117F9358B9D}"/>
          </ac:picMkLst>
        </pc:picChg>
      </pc:sldChg>
      <pc:sldChg chg="modSp add mod modTransition modClrScheme addAnim chgLayout">
        <pc:chgData name="Dries DEBOOSERE" userId="S::dries.deboosere@howest.be::195120e4-eb76-48af-a4cb-8df8b4d74f30" providerId="AD" clId="Web-{535433E3-F730-CFD0-E621-49A9053A75B5}" dt="2026-02-17T09:05:24.448" v="24" actId="34807"/>
        <pc:sldMkLst>
          <pc:docMk/>
          <pc:sldMk cId="2384827599" sldId="2584"/>
        </pc:sldMkLst>
        <pc:spChg chg="mod">
          <ac:chgData name="Dries DEBOOSERE" userId="S::dries.deboosere@howest.be::195120e4-eb76-48af-a4cb-8df8b4d74f30" providerId="AD" clId="Web-{535433E3-F730-CFD0-E621-49A9053A75B5}" dt="2026-02-17T09:05:24.433" v="1" actId="34807"/>
          <ac:spMkLst>
            <pc:docMk/>
            <pc:sldMk cId="2384827599" sldId="2584"/>
            <ac:spMk id="2" creationId="{B17D1FF8-EB30-BEE1-24F6-B562641A238F}"/>
          </ac:spMkLst>
        </pc:spChg>
        <pc:spChg chg="mod">
          <ac:chgData name="Dries DEBOOSERE" userId="S::dries.deboosere@howest.be::195120e4-eb76-48af-a4cb-8df8b4d74f30" providerId="AD" clId="Web-{535433E3-F730-CFD0-E621-49A9053A75B5}" dt="2026-02-17T09:05:24.433" v="1" actId="34807"/>
          <ac:spMkLst>
            <pc:docMk/>
            <pc:sldMk cId="2384827599" sldId="2584"/>
            <ac:spMk id="5" creationId="{7918B2DF-5F8C-41FB-A553-C86FA65D4539}"/>
          </ac:spMkLst>
        </pc:spChg>
        <pc:picChg chg="mod ord">
          <ac:chgData name="Dries DEBOOSERE" userId="S::dries.deboosere@howest.be::195120e4-eb76-48af-a4cb-8df8b4d74f30" providerId="AD" clId="Web-{535433E3-F730-CFD0-E621-49A9053A75B5}" dt="2026-02-17T09:05:24.433" v="1" actId="34807"/>
          <ac:picMkLst>
            <pc:docMk/>
            <pc:sldMk cId="2384827599" sldId="2584"/>
            <ac:picMk id="4" creationId="{4EED00EC-26E2-4202-A7F7-55C74A331394}"/>
          </ac:picMkLst>
        </pc:picChg>
      </pc:sldChg>
      <pc:sldChg chg="addSp modSp add mod modTransition modClrScheme addAnim chgLayout">
        <pc:chgData name="Dries DEBOOSERE" userId="S::dries.deboosere@howest.be::195120e4-eb76-48af-a4cb-8df8b4d74f30" providerId="AD" clId="Web-{535433E3-F730-CFD0-E621-49A9053A75B5}" dt="2026-02-17T09:05:24.448" v="25" actId="34807"/>
        <pc:sldMkLst>
          <pc:docMk/>
          <pc:sldMk cId="3934677731" sldId="2585"/>
        </pc:sldMkLst>
        <pc:spChg chg="mod">
          <ac:chgData name="Dries DEBOOSERE" userId="S::dries.deboosere@howest.be::195120e4-eb76-48af-a4cb-8df8b4d74f30" providerId="AD" clId="Web-{535433E3-F730-CFD0-E621-49A9053A75B5}" dt="2026-02-17T09:05:24.433" v="1" actId="34807"/>
          <ac:spMkLst>
            <pc:docMk/>
            <pc:sldMk cId="3934677731" sldId="2585"/>
            <ac:spMk id="2" creationId="{EF4DA573-8302-9AEB-A92A-1854D4EFBDFD}"/>
          </ac:spMkLst>
        </pc:spChg>
        <pc:spChg chg="add mod">
          <ac:chgData name="Dries DEBOOSERE" userId="S::dries.deboosere@howest.be::195120e4-eb76-48af-a4cb-8df8b4d74f30" providerId="AD" clId="Web-{535433E3-F730-CFD0-E621-49A9053A75B5}" dt="2026-02-17T09:05:24.433" v="1" actId="34807"/>
          <ac:spMkLst>
            <pc:docMk/>
            <pc:sldMk cId="3934677731" sldId="2585"/>
            <ac:spMk id="7" creationId="{717A26BB-C6F9-EF2E-9EB1-D9550DF03321}"/>
          </ac:spMkLst>
        </pc:spChg>
      </pc:sldChg>
      <pc:sldChg chg="modSp add mod modTransition chgLayout">
        <pc:chgData name="Dries DEBOOSERE" userId="S::dries.deboosere@howest.be::195120e4-eb76-48af-a4cb-8df8b4d74f30" providerId="AD" clId="Web-{535433E3-F730-CFD0-E621-49A9053A75B5}" dt="2026-02-17T09:05:24.433" v="1" actId="34807"/>
        <pc:sldMkLst>
          <pc:docMk/>
          <pc:sldMk cId="1137501262" sldId="2586"/>
        </pc:sldMkLst>
        <pc:spChg chg="mod">
          <ac:chgData name="Dries DEBOOSERE" userId="S::dries.deboosere@howest.be::195120e4-eb76-48af-a4cb-8df8b4d74f30" providerId="AD" clId="Web-{535433E3-F730-CFD0-E621-49A9053A75B5}" dt="2026-02-17T09:05:24.433" v="1" actId="34807"/>
          <ac:spMkLst>
            <pc:docMk/>
            <pc:sldMk cId="1137501262" sldId="2586"/>
            <ac:spMk id="2" creationId="{5CA9876F-14BC-DFB1-CD1F-DBD69F270167}"/>
          </ac:spMkLst>
        </pc:spChg>
        <pc:graphicFrameChg chg="mod">
          <ac:chgData name="Dries DEBOOSERE" userId="S::dries.deboosere@howest.be::195120e4-eb76-48af-a4cb-8df8b4d74f30" providerId="AD" clId="Web-{535433E3-F730-CFD0-E621-49A9053A75B5}" dt="2026-02-17T09:05:24.433" v="1" actId="34807"/>
          <ac:graphicFrameMkLst>
            <pc:docMk/>
            <pc:sldMk cId="1137501262" sldId="2586"/>
            <ac:graphicFrameMk id="5" creationId="{CE45A940-490D-439C-AFB5-35C1BDED494F}"/>
          </ac:graphicFrameMkLst>
        </pc:graphicFrameChg>
      </pc:sldChg>
      <pc:sldChg chg="modSp add mod modTransition modClrScheme addAnim chgLayout">
        <pc:chgData name="Dries DEBOOSERE" userId="S::dries.deboosere@howest.be::195120e4-eb76-48af-a4cb-8df8b4d74f30" providerId="AD" clId="Web-{535433E3-F730-CFD0-E621-49A9053A75B5}" dt="2026-02-17T09:05:24.448" v="26" actId="34807"/>
        <pc:sldMkLst>
          <pc:docMk/>
          <pc:sldMk cId="2327660615" sldId="2587"/>
        </pc:sldMkLst>
        <pc:spChg chg="mod">
          <ac:chgData name="Dries DEBOOSERE" userId="S::dries.deboosere@howest.be::195120e4-eb76-48af-a4cb-8df8b4d74f30" providerId="AD" clId="Web-{535433E3-F730-CFD0-E621-49A9053A75B5}" dt="2026-02-17T09:05:24.433" v="1" actId="34807"/>
          <ac:spMkLst>
            <pc:docMk/>
            <pc:sldMk cId="2327660615" sldId="2587"/>
            <ac:spMk id="2" creationId="{CE3FE298-7FD0-0C5C-57C9-C8A21AFC8A4C}"/>
          </ac:spMkLst>
        </pc:spChg>
        <pc:spChg chg="mod">
          <ac:chgData name="Dries DEBOOSERE" userId="S::dries.deboosere@howest.be::195120e4-eb76-48af-a4cb-8df8b4d74f30" providerId="AD" clId="Web-{535433E3-F730-CFD0-E621-49A9053A75B5}" dt="2026-02-17T09:05:24.433" v="1" actId="34807"/>
          <ac:spMkLst>
            <pc:docMk/>
            <pc:sldMk cId="2327660615" sldId="2587"/>
            <ac:spMk id="5" creationId="{1D9D5AE4-D5BD-4E3E-876C-C4BDB08F3D81}"/>
          </ac:spMkLst>
        </pc:spChg>
        <pc:picChg chg="mod ord">
          <ac:chgData name="Dries DEBOOSERE" userId="S::dries.deboosere@howest.be::195120e4-eb76-48af-a4cb-8df8b4d74f30" providerId="AD" clId="Web-{535433E3-F730-CFD0-E621-49A9053A75B5}" dt="2026-02-17T09:05:24.433" v="1" actId="34807"/>
          <ac:picMkLst>
            <pc:docMk/>
            <pc:sldMk cId="2327660615" sldId="2587"/>
            <ac:picMk id="4" creationId="{09E7F57A-ADCF-4807-9F8B-911397A9354D}"/>
          </ac:picMkLst>
        </pc:picChg>
      </pc:sldChg>
      <pc:sldChg chg="modSp add mod modTransition modClrScheme addAnim chgLayout">
        <pc:chgData name="Dries DEBOOSERE" userId="S::dries.deboosere@howest.be::195120e4-eb76-48af-a4cb-8df8b4d74f30" providerId="AD" clId="Web-{535433E3-F730-CFD0-E621-49A9053A75B5}" dt="2026-02-17T09:05:24.448" v="27" actId="34807"/>
        <pc:sldMkLst>
          <pc:docMk/>
          <pc:sldMk cId="1330609932" sldId="2588"/>
        </pc:sldMkLst>
        <pc:spChg chg="mod">
          <ac:chgData name="Dries DEBOOSERE" userId="S::dries.deboosere@howest.be::195120e4-eb76-48af-a4cb-8df8b4d74f30" providerId="AD" clId="Web-{535433E3-F730-CFD0-E621-49A9053A75B5}" dt="2026-02-17T09:05:24.433" v="1" actId="34807"/>
          <ac:spMkLst>
            <pc:docMk/>
            <pc:sldMk cId="1330609932" sldId="2588"/>
            <ac:spMk id="2" creationId="{39A241AE-8A6F-68DA-41D2-20E209A2749D}"/>
          </ac:spMkLst>
        </pc:spChg>
        <pc:spChg chg="mod">
          <ac:chgData name="Dries DEBOOSERE" userId="S::dries.deboosere@howest.be::195120e4-eb76-48af-a4cb-8df8b4d74f30" providerId="AD" clId="Web-{535433E3-F730-CFD0-E621-49A9053A75B5}" dt="2026-02-17T09:05:24.433" v="1" actId="34807"/>
          <ac:spMkLst>
            <pc:docMk/>
            <pc:sldMk cId="1330609932" sldId="2588"/>
            <ac:spMk id="5" creationId="{C43BD80A-0349-48FC-8778-BA8835E99737}"/>
          </ac:spMkLst>
        </pc:spChg>
        <pc:picChg chg="mod ord">
          <ac:chgData name="Dries DEBOOSERE" userId="S::dries.deboosere@howest.be::195120e4-eb76-48af-a4cb-8df8b4d74f30" providerId="AD" clId="Web-{535433E3-F730-CFD0-E621-49A9053A75B5}" dt="2026-02-17T09:05:24.433" v="1" actId="34807"/>
          <ac:picMkLst>
            <pc:docMk/>
            <pc:sldMk cId="1330609932" sldId="2588"/>
            <ac:picMk id="4" creationId="{94A9DBF5-4DAB-4554-993B-4222B0C23CB4}"/>
          </ac:picMkLst>
        </pc:picChg>
      </pc:sldChg>
      <pc:sldChg chg="modSp add mod modTransition chgLayout">
        <pc:chgData name="Dries DEBOOSERE" userId="S::dries.deboosere@howest.be::195120e4-eb76-48af-a4cb-8df8b4d74f30" providerId="AD" clId="Web-{535433E3-F730-CFD0-E621-49A9053A75B5}" dt="2026-02-17T09:05:24.433" v="1" actId="34807"/>
        <pc:sldMkLst>
          <pc:docMk/>
          <pc:sldMk cId="722319325" sldId="2589"/>
        </pc:sldMkLst>
        <pc:spChg chg="mod">
          <ac:chgData name="Dries DEBOOSERE" userId="S::dries.deboosere@howest.be::195120e4-eb76-48af-a4cb-8df8b4d74f30" providerId="AD" clId="Web-{535433E3-F730-CFD0-E621-49A9053A75B5}" dt="2026-02-17T09:05:24.433" v="1" actId="34807"/>
          <ac:spMkLst>
            <pc:docMk/>
            <pc:sldMk cId="722319325" sldId="2589"/>
            <ac:spMk id="2" creationId="{F81C69E6-83FF-B643-2BF2-72B0FC97470B}"/>
          </ac:spMkLst>
        </pc:spChg>
        <pc:graphicFrameChg chg="mod">
          <ac:chgData name="Dries DEBOOSERE" userId="S::dries.deboosere@howest.be::195120e4-eb76-48af-a4cb-8df8b4d74f30" providerId="AD" clId="Web-{535433E3-F730-CFD0-E621-49A9053A75B5}" dt="2026-02-17T09:05:24.433" v="1" actId="34807"/>
          <ac:graphicFrameMkLst>
            <pc:docMk/>
            <pc:sldMk cId="722319325" sldId="2589"/>
            <ac:graphicFrameMk id="5" creationId="{922535B2-B80E-4E04-BB82-35F46F2F7152}"/>
          </ac:graphicFrameMkLst>
        </pc:graphicFrameChg>
      </pc:sldChg>
      <pc:sldChg chg="addSp delSp modSp add mod modTransition modClrScheme chgLayout">
        <pc:chgData name="Dries DEBOOSERE" userId="S::dries.deboosere@howest.be::195120e4-eb76-48af-a4cb-8df8b4d74f30" providerId="AD" clId="Web-{535433E3-F730-CFD0-E621-49A9053A75B5}" dt="2026-02-17T09:05:24.433" v="1" actId="34807"/>
        <pc:sldMkLst>
          <pc:docMk/>
          <pc:sldMk cId="3537758060" sldId="2590"/>
        </pc:sldMkLst>
        <pc:spChg chg="mod">
          <ac:chgData name="Dries DEBOOSERE" userId="S::dries.deboosere@howest.be::195120e4-eb76-48af-a4cb-8df8b4d74f30" providerId="AD" clId="Web-{535433E3-F730-CFD0-E621-49A9053A75B5}" dt="2026-02-17T09:05:24.433" v="1" actId="34807"/>
          <ac:spMkLst>
            <pc:docMk/>
            <pc:sldMk cId="3537758060" sldId="2590"/>
            <ac:spMk id="2" creationId="{EC6E4A8B-A981-3FC8-5C5E-E3AA0BFEC8CF}"/>
          </ac:spMkLst>
        </pc:spChg>
        <pc:spChg chg="del">
          <ac:chgData name="Dries DEBOOSERE" userId="S::dries.deboosere@howest.be::195120e4-eb76-48af-a4cb-8df8b4d74f30" providerId="AD" clId="Web-{535433E3-F730-CFD0-E621-49A9053A75B5}" dt="2026-02-17T09:05:24.433" v="1" actId="34807"/>
          <ac:spMkLst>
            <pc:docMk/>
            <pc:sldMk cId="3537758060" sldId="2590"/>
            <ac:spMk id="3" creationId="{D6C495FD-2CCB-5A9E-EAFD-700B332D58DF}"/>
          </ac:spMkLst>
        </pc:spChg>
        <pc:graphicFrameChg chg="add mod">
          <ac:chgData name="Dries DEBOOSERE" userId="S::dries.deboosere@howest.be::195120e4-eb76-48af-a4cb-8df8b4d74f30" providerId="AD" clId="Web-{535433E3-F730-CFD0-E621-49A9053A75B5}" dt="2026-02-17T09:05:24.433" v="1" actId="34807"/>
          <ac:graphicFrameMkLst>
            <pc:docMk/>
            <pc:sldMk cId="3537758060" sldId="2590"/>
            <ac:graphicFrameMk id="7" creationId="{57F6D146-3B56-F842-01BC-53A1DC9F32A6}"/>
          </ac:graphicFrameMkLst>
        </pc:graphicFrameChg>
      </pc:sldChg>
      <pc:sldMasterChg chg="add addSldLayout">
        <pc:chgData name="Dries DEBOOSERE" userId="S::dries.deboosere@howest.be::195120e4-eb76-48af-a4cb-8df8b4d74f30" providerId="AD" clId="Web-{535433E3-F730-CFD0-E621-49A9053A75B5}" dt="2026-02-17T09:05:24.276" v="0" actId="34807"/>
        <pc:sldMasterMkLst>
          <pc:docMk/>
          <pc:sldMasterMk cId="1104550604" sldId="2147483648"/>
        </pc:sldMasterMkLst>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1236017188" sldId="2147483649"/>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3529284658" sldId="2147483650"/>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4173579839" sldId="2147483651"/>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1971828248" sldId="2147483652"/>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2831033639" sldId="2147483653"/>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1230864430" sldId="2147483654"/>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3998249736" sldId="2147483655"/>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2775914727" sldId="2147483656"/>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1763595527" sldId="2147483657"/>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3873872025" sldId="2147483658"/>
          </pc:sldLayoutMkLst>
        </pc:sldLayoutChg>
        <pc:sldLayoutChg chg="add">
          <pc:chgData name="Dries DEBOOSERE" userId="S::dries.deboosere@howest.be::195120e4-eb76-48af-a4cb-8df8b4d74f30" providerId="AD" clId="Web-{535433E3-F730-CFD0-E621-49A9053A75B5}" dt="2026-02-17T09:05:24.276" v="0" actId="34807"/>
          <pc:sldLayoutMkLst>
            <pc:docMk/>
            <pc:sldMasterMk cId="1104550604" sldId="2147483648"/>
            <pc:sldLayoutMk cId="3792806049" sldId="2147483659"/>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741952983" sldId="2147483672"/>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216725409" sldId="2147483673"/>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740559554" sldId="2147483674"/>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492879235" sldId="2147483675"/>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485118458" sldId="2147483676"/>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842156243" sldId="2147483677"/>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111572634" sldId="2147483678"/>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472625451" sldId="2147483679"/>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492163082" sldId="2147483680"/>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636885378" sldId="2147483681"/>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432155091" sldId="2147483682"/>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4264080874" sldId="2147483683"/>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77661217" sldId="2147483684"/>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673325498" sldId="2147483685"/>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054802462" sldId="2147483686"/>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460165143" sldId="2147483687"/>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799658006" sldId="2147483688"/>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746922738" sldId="2147483689"/>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514232724" sldId="2147483690"/>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859876534" sldId="2147483691"/>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855710751" sldId="2147483692"/>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324892094" sldId="2147483693"/>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576085509" sldId="2147483694"/>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743622291" sldId="2147483695"/>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848416271" sldId="2147483696"/>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110912698" sldId="2147483697"/>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505683333" sldId="2147483698"/>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666400705" sldId="2147483699"/>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797859718" sldId="2147483700"/>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179274156" sldId="2147483701"/>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738048242" sldId="2147483702"/>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064473289" sldId="2147483703"/>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177788407" sldId="2147483704"/>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560053663" sldId="2147483705"/>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794791246" sldId="2147483706"/>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390031121" sldId="2147483707"/>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2520119493" sldId="2147483708"/>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288730977" sldId="2147483709"/>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3290605219" sldId="2147483710"/>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119653126" sldId="2147483711"/>
          </pc:sldLayoutMkLst>
        </pc:sldLayoutChg>
        <pc:sldLayoutChg chg="add replId">
          <pc:chgData name="Dries DEBOOSERE" userId="S::dries.deboosere@howest.be::195120e4-eb76-48af-a4cb-8df8b4d74f30" providerId="AD" clId="Web-{535433E3-F730-CFD0-E621-49A9053A75B5}" dt="2026-02-17T09:05:24.276" v="0" actId="34807"/>
          <pc:sldLayoutMkLst>
            <pc:docMk/>
            <pc:sldMasterMk cId="1104550604" sldId="2147483648"/>
            <pc:sldLayoutMk cId="1653779802" sldId="2147483712"/>
          </pc:sldLayoutMkLst>
        </pc:sldLayoutChg>
      </pc:sldMasterChg>
      <pc:sldMasterChg chg="del delSldLayout">
        <pc:chgData name="Dries DEBOOSERE" userId="S::dries.deboosere@howest.be::195120e4-eb76-48af-a4cb-8df8b4d74f30" providerId="AD" clId="Web-{535433E3-F730-CFD0-E621-49A9053A75B5}" dt="2026-02-17T09:05:24.276" v="0" actId="34807"/>
        <pc:sldMasterMkLst>
          <pc:docMk/>
          <pc:sldMasterMk cId="2460954070" sldId="2147483660"/>
        </pc:sldMasterMkLst>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2385387890" sldId="2147483661"/>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949138452" sldId="2147483662"/>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2591524520" sldId="2147483663"/>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1203092039" sldId="2147483664"/>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3733172339" sldId="2147483665"/>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3210312558" sldId="2147483666"/>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3146388984" sldId="2147483667"/>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3171841454" sldId="2147483668"/>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1718958274" sldId="2147483669"/>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2202905451" sldId="2147483670"/>
          </pc:sldLayoutMkLst>
        </pc:sldLayoutChg>
        <pc:sldLayoutChg chg="del">
          <pc:chgData name="Dries DEBOOSERE" userId="S::dries.deboosere@howest.be::195120e4-eb76-48af-a4cb-8df8b4d74f30" providerId="AD" clId="Web-{535433E3-F730-CFD0-E621-49A9053A75B5}" dt="2026-02-17T09:05:24.276" v="0" actId="34807"/>
          <pc:sldLayoutMkLst>
            <pc:docMk/>
            <pc:sldMasterMk cId="2460954070" sldId="2147483660"/>
            <pc:sldLayoutMk cId="3479445657" sldId="2147483671"/>
          </pc:sldLayoutMkLst>
        </pc:sldLayoutChg>
      </pc:sldMasterChg>
    </pc:docChg>
  </pc:docChgLst>
  <pc:docChgLst>
    <pc:chgData name="Dries DEBOOSERE" userId="S::dries.deboosere@howest.be::195120e4-eb76-48af-a4cb-8df8b4d74f30" providerId="AD" clId="Web-{0CCC18A6-B82F-FF00-AD50-A69E5809550A}"/>
    <pc:docChg chg="modSld">
      <pc:chgData name="Dries DEBOOSERE" userId="S::dries.deboosere@howest.be::195120e4-eb76-48af-a4cb-8df8b4d74f30" providerId="AD" clId="Web-{0CCC18A6-B82F-FF00-AD50-A69E5809550A}" dt="2026-02-17T10:17:49.880" v="1"/>
      <pc:docMkLst>
        <pc:docMk/>
      </pc:docMkLst>
      <pc:sldChg chg="modSp">
        <pc:chgData name="Dries DEBOOSERE" userId="S::dries.deboosere@howest.be::195120e4-eb76-48af-a4cb-8df8b4d74f30" providerId="AD" clId="Web-{0CCC18A6-B82F-FF00-AD50-A69E5809550A}" dt="2026-02-17T10:17:49.880" v="1"/>
        <pc:sldMkLst>
          <pc:docMk/>
          <pc:sldMk cId="2464025944" sldId="2615"/>
        </pc:sldMkLst>
        <pc:graphicFrameChg chg="mod modGraphic">
          <ac:chgData name="Dries DEBOOSERE" userId="S::dries.deboosere@howest.be::195120e4-eb76-48af-a4cb-8df8b4d74f30" providerId="AD" clId="Web-{0CCC18A6-B82F-FF00-AD50-A69E5809550A}" dt="2026-02-17T10:17:49.880" v="1"/>
          <ac:graphicFrameMkLst>
            <pc:docMk/>
            <pc:sldMk cId="2464025944" sldId="2615"/>
            <ac:graphicFrameMk id="4" creationId="{B78CC6FC-FE0F-948D-9290-24AFCE721FF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495DB2-79AF-4BA8-ACFD-57E50274EBEC}" type="datetimeFigureOut">
              <a:t>2/17/2026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9D4AC1-CF3B-4681-B394-2BF64A3CAE31}" type="slidenum">
              <a:t>‹#›</a:t>
            </a:fld>
            <a:endParaRPr lang="en-GB"/>
          </a:p>
        </p:txBody>
      </p:sp>
    </p:spTree>
    <p:extLst>
      <p:ext uri="{BB962C8B-B14F-4D97-AF65-F5344CB8AC3E}">
        <p14:creationId xmlns:p14="http://schemas.microsoft.com/office/powerpoint/2010/main" val="1590575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jpeg"/><Relationship Id="rId1" Type="http://schemas.openxmlformats.org/officeDocument/2006/relationships/slideMaster" Target="../slideMasters/slideMaster2.xml"/><Relationship Id="rId6" Type="http://schemas.openxmlformats.org/officeDocument/2006/relationships/image" Target="../media/image14.jpeg"/><Relationship Id="rId11" Type="http://schemas.openxmlformats.org/officeDocument/2006/relationships/image" Target="../media/image17.jpeg"/><Relationship Id="rId5" Type="http://schemas.openxmlformats.org/officeDocument/2006/relationships/image" Target="../media/image13.jpeg"/><Relationship Id="rId10" Type="http://schemas.openxmlformats.org/officeDocument/2006/relationships/image" Target="../media/image16.jpeg"/><Relationship Id="rId4" Type="http://schemas.openxmlformats.org/officeDocument/2006/relationships/hyperlink" Target="https://www.flickr.com/photos/howestbe/albums" TargetMode="External"/><Relationship Id="rId9" Type="http://schemas.openxmlformats.org/officeDocument/2006/relationships/hyperlink" Target="https://studenthowest.sharepoint.com/sites/staff/COMM/SitePages/Huisstijl.aspx" TargetMode="Externa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jpeg"/><Relationship Id="rId1" Type="http://schemas.openxmlformats.org/officeDocument/2006/relationships/slideMaster" Target="../slideMasters/slideMaster3.xml"/><Relationship Id="rId6" Type="http://schemas.openxmlformats.org/officeDocument/2006/relationships/image" Target="../media/image14.jpeg"/><Relationship Id="rId11" Type="http://schemas.openxmlformats.org/officeDocument/2006/relationships/image" Target="../media/image17.jpeg"/><Relationship Id="rId5" Type="http://schemas.openxmlformats.org/officeDocument/2006/relationships/image" Target="../media/image13.jpeg"/><Relationship Id="rId10" Type="http://schemas.openxmlformats.org/officeDocument/2006/relationships/image" Target="../media/image16.jpe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8.jpeg"/><Relationship Id="rId1" Type="http://schemas.openxmlformats.org/officeDocument/2006/relationships/slideMaster" Target="../slideMasters/slideMaster3.xml"/><Relationship Id="rId4" Type="http://schemas.openxmlformats.org/officeDocument/2006/relationships/image" Target="../media/image25.sv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jpeg"/><Relationship Id="rId1" Type="http://schemas.openxmlformats.org/officeDocument/2006/relationships/slideMaster" Target="../slideMasters/slideMaster3.xml"/><Relationship Id="rId4" Type="http://schemas.openxmlformats.org/officeDocument/2006/relationships/image" Target="../media/image25.sv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jpeg"/><Relationship Id="rId1" Type="http://schemas.openxmlformats.org/officeDocument/2006/relationships/slideMaster" Target="../slideMasters/slideMaster3.xml"/><Relationship Id="rId4" Type="http://schemas.openxmlformats.org/officeDocument/2006/relationships/image" Target="../media/image25.sv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0.jpeg"/><Relationship Id="rId1" Type="http://schemas.openxmlformats.org/officeDocument/2006/relationships/slideMaster" Target="../slideMasters/slideMaster3.xml"/><Relationship Id="rId4" Type="http://schemas.openxmlformats.org/officeDocument/2006/relationships/image" Target="../media/image25.svg"/></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8" Type="http://schemas.openxmlformats.org/officeDocument/2006/relationships/hyperlink" Target="mailto:regis.le.roy@howest.be" TargetMode="External"/><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image" Target="../media/image11.jpeg"/><Relationship Id="rId1" Type="http://schemas.openxmlformats.org/officeDocument/2006/relationships/slideMaster" Target="../slideMasters/slideMaster4.xml"/><Relationship Id="rId6" Type="http://schemas.openxmlformats.org/officeDocument/2006/relationships/image" Target="../media/image14.jpeg"/><Relationship Id="rId11" Type="http://schemas.openxmlformats.org/officeDocument/2006/relationships/image" Target="../media/image17.jpeg"/><Relationship Id="rId5" Type="http://schemas.openxmlformats.org/officeDocument/2006/relationships/image" Target="../media/image13.jpeg"/><Relationship Id="rId10" Type="http://schemas.openxmlformats.org/officeDocument/2006/relationships/image" Target="../media/image16.jpeg"/><Relationship Id="rId4" Type="http://schemas.openxmlformats.org/officeDocument/2006/relationships/hyperlink" Target="https://www.flickr.com/photos/howestbe/albums" TargetMode="External"/><Relationship Id="rId9" Type="http://schemas.openxmlformats.org/officeDocument/2006/relationships/hyperlink" Target="https://start.howest.be/StrategieCommunicatie/Communicatie" TargetMode="Externa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9317736" cy="4453128"/>
          </a:xfrm>
        </p:spPr>
        <p:txBody>
          <a:bodyPr anchor="t">
            <a:normAutofit/>
          </a:bodyPr>
          <a:lstStyle>
            <a:lvl1pPr algn="l">
              <a:defRPr sz="9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CF91071A-A69E-4756-A27D-7C7C5F9F32BB}"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36017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4427554"/>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0D1C923-C708-4EAA-A92A-FF81A8F7DA0D}"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292846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anchor="t">
            <a:normAutofit/>
          </a:bodyPr>
          <a:lstStyle>
            <a:lvl1pPr algn="l">
              <a:defRPr sz="125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93208"/>
            <a:ext cx="5669280" cy="1161288"/>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761AAA3-5155-4231-8EEA-4F6426D8887B}"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735798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t">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F9A648C8-0436-6FAF-8B52-BA15EFB5F90C}"/>
              </a:ext>
            </a:extLst>
          </p:cNvPr>
          <p:cNvSpPr>
            <a:spLocks noGrp="1"/>
          </p:cNvSpPr>
          <p:nvPr>
            <p:ph type="pic" sz="quarter" idx="13"/>
          </p:nvPr>
        </p:nvSpPr>
        <p:spPr>
          <a:xfrm>
            <a:off x="342901" y="343038"/>
            <a:ext cx="11506200" cy="4792766"/>
          </a:xfrm>
          <a:custGeom>
            <a:avLst/>
            <a:gdLst>
              <a:gd name="connsiteX0" fmla="*/ 292023 w 11506200"/>
              <a:gd name="connsiteY0" fmla="*/ 0 h 4792766"/>
              <a:gd name="connsiteX1" fmla="*/ 11214177 w 11506200"/>
              <a:gd name="connsiteY1" fmla="*/ 0 h 4792766"/>
              <a:gd name="connsiteX2" fmla="*/ 11506200 w 11506200"/>
              <a:gd name="connsiteY2" fmla="*/ 292023 h 4792766"/>
              <a:gd name="connsiteX3" fmla="*/ 11506200 w 11506200"/>
              <a:gd name="connsiteY3" fmla="*/ 4500743 h 4792766"/>
              <a:gd name="connsiteX4" fmla="*/ 11214177 w 11506200"/>
              <a:gd name="connsiteY4" fmla="*/ 4792766 h 4792766"/>
              <a:gd name="connsiteX5" fmla="*/ 292023 w 11506200"/>
              <a:gd name="connsiteY5" fmla="*/ 4792766 h 4792766"/>
              <a:gd name="connsiteX6" fmla="*/ 0 w 11506200"/>
              <a:gd name="connsiteY6" fmla="*/ 4500743 h 4792766"/>
              <a:gd name="connsiteX7" fmla="*/ 0 w 11506200"/>
              <a:gd name="connsiteY7" fmla="*/ 292023 h 4792766"/>
              <a:gd name="connsiteX8" fmla="*/ 292023 w 11506200"/>
              <a:gd name="connsiteY8" fmla="*/ 0 h 4792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6200" h="4792766">
                <a:moveTo>
                  <a:pt x="292023" y="0"/>
                </a:moveTo>
                <a:lnTo>
                  <a:pt x="11214177" y="0"/>
                </a:lnTo>
                <a:cubicBezTo>
                  <a:pt x="11375457" y="0"/>
                  <a:pt x="11506200" y="130743"/>
                  <a:pt x="11506200" y="292023"/>
                </a:cubicBezTo>
                <a:lnTo>
                  <a:pt x="11506200" y="4500743"/>
                </a:lnTo>
                <a:cubicBezTo>
                  <a:pt x="11506200" y="4662023"/>
                  <a:pt x="11375457" y="4792766"/>
                  <a:pt x="11214177" y="4792766"/>
                </a:cubicBezTo>
                <a:lnTo>
                  <a:pt x="292023" y="4792766"/>
                </a:lnTo>
                <a:cubicBezTo>
                  <a:pt x="130743" y="4792766"/>
                  <a:pt x="0" y="4662023"/>
                  <a:pt x="0" y="4500743"/>
                </a:cubicBezTo>
                <a:lnTo>
                  <a:pt x="0" y="292023"/>
                </a:lnTo>
                <a:cubicBezTo>
                  <a:pt x="0" y="130743"/>
                  <a:pt x="130743" y="0"/>
                  <a:pt x="292023" y="0"/>
                </a:cubicBezTo>
                <a:close/>
              </a:path>
            </a:pathLst>
          </a:custGeom>
          <a:blipFill>
            <a:blip r:embed="rId2"/>
            <a:stretch>
              <a:fillRect/>
            </a:stretch>
          </a:blipFill>
        </p:spPr>
        <p:txBody>
          <a:bodyPr wrap="square">
            <a:noAutofit/>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A94E042F-6826-4E41-A6B0-8BF606E4151E}"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9718282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5591348"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dpi="0" rotWithShape="1">
            <a:blip r:embed="rId2"/>
            <a:srcRect/>
            <a:stretch>
              <a:fillRect/>
            </a:stretch>
          </a:blipFill>
        </p:spPr>
        <p:txBody>
          <a:bodyPr wrap="square">
            <a:noAutofit/>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3E408205-B154-4943-AEBC-86E16421E5DB}"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310336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D144122-2A67-493C-895E-2682608B0F6A}"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
        <p:nvSpPr>
          <p:cNvPr id="11" name="Picture Placeholder 6">
            <a:extLst>
              <a:ext uri="{FF2B5EF4-FFF2-40B4-BE49-F238E27FC236}">
                <a16:creationId xmlns:a16="http://schemas.microsoft.com/office/drawing/2014/main" id="{8F28510C-0939-D915-FCC8-7D8AD4475782}"/>
              </a:ext>
            </a:extLst>
          </p:cNvPr>
          <p:cNvSpPr>
            <a:spLocks noGrp="1"/>
          </p:cNvSpPr>
          <p:nvPr>
            <p:ph type="pic" sz="quarter" idx="13"/>
          </p:nvPr>
        </p:nvSpPr>
        <p:spPr>
          <a:xfrm>
            <a:off x="6517247" y="342900"/>
            <a:ext cx="5334000" cy="6172200"/>
          </a:xfrm>
          <a:custGeom>
            <a:avLst/>
            <a:gdLst>
              <a:gd name="connsiteX0" fmla="*/ 305905 w 5334000"/>
              <a:gd name="connsiteY0" fmla="*/ 0 h 6172200"/>
              <a:gd name="connsiteX1" fmla="*/ 5028095 w 5334000"/>
              <a:gd name="connsiteY1" fmla="*/ 0 h 6172200"/>
              <a:gd name="connsiteX2" fmla="*/ 5334000 w 5334000"/>
              <a:gd name="connsiteY2" fmla="*/ 305905 h 6172200"/>
              <a:gd name="connsiteX3" fmla="*/ 5334000 w 5334000"/>
              <a:gd name="connsiteY3" fmla="*/ 5866295 h 6172200"/>
              <a:gd name="connsiteX4" fmla="*/ 5028095 w 5334000"/>
              <a:gd name="connsiteY4" fmla="*/ 6172200 h 6172200"/>
              <a:gd name="connsiteX5" fmla="*/ 305905 w 5334000"/>
              <a:gd name="connsiteY5" fmla="*/ 6172200 h 6172200"/>
              <a:gd name="connsiteX6" fmla="*/ 0 w 5334000"/>
              <a:gd name="connsiteY6" fmla="*/ 5866295 h 6172200"/>
              <a:gd name="connsiteX7" fmla="*/ 0 w 5334000"/>
              <a:gd name="connsiteY7" fmla="*/ 305905 h 6172200"/>
              <a:gd name="connsiteX8" fmla="*/ 305905 w 53340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34000" h="6172200">
                <a:moveTo>
                  <a:pt x="305905" y="0"/>
                </a:moveTo>
                <a:lnTo>
                  <a:pt x="5028095" y="0"/>
                </a:lnTo>
                <a:cubicBezTo>
                  <a:pt x="5197042" y="0"/>
                  <a:pt x="5334000" y="136958"/>
                  <a:pt x="5334000" y="305905"/>
                </a:cubicBezTo>
                <a:lnTo>
                  <a:pt x="5334000" y="5866295"/>
                </a:lnTo>
                <a:cubicBezTo>
                  <a:pt x="5334000" y="6035242"/>
                  <a:pt x="5197042" y="6172200"/>
                  <a:pt x="5028095" y="6172200"/>
                </a:cubicBezTo>
                <a:lnTo>
                  <a:pt x="305905" y="6172200"/>
                </a:lnTo>
                <a:cubicBezTo>
                  <a:pt x="136958" y="6172200"/>
                  <a:pt x="0" y="6035242"/>
                  <a:pt x="0" y="5866295"/>
                </a:cubicBezTo>
                <a:lnTo>
                  <a:pt x="0" y="305905"/>
                </a:lnTo>
                <a:cubicBezTo>
                  <a:pt x="0" y="136958"/>
                  <a:pt x="136958" y="0"/>
                  <a:pt x="305905" y="0"/>
                </a:cubicBezTo>
                <a:close/>
              </a:path>
            </a:pathLst>
          </a:custGeom>
          <a:blipFill>
            <a:blip r:embed="rId2"/>
            <a:stretch>
              <a:fillRect/>
            </a:stretch>
          </a:blipFill>
        </p:spPr>
        <p:txBody>
          <a:bodyPr wrap="square">
            <a:noAutofit/>
          </a:bodyPr>
          <a:lstStyle/>
          <a:p>
            <a:endParaRPr lang="en-US"/>
          </a:p>
        </p:txBody>
      </p:sp>
    </p:spTree>
    <p:extLst>
      <p:ext uri="{BB962C8B-B14F-4D97-AF65-F5344CB8AC3E}">
        <p14:creationId xmlns:p14="http://schemas.microsoft.com/office/powerpoint/2010/main" val="12308644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6">
            <a:extLst>
              <a:ext uri="{FF2B5EF4-FFF2-40B4-BE49-F238E27FC236}">
                <a16:creationId xmlns:a16="http://schemas.microsoft.com/office/drawing/2014/main" id="{55FC269D-AA10-2D35-8DD6-33E0E2CC4064}"/>
              </a:ext>
            </a:extLst>
          </p:cNvPr>
          <p:cNvSpPr>
            <a:spLocks noGrp="1"/>
          </p:cNvSpPr>
          <p:nvPr>
            <p:ph type="pic" sz="quarter" idx="13"/>
          </p:nvPr>
        </p:nvSpPr>
        <p:spPr>
          <a:xfrm>
            <a:off x="347472" y="343038"/>
            <a:ext cx="6257031" cy="6172200"/>
          </a:xfrm>
          <a:custGeom>
            <a:avLst/>
            <a:gdLst>
              <a:gd name="connsiteX0" fmla="*/ 318609 w 6257031"/>
              <a:gd name="connsiteY0" fmla="*/ 0 h 6172200"/>
              <a:gd name="connsiteX1" fmla="*/ 5938422 w 6257031"/>
              <a:gd name="connsiteY1" fmla="*/ 0 h 6172200"/>
              <a:gd name="connsiteX2" fmla="*/ 6257031 w 6257031"/>
              <a:gd name="connsiteY2" fmla="*/ 318609 h 6172200"/>
              <a:gd name="connsiteX3" fmla="*/ 6257031 w 6257031"/>
              <a:gd name="connsiteY3" fmla="*/ 5853591 h 6172200"/>
              <a:gd name="connsiteX4" fmla="*/ 5938422 w 6257031"/>
              <a:gd name="connsiteY4" fmla="*/ 6172200 h 6172200"/>
              <a:gd name="connsiteX5" fmla="*/ 318609 w 6257031"/>
              <a:gd name="connsiteY5" fmla="*/ 6172200 h 6172200"/>
              <a:gd name="connsiteX6" fmla="*/ 0 w 6257031"/>
              <a:gd name="connsiteY6" fmla="*/ 5853591 h 6172200"/>
              <a:gd name="connsiteX7" fmla="*/ 0 w 6257031"/>
              <a:gd name="connsiteY7" fmla="*/ 318609 h 6172200"/>
              <a:gd name="connsiteX8" fmla="*/ 318609 w 6257031"/>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7031" h="6172200">
                <a:moveTo>
                  <a:pt x="318609" y="0"/>
                </a:moveTo>
                <a:lnTo>
                  <a:pt x="5938422" y="0"/>
                </a:lnTo>
                <a:cubicBezTo>
                  <a:pt x="6114385" y="0"/>
                  <a:pt x="6257031" y="142646"/>
                  <a:pt x="6257031" y="318609"/>
                </a:cubicBezTo>
                <a:lnTo>
                  <a:pt x="6257031" y="5853591"/>
                </a:lnTo>
                <a:cubicBezTo>
                  <a:pt x="6257031" y="6029554"/>
                  <a:pt x="6114385" y="6172200"/>
                  <a:pt x="5938422" y="6172200"/>
                </a:cubicBezTo>
                <a:lnTo>
                  <a:pt x="318609" y="6172200"/>
                </a:lnTo>
                <a:cubicBezTo>
                  <a:pt x="142646" y="6172200"/>
                  <a:pt x="0" y="6029554"/>
                  <a:pt x="0" y="5853591"/>
                </a:cubicBezTo>
                <a:lnTo>
                  <a:pt x="0" y="318609"/>
                </a:lnTo>
                <a:cubicBezTo>
                  <a:pt x="0" y="142646"/>
                  <a:pt x="142646" y="0"/>
                  <a:pt x="318609" y="0"/>
                </a:cubicBezTo>
                <a:close/>
              </a:path>
            </a:pathLst>
          </a:custGeom>
          <a:blipFill>
            <a:blip r:embed="rId2"/>
            <a:stretch>
              <a:fillRect/>
            </a:stretch>
          </a:blipFill>
        </p:spPr>
        <p:txBody>
          <a:bodyPr wrap="square">
            <a:noAutofit/>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486A74E5-A9C0-4E5C-851E-13F6D920EA1A}"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98249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userDrawn="1"/>
        </p:nvSpPr>
        <p:spPr>
          <a:xfrm>
            <a:off x="0" y="0"/>
            <a:ext cx="12192000" cy="6858000"/>
          </a:xfrm>
          <a:prstGeom prst="rect">
            <a:avLst/>
          </a:prstGeom>
          <a:solidFill>
            <a:schemeClr val="bg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tx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2"/>
                </a:solidFill>
              </a:defRPr>
            </a:lvl1pPr>
          </a:lstStyle>
          <a:p>
            <a:fld id="{3188DBF3-F598-4A31-8E9B-511F7F0D5E47}" type="datetime1">
              <a:rPr lang="en-US" smtClean="0"/>
              <a:t>2/17/2026</a:t>
            </a:fld>
            <a:endParaRPr lang="en-US"/>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2"/>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2775914727"/>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7772400" cy="4562856"/>
          </a:xfrm>
        </p:spPr>
        <p:txBody>
          <a:bodyPr anchor="b">
            <a:normAutofit/>
          </a:bodyPr>
          <a:lstStyle>
            <a:lvl1pPr>
              <a:defRPr sz="8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7FDC7299-89AC-DB5B-B75E-E02A0040A62D}"/>
              </a:ext>
            </a:extLst>
          </p:cNvPr>
          <p:cNvSpPr>
            <a:spLocks noGrp="1"/>
          </p:cNvSpPr>
          <p:nvPr>
            <p:ph type="body" idx="1"/>
          </p:nvPr>
        </p:nvSpPr>
        <p:spPr>
          <a:xfrm>
            <a:off x="429768" y="429768"/>
            <a:ext cx="7772400" cy="786384"/>
          </a:xfrm>
        </p:spPr>
        <p:txBody>
          <a:bodyPr>
            <a:normAutofit/>
          </a:bodyPr>
          <a:lstStyle>
            <a:lvl1pPr marL="0" indent="0">
              <a:buNone/>
              <a:defRPr sz="20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bg1"/>
                </a:solidFill>
              </a:defRPr>
            </a:lvl1pPr>
          </a:lstStyle>
          <a:p>
            <a:fld id="{3188DBF3-F598-4A31-8E9B-511F7F0D5E47}" type="datetime1">
              <a:rPr lang="en-US" smtClean="0"/>
              <a:pPr/>
              <a:t>2/17/2026</a:t>
            </a:fld>
            <a:endParaRPr lang="en-US"/>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bg1"/>
                </a:solidFill>
              </a:defRPr>
            </a:lvl1pPr>
          </a:lstStyle>
          <a:p>
            <a:fld id="{84145AC3-CC88-4C8A-A6CE-8D44921B6A23}" type="slidenum">
              <a:rPr lang="en-US" smtClean="0"/>
              <a:pPr/>
              <a:t>‹#›</a:t>
            </a:fld>
            <a:endParaRPr lang="en-US"/>
          </a:p>
        </p:txBody>
      </p:sp>
    </p:spTree>
    <p:extLst>
      <p:ext uri="{BB962C8B-B14F-4D97-AF65-F5344CB8AC3E}">
        <p14:creationId xmlns:p14="http://schemas.microsoft.com/office/powerpoint/2010/main" val="176359552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2/17/2026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387202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644383" y="1012952"/>
            <a:ext cx="4023360" cy="1636776"/>
          </a:xfrm>
        </p:spPr>
        <p:txBody>
          <a:bodyPr anchor="b">
            <a:normAutofit/>
          </a:bodyPr>
          <a:lstStyle>
            <a:lvl1pPr>
              <a:defRPr sz="4800"/>
            </a:lvl1pPr>
          </a:lstStyle>
          <a:p>
            <a:r>
              <a:rPr lang="en-US"/>
              <a:t>Click to edit Master title style</a:t>
            </a:r>
          </a:p>
        </p:txBody>
      </p:sp>
      <p:sp>
        <p:nvSpPr>
          <p:cNvPr id="10" name="Picture Placeholder 7">
            <a:extLst>
              <a:ext uri="{FF2B5EF4-FFF2-40B4-BE49-F238E27FC236}">
                <a16:creationId xmlns:a16="http://schemas.microsoft.com/office/drawing/2014/main" id="{BA22E09C-1954-DBFC-E669-2449D22D2D2E}"/>
              </a:ext>
            </a:extLst>
          </p:cNvPr>
          <p:cNvSpPr>
            <a:spLocks noGrp="1"/>
          </p:cNvSpPr>
          <p:nvPr>
            <p:ph type="pic" sz="quarter" idx="14"/>
          </p:nvPr>
        </p:nvSpPr>
        <p:spPr>
          <a:xfrm>
            <a:off x="342901" y="345109"/>
            <a:ext cx="6714969" cy="6163508"/>
          </a:xfrm>
          <a:custGeom>
            <a:avLst/>
            <a:gdLst>
              <a:gd name="connsiteX0" fmla="*/ 312551 w 6714969"/>
              <a:gd name="connsiteY0" fmla="*/ 0 h 6163508"/>
              <a:gd name="connsiteX1" fmla="*/ 6402418 w 6714969"/>
              <a:gd name="connsiteY1" fmla="*/ 0 h 6163508"/>
              <a:gd name="connsiteX2" fmla="*/ 6714969 w 6714969"/>
              <a:gd name="connsiteY2" fmla="*/ 312551 h 6163508"/>
              <a:gd name="connsiteX3" fmla="*/ 6714969 w 6714969"/>
              <a:gd name="connsiteY3" fmla="*/ 5850957 h 6163508"/>
              <a:gd name="connsiteX4" fmla="*/ 6402418 w 6714969"/>
              <a:gd name="connsiteY4" fmla="*/ 6163508 h 6163508"/>
              <a:gd name="connsiteX5" fmla="*/ 312551 w 6714969"/>
              <a:gd name="connsiteY5" fmla="*/ 6163508 h 6163508"/>
              <a:gd name="connsiteX6" fmla="*/ 0 w 6714969"/>
              <a:gd name="connsiteY6" fmla="*/ 5850957 h 6163508"/>
              <a:gd name="connsiteX7" fmla="*/ 0 w 6714969"/>
              <a:gd name="connsiteY7" fmla="*/ 312551 h 6163508"/>
              <a:gd name="connsiteX8" fmla="*/ 312551 w 6714969"/>
              <a:gd name="connsiteY8" fmla="*/ 0 h 61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4969" h="6163508">
                <a:moveTo>
                  <a:pt x="312551" y="0"/>
                </a:moveTo>
                <a:lnTo>
                  <a:pt x="6402418" y="0"/>
                </a:lnTo>
                <a:cubicBezTo>
                  <a:pt x="6575035" y="0"/>
                  <a:pt x="6714969" y="139934"/>
                  <a:pt x="6714969" y="312551"/>
                </a:cubicBezTo>
                <a:lnTo>
                  <a:pt x="6714969" y="5850957"/>
                </a:lnTo>
                <a:cubicBezTo>
                  <a:pt x="6714969" y="6023574"/>
                  <a:pt x="6575035" y="6163508"/>
                  <a:pt x="6402418" y="6163508"/>
                </a:cubicBezTo>
                <a:lnTo>
                  <a:pt x="312551" y="6163508"/>
                </a:lnTo>
                <a:cubicBezTo>
                  <a:pt x="139934" y="6163508"/>
                  <a:pt x="0" y="6023574"/>
                  <a:pt x="0" y="5850957"/>
                </a:cubicBezTo>
                <a:lnTo>
                  <a:pt x="0" y="312551"/>
                </a:lnTo>
                <a:cubicBezTo>
                  <a:pt x="0" y="139934"/>
                  <a:pt x="139934" y="0"/>
                  <a:pt x="312551" y="0"/>
                </a:cubicBezTo>
                <a:close/>
              </a:path>
            </a:pathLst>
          </a:custGeom>
          <a:blipFill>
            <a:blip r:embed="rId2"/>
            <a:stretch>
              <a:fillRect/>
            </a:stretch>
          </a:blipFill>
        </p:spPr>
        <p:txBody>
          <a:bodyPr wrap="square">
            <a:noAutofit/>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644384" y="2896616"/>
            <a:ext cx="4023360" cy="3364992"/>
          </a:xfrm>
        </p:spPr>
        <p:txBody>
          <a:bodyPr vert="horz" lIns="91440" tIns="45720" rIns="91440" bIns="45720" rtlCol="0">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4420FBA-2DD9-4488-808B-852669FDC9B7}" type="datetime1">
              <a:rPr lang="en-US" smtClean="0"/>
              <a:t>2/17/2026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9280604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39D5A0-3316-4C32-929A-0D0DB97D10BB}"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41952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FBBADD7-305F-4EB9-8736-D791FAF7A4D4}"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167254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80"/>
            <a:ext cx="11328845" cy="740664"/>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9768" y="1380744"/>
            <a:ext cx="11328844" cy="49011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649238A-C249-43B5-82BC-D29F8CAE992A}"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405595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97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546182-1DDF-4ACE-B05D-D855179AB21D}"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28792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879F24-F3CA-4AD0-8BF8-AB0BBB30EE08}"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851184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4342EAA-E00A-40E8-8E99-2669E0367007}"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421562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4032504"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422392" y="640080"/>
            <a:ext cx="597103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4035030-C135-4A24-944D-06B773D2F2E6}"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115726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25696" y="640080"/>
            <a:ext cx="7159752"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AA5E6FB-0D10-49C4-88DE-98215C666BA1}"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726254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F226A48-373B-47E6-1E90-9892366CC9F0}"/>
              </a:ext>
            </a:extLst>
          </p:cNvPr>
          <p:cNvSpPr>
            <a:spLocks noGrp="1"/>
          </p:cNvSpPr>
          <p:nvPr>
            <p:ph type="pic" sz="quarter" idx="13"/>
          </p:nvPr>
        </p:nvSpPr>
        <p:spPr>
          <a:xfrm>
            <a:off x="342900" y="342900"/>
            <a:ext cx="4501152" cy="6172200"/>
          </a:xfrm>
          <a:custGeom>
            <a:avLst/>
            <a:gdLst>
              <a:gd name="connsiteX0" fmla="*/ 332635 w 4501152"/>
              <a:gd name="connsiteY0" fmla="*/ 0 h 6172200"/>
              <a:gd name="connsiteX1" fmla="*/ 4168517 w 4501152"/>
              <a:gd name="connsiteY1" fmla="*/ 0 h 6172200"/>
              <a:gd name="connsiteX2" fmla="*/ 4501152 w 4501152"/>
              <a:gd name="connsiteY2" fmla="*/ 331423 h 6172200"/>
              <a:gd name="connsiteX3" fmla="*/ 4501152 w 4501152"/>
              <a:gd name="connsiteY3" fmla="*/ 5840778 h 6172200"/>
              <a:gd name="connsiteX4" fmla="*/ 4168517 w 4501152"/>
              <a:gd name="connsiteY4" fmla="*/ 6172200 h 6172200"/>
              <a:gd name="connsiteX5" fmla="*/ 332635 w 4501152"/>
              <a:gd name="connsiteY5" fmla="*/ 6172200 h 6172200"/>
              <a:gd name="connsiteX6" fmla="*/ 0 w 4501152"/>
              <a:gd name="connsiteY6" fmla="*/ 5840778 h 6172200"/>
              <a:gd name="connsiteX7" fmla="*/ 0 w 4501152"/>
              <a:gd name="connsiteY7" fmla="*/ 331423 h 6172200"/>
              <a:gd name="connsiteX8" fmla="*/ 332635 w 4501152"/>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01152" h="6172200">
                <a:moveTo>
                  <a:pt x="332635" y="0"/>
                </a:moveTo>
                <a:lnTo>
                  <a:pt x="4168517" y="0"/>
                </a:lnTo>
                <a:cubicBezTo>
                  <a:pt x="4352226" y="0"/>
                  <a:pt x="4501152" y="148383"/>
                  <a:pt x="4501152" y="331423"/>
                </a:cubicBezTo>
                <a:lnTo>
                  <a:pt x="4501152" y="5840778"/>
                </a:lnTo>
                <a:cubicBezTo>
                  <a:pt x="4501152" y="6023817"/>
                  <a:pt x="4352226" y="6172200"/>
                  <a:pt x="4168517" y="6172200"/>
                </a:cubicBezTo>
                <a:lnTo>
                  <a:pt x="332635" y="6172200"/>
                </a:lnTo>
                <a:cubicBezTo>
                  <a:pt x="148926" y="6172200"/>
                  <a:pt x="0" y="6023817"/>
                  <a:pt x="0" y="5840778"/>
                </a:cubicBezTo>
                <a:lnTo>
                  <a:pt x="0" y="331423"/>
                </a:lnTo>
                <a:cubicBezTo>
                  <a:pt x="0" y="148383"/>
                  <a:pt x="148926" y="0"/>
                  <a:pt x="332635"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242880F-92D7-4796-B72D-6CF83054BAF5}"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92163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523749-65BA-43BD-B2BF-FF5A4C96AE14}" type="datetime1">
              <a:rPr lang="en-US" smtClean="0"/>
              <a:t>2/17/2026</a:t>
            </a:fld>
            <a:endParaRPr lang="en-US"/>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p:nvPr>
        </p:nvSpPr>
        <p:spPr>
          <a:xfrm>
            <a:off x="7353304" y="352327"/>
            <a:ext cx="4495799" cy="61722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a:blip r:embed="rId2"/>
            <a:stretch>
              <a:fillRect/>
            </a:stretch>
          </a:blipFill>
        </p:spPr>
        <p:txBody>
          <a:bodyPr wrap="square">
            <a:noAutofit/>
          </a:bodyPr>
          <a:lstStyle/>
          <a:p>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636885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9539F8C7-DD74-7177-C2DA-02533B6576FD}"/>
              </a:ext>
            </a:extLst>
          </p:cNvPr>
          <p:cNvSpPr>
            <a:spLocks noGrp="1"/>
          </p:cNvSpPr>
          <p:nvPr>
            <p:ph type="pic" sz="quarter" idx="13"/>
          </p:nvPr>
        </p:nvSpPr>
        <p:spPr>
          <a:xfrm>
            <a:off x="339373"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561C12A-E1D5-4BE9-85D9-F221F70F4931}"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21550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7BBDBE6-5750-4902-BDAA-20F546DD8AD7}" type="datetime1">
              <a:rPr lang="en-US" smtClean="0"/>
              <a:t>2/17/2026</a:t>
            </a:fld>
            <a:endParaRPr lang="en-US"/>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p:nvPr>
        </p:nvSpPr>
        <p:spPr>
          <a:xfrm>
            <a:off x="8046768" y="344424"/>
            <a:ext cx="3808553" cy="61722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a:blip r:embed="rId2"/>
            <a:stretch>
              <a:fillRect/>
            </a:stretch>
          </a:blipFill>
        </p:spPr>
        <p:txBody>
          <a:bodyPr wrap="square">
            <a:noAutofit/>
          </a:bodyPr>
          <a:lstStyle/>
          <a:p>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2640808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01C4331-C33F-4DC1-AB74-C520A718CE2B}"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76612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91A4764-83A9-4A81-9507-BED109D81520}" type="datetime1">
              <a:rPr lang="en-US" smtClean="0"/>
              <a:t>2/17/2026</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6733254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EB281557-D8C5-3666-A17C-BD66A5F9C048}"/>
              </a:ext>
            </a:extLst>
          </p:cNvPr>
          <p:cNvSpPr>
            <a:spLocks noGrp="1"/>
          </p:cNvSpPr>
          <p:nvPr>
            <p:ph type="pic" sz="quarter" idx="13"/>
          </p:nvPr>
        </p:nvSpPr>
        <p:spPr>
          <a:xfrm>
            <a:off x="341522" y="342902"/>
            <a:ext cx="6249778" cy="6172343"/>
          </a:xfrm>
          <a:custGeom>
            <a:avLst/>
            <a:gdLst>
              <a:gd name="connsiteX0" fmla="*/ 258473 w 6249778"/>
              <a:gd name="connsiteY0" fmla="*/ 0 h 6172343"/>
              <a:gd name="connsiteX1" fmla="*/ 5991306 w 6249778"/>
              <a:gd name="connsiteY1" fmla="*/ 0 h 6172343"/>
              <a:gd name="connsiteX2" fmla="*/ 6249778 w 6249778"/>
              <a:gd name="connsiteY2" fmla="*/ 257942 h 6172343"/>
              <a:gd name="connsiteX3" fmla="*/ 6249778 w 6249778"/>
              <a:gd name="connsiteY3" fmla="*/ 5914401 h 6172343"/>
              <a:gd name="connsiteX4" fmla="*/ 5991306 w 6249778"/>
              <a:gd name="connsiteY4" fmla="*/ 6172343 h 6172343"/>
              <a:gd name="connsiteX5" fmla="*/ 258473 w 6249778"/>
              <a:gd name="connsiteY5" fmla="*/ 6172343 h 6172343"/>
              <a:gd name="connsiteX6" fmla="*/ 0 w 6249778"/>
              <a:gd name="connsiteY6" fmla="*/ 5914401 h 6172343"/>
              <a:gd name="connsiteX7" fmla="*/ 0 w 6249778"/>
              <a:gd name="connsiteY7" fmla="*/ 257942 h 6172343"/>
              <a:gd name="connsiteX8" fmla="*/ 258473 w 6249778"/>
              <a:gd name="connsiteY8" fmla="*/ 0 h 6172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778" h="6172343">
                <a:moveTo>
                  <a:pt x="258473" y="0"/>
                </a:moveTo>
                <a:lnTo>
                  <a:pt x="5991306" y="0"/>
                </a:lnTo>
                <a:cubicBezTo>
                  <a:pt x="6134057" y="0"/>
                  <a:pt x="6249778" y="115484"/>
                  <a:pt x="6249778" y="257942"/>
                </a:cubicBezTo>
                <a:lnTo>
                  <a:pt x="6249778" y="5914401"/>
                </a:lnTo>
                <a:cubicBezTo>
                  <a:pt x="6249778" y="6056859"/>
                  <a:pt x="6134057" y="6172343"/>
                  <a:pt x="5991306" y="6172343"/>
                </a:cubicBezTo>
                <a:lnTo>
                  <a:pt x="258473" y="6172343"/>
                </a:lnTo>
                <a:cubicBezTo>
                  <a:pt x="115722" y="6172343"/>
                  <a:pt x="0" y="6056859"/>
                  <a:pt x="0" y="5914401"/>
                </a:cubicBezTo>
                <a:lnTo>
                  <a:pt x="0" y="257942"/>
                </a:lnTo>
                <a:cubicBezTo>
                  <a:pt x="0" y="115484"/>
                  <a:pt x="115722" y="0"/>
                  <a:pt x="258473"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9B2C6C9-D30C-4946-92A4-454A5FC69685}"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548024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D479CC6-BB04-42D6-AB0C-BAA184663D94}" type="datetime1">
              <a:rPr lang="en-US" smtClean="0"/>
              <a:t>2/17/2026</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p:nvPr>
        </p:nvSpPr>
        <p:spPr>
          <a:xfrm>
            <a:off x="5737594" y="342900"/>
            <a:ext cx="6111507" cy="6172338"/>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a:blip r:embed="rId2"/>
            <a:stretch>
              <a:fillRect/>
            </a:stretch>
          </a:blipFill>
        </p:spPr>
        <p:txBody>
          <a:bodyPr wrap="square">
            <a:noAutofit/>
          </a:bodyPr>
          <a:lstStyle/>
          <a:p>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601651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B3D66E4-8050-49E4-B8D2-06214BFB7C0A}"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996580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4502843" y="342901"/>
            <a:ext cx="7346257"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E7AEA2F-0823-4BD6-88F7-6D0D98F52C93}"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69227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p:nvPr>
        </p:nvSpPr>
        <p:spPr>
          <a:xfrm>
            <a:off x="342900" y="342901"/>
            <a:ext cx="7391400" cy="6172200"/>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6092A99-204A-46CE-8F70-09D6B2D34877}"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142327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2" y="5111854"/>
            <a:ext cx="3739279" cy="1389888"/>
          </a:xfrm>
        </p:spPr>
        <p:txBody>
          <a:bodyPr anchor="t">
            <a:normAutofit/>
          </a:bodyPr>
          <a:lstStyle>
            <a:lvl1pPr>
              <a:defRPr sz="3200"/>
            </a:lvl1pPr>
          </a:lstStyle>
          <a:p>
            <a:r>
              <a:rPr lang="en-US"/>
              <a:t>Click to edit Master title style</a:t>
            </a:r>
          </a:p>
        </p:txBody>
      </p:sp>
      <p:sp>
        <p:nvSpPr>
          <p:cNvPr id="19" name="Picture Placeholder 17">
            <a:extLst>
              <a:ext uri="{FF2B5EF4-FFF2-40B4-BE49-F238E27FC236}">
                <a16:creationId xmlns:a16="http://schemas.microsoft.com/office/drawing/2014/main" id="{D5837EDE-723C-6CF6-EB95-3AEDA1F07E9E}"/>
              </a:ext>
            </a:extLst>
          </p:cNvPr>
          <p:cNvSpPr>
            <a:spLocks noGrp="1"/>
          </p:cNvSpPr>
          <p:nvPr>
            <p:ph type="pic" sz="quarter" idx="15"/>
          </p:nvPr>
        </p:nvSpPr>
        <p:spPr>
          <a:xfrm>
            <a:off x="339373" y="320043"/>
            <a:ext cx="11509730" cy="4404825"/>
          </a:xfrm>
          <a:custGeom>
            <a:avLst/>
            <a:gdLst>
              <a:gd name="connsiteX0" fmla="*/ 299132 w 11509730"/>
              <a:gd name="connsiteY0" fmla="*/ 0 h 4404825"/>
              <a:gd name="connsiteX1" fmla="*/ 11210598 w 11509730"/>
              <a:gd name="connsiteY1" fmla="*/ 0 h 4404825"/>
              <a:gd name="connsiteX2" fmla="*/ 11509730 w 11509730"/>
              <a:gd name="connsiteY2" fmla="*/ 299132 h 4404825"/>
              <a:gd name="connsiteX3" fmla="*/ 11509730 w 11509730"/>
              <a:gd name="connsiteY3" fmla="*/ 4105693 h 4404825"/>
              <a:gd name="connsiteX4" fmla="*/ 11210598 w 11509730"/>
              <a:gd name="connsiteY4" fmla="*/ 4404825 h 4404825"/>
              <a:gd name="connsiteX5" fmla="*/ 299132 w 11509730"/>
              <a:gd name="connsiteY5" fmla="*/ 4404825 h 4404825"/>
              <a:gd name="connsiteX6" fmla="*/ 0 w 11509730"/>
              <a:gd name="connsiteY6" fmla="*/ 4105693 h 4404825"/>
              <a:gd name="connsiteX7" fmla="*/ 0 w 11509730"/>
              <a:gd name="connsiteY7" fmla="*/ 299132 h 4404825"/>
              <a:gd name="connsiteX8" fmla="*/ 299132 w 11509730"/>
              <a:gd name="connsiteY8" fmla="*/ 0 h 44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4404825">
                <a:moveTo>
                  <a:pt x="299132" y="0"/>
                </a:moveTo>
                <a:lnTo>
                  <a:pt x="11210598" y="0"/>
                </a:lnTo>
                <a:cubicBezTo>
                  <a:pt x="11375804" y="0"/>
                  <a:pt x="11509730" y="133926"/>
                  <a:pt x="11509730" y="299132"/>
                </a:cubicBezTo>
                <a:lnTo>
                  <a:pt x="11509730" y="4105693"/>
                </a:lnTo>
                <a:cubicBezTo>
                  <a:pt x="11509730" y="4270899"/>
                  <a:pt x="11375804" y="4404825"/>
                  <a:pt x="11210598" y="4404825"/>
                </a:cubicBezTo>
                <a:lnTo>
                  <a:pt x="299132" y="4404825"/>
                </a:lnTo>
                <a:cubicBezTo>
                  <a:pt x="133926" y="4404825"/>
                  <a:pt x="0" y="4270899"/>
                  <a:pt x="0" y="4105693"/>
                </a:cubicBezTo>
                <a:lnTo>
                  <a:pt x="0" y="299132"/>
                </a:lnTo>
                <a:cubicBezTo>
                  <a:pt x="0" y="133926"/>
                  <a:pt x="133926" y="0"/>
                  <a:pt x="299132" y="0"/>
                </a:cubicBezTo>
                <a:close/>
              </a:path>
            </a:pathLst>
          </a:custGeom>
          <a:blipFill>
            <a:blip r:embed="rId2"/>
            <a:stretch>
              <a:fillRect/>
            </a:stretch>
          </a:blipFill>
        </p:spPr>
        <p:txBody>
          <a:bodyPr wrap="square">
            <a:noAutofit/>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8749EA3-15DE-451B-A24B-ACC8EA0B6D09}" type="datetime1">
              <a:rPr lang="en-US" smtClean="0"/>
              <a:t>2/17/2026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51928" y="5111854"/>
            <a:ext cx="6400800" cy="1389888"/>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598765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1BCE7E7D-ED4A-B625-6CB8-4D71682F63D4}"/>
              </a:ext>
            </a:extLst>
          </p:cNvPr>
          <p:cNvSpPr>
            <a:spLocks noGrp="1"/>
          </p:cNvSpPr>
          <p:nvPr>
            <p:ph type="pic" sz="quarter" idx="13"/>
          </p:nvPr>
        </p:nvSpPr>
        <p:spPr>
          <a:xfrm>
            <a:off x="339373" y="320042"/>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F1343DB-FCC0-4D52-80F2-173D55390D61}" type="datetime1">
              <a:rPr lang="en-US" smtClean="0"/>
              <a:t>2/17/2026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557107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9" name="Picture Placeholder 8">
            <a:extLst>
              <a:ext uri="{FF2B5EF4-FFF2-40B4-BE49-F238E27FC236}">
                <a16:creationId xmlns:a16="http://schemas.microsoft.com/office/drawing/2014/main" id="{86A25225-80A2-7139-2A81-39CA926639FF}"/>
              </a:ext>
            </a:extLst>
          </p:cNvPr>
          <p:cNvSpPr>
            <a:spLocks noGrp="1"/>
          </p:cNvSpPr>
          <p:nvPr>
            <p:ph type="pic" sz="quarter" idx="13"/>
          </p:nvPr>
        </p:nvSpPr>
        <p:spPr>
          <a:xfrm>
            <a:off x="339373" y="3067414"/>
            <a:ext cx="11509730" cy="3458229"/>
          </a:xfrm>
          <a:custGeom>
            <a:avLst/>
            <a:gdLst>
              <a:gd name="connsiteX0" fmla="*/ 351529 w 11509730"/>
              <a:gd name="connsiteY0" fmla="*/ 0 h 3458229"/>
              <a:gd name="connsiteX1" fmla="*/ 11158201 w 11509730"/>
              <a:gd name="connsiteY1" fmla="*/ 0 h 3458229"/>
              <a:gd name="connsiteX2" fmla="*/ 11509730 w 11509730"/>
              <a:gd name="connsiteY2" fmla="*/ 351529 h 3458229"/>
              <a:gd name="connsiteX3" fmla="*/ 11509730 w 11509730"/>
              <a:gd name="connsiteY3" fmla="*/ 3106700 h 3458229"/>
              <a:gd name="connsiteX4" fmla="*/ 11158201 w 11509730"/>
              <a:gd name="connsiteY4" fmla="*/ 3458229 h 3458229"/>
              <a:gd name="connsiteX5" fmla="*/ 351529 w 11509730"/>
              <a:gd name="connsiteY5" fmla="*/ 3458229 h 3458229"/>
              <a:gd name="connsiteX6" fmla="*/ 0 w 11509730"/>
              <a:gd name="connsiteY6" fmla="*/ 3106700 h 3458229"/>
              <a:gd name="connsiteX7" fmla="*/ 0 w 11509730"/>
              <a:gd name="connsiteY7" fmla="*/ 351529 h 3458229"/>
              <a:gd name="connsiteX8" fmla="*/ 351529 w 11509730"/>
              <a:gd name="connsiteY8" fmla="*/ 0 h 345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09730" h="3458229">
                <a:moveTo>
                  <a:pt x="351529" y="0"/>
                </a:moveTo>
                <a:lnTo>
                  <a:pt x="11158201" y="0"/>
                </a:lnTo>
                <a:cubicBezTo>
                  <a:pt x="11352345" y="0"/>
                  <a:pt x="11509730" y="157385"/>
                  <a:pt x="11509730" y="351529"/>
                </a:cubicBezTo>
                <a:lnTo>
                  <a:pt x="11509730" y="3106700"/>
                </a:lnTo>
                <a:cubicBezTo>
                  <a:pt x="11509730" y="3300844"/>
                  <a:pt x="11352345" y="3458229"/>
                  <a:pt x="11158201" y="3458229"/>
                </a:cubicBezTo>
                <a:lnTo>
                  <a:pt x="351529" y="3458229"/>
                </a:lnTo>
                <a:cubicBezTo>
                  <a:pt x="157385" y="3458229"/>
                  <a:pt x="0" y="3300844"/>
                  <a:pt x="0" y="3106700"/>
                </a:cubicBezTo>
                <a:lnTo>
                  <a:pt x="0" y="351529"/>
                </a:lnTo>
                <a:cubicBezTo>
                  <a:pt x="0" y="157385"/>
                  <a:pt x="157385" y="0"/>
                  <a:pt x="351529" y="0"/>
                </a:cubicBezTo>
                <a:close/>
              </a:path>
            </a:pathLst>
          </a:custGeom>
          <a:blipFill>
            <a:blip r:embed="rId2"/>
            <a:stretch>
              <a:fillRect/>
            </a:stretch>
          </a:blipFill>
        </p:spPr>
        <p:txBody>
          <a:bodyPr wrap="square">
            <a:noAutofit/>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519672"/>
            <a:ext cx="3494314" cy="338328"/>
          </a:xfrm>
        </p:spPr>
        <p:txBody>
          <a:bodyPr/>
          <a:lstStyle/>
          <a:p>
            <a:fld id="{457C7506-9AD1-49AD-BE44-C83E35401EAD}" type="datetime1">
              <a:rPr lang="en-US" smtClean="0"/>
              <a:t>2/17/2026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6519672"/>
            <a:ext cx="2805405" cy="338328"/>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6519672"/>
            <a:ext cx="429207" cy="338328"/>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48920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40080"/>
            <a:ext cx="11155680" cy="970463"/>
          </a:xfrm>
        </p:spPr>
        <p:txBody>
          <a:bodyPr anchor="ctr"/>
          <a:lstStyle/>
          <a:p>
            <a:r>
              <a:rPr lang="en-US"/>
              <a:t>Click to edit Master title style</a:t>
            </a:r>
          </a:p>
        </p:txBody>
      </p:sp>
      <p:sp>
        <p:nvSpPr>
          <p:cNvPr id="10" name="Picture Placeholder 9">
            <a:extLst>
              <a:ext uri="{FF2B5EF4-FFF2-40B4-BE49-F238E27FC236}">
                <a16:creationId xmlns:a16="http://schemas.microsoft.com/office/drawing/2014/main" id="{45F6FDB5-F783-3538-287C-754C11C30975}"/>
              </a:ext>
            </a:extLst>
          </p:cNvPr>
          <p:cNvSpPr>
            <a:spLocks noGrp="1"/>
          </p:cNvSpPr>
          <p:nvPr>
            <p:ph type="pic" sz="quarter" idx="13"/>
          </p:nvPr>
        </p:nvSpPr>
        <p:spPr>
          <a:xfrm>
            <a:off x="429768" y="1828800"/>
            <a:ext cx="6176399" cy="4425696"/>
          </a:xfrm>
          <a:custGeom>
            <a:avLst/>
            <a:gdLst>
              <a:gd name="connsiteX0" fmla="*/ 325421 w 6450717"/>
              <a:gd name="connsiteY0" fmla="*/ 0 h 4425696"/>
              <a:gd name="connsiteX1" fmla="*/ 6125296 w 6450717"/>
              <a:gd name="connsiteY1" fmla="*/ 0 h 4425696"/>
              <a:gd name="connsiteX2" fmla="*/ 6450717 w 6450717"/>
              <a:gd name="connsiteY2" fmla="*/ 325421 h 4425696"/>
              <a:gd name="connsiteX3" fmla="*/ 6450717 w 6450717"/>
              <a:gd name="connsiteY3" fmla="*/ 4100275 h 4425696"/>
              <a:gd name="connsiteX4" fmla="*/ 6125296 w 6450717"/>
              <a:gd name="connsiteY4" fmla="*/ 4425696 h 4425696"/>
              <a:gd name="connsiteX5" fmla="*/ 325421 w 6450717"/>
              <a:gd name="connsiteY5" fmla="*/ 4425696 h 4425696"/>
              <a:gd name="connsiteX6" fmla="*/ 0 w 6450717"/>
              <a:gd name="connsiteY6" fmla="*/ 4100275 h 4425696"/>
              <a:gd name="connsiteX7" fmla="*/ 0 w 6450717"/>
              <a:gd name="connsiteY7" fmla="*/ 325421 h 4425696"/>
              <a:gd name="connsiteX8" fmla="*/ 325421 w 6450717"/>
              <a:gd name="connsiteY8" fmla="*/ 0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0717" h="4425696">
                <a:moveTo>
                  <a:pt x="325421" y="0"/>
                </a:moveTo>
                <a:lnTo>
                  <a:pt x="6125296" y="0"/>
                </a:lnTo>
                <a:cubicBezTo>
                  <a:pt x="6305021" y="0"/>
                  <a:pt x="6450717" y="145696"/>
                  <a:pt x="6450717" y="325421"/>
                </a:cubicBezTo>
                <a:lnTo>
                  <a:pt x="6450717" y="4100275"/>
                </a:lnTo>
                <a:cubicBezTo>
                  <a:pt x="6450717" y="4280000"/>
                  <a:pt x="6305021" y="4425696"/>
                  <a:pt x="6125296" y="4425696"/>
                </a:cubicBezTo>
                <a:lnTo>
                  <a:pt x="325421" y="4425696"/>
                </a:lnTo>
                <a:cubicBezTo>
                  <a:pt x="145696" y="4425696"/>
                  <a:pt x="0" y="4280000"/>
                  <a:pt x="0" y="4100275"/>
                </a:cubicBezTo>
                <a:lnTo>
                  <a:pt x="0" y="325421"/>
                </a:lnTo>
                <a:cubicBezTo>
                  <a:pt x="0" y="145696"/>
                  <a:pt x="145696" y="0"/>
                  <a:pt x="325421"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87768" y="1828800"/>
            <a:ext cx="429768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F94BF2A-D949-4DFB-9912-9D6234B797F2}"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760855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9" name="Picture Placeholder 8">
            <a:extLst>
              <a:ext uri="{FF2B5EF4-FFF2-40B4-BE49-F238E27FC236}">
                <a16:creationId xmlns:a16="http://schemas.microsoft.com/office/drawing/2014/main" id="{F5F2F272-6D18-7E06-3E9A-D10C5C502195}"/>
              </a:ext>
            </a:extLst>
          </p:cNvPr>
          <p:cNvSpPr>
            <a:spLocks noGrp="1"/>
          </p:cNvSpPr>
          <p:nvPr>
            <p:ph type="pic" sz="quarter" idx="13"/>
          </p:nvPr>
        </p:nvSpPr>
        <p:spPr>
          <a:xfrm>
            <a:off x="510075" y="2293496"/>
            <a:ext cx="4775158" cy="4039043"/>
          </a:xfrm>
          <a:custGeom>
            <a:avLst/>
            <a:gdLst>
              <a:gd name="connsiteX0" fmla="*/ 305917 w 4855463"/>
              <a:gd name="connsiteY0" fmla="*/ 0 h 4039043"/>
              <a:gd name="connsiteX1" fmla="*/ 4549547 w 4855463"/>
              <a:gd name="connsiteY1" fmla="*/ 0 h 4039043"/>
              <a:gd name="connsiteX2" fmla="*/ 4849249 w 4855463"/>
              <a:gd name="connsiteY2" fmla="*/ 244264 h 4039043"/>
              <a:gd name="connsiteX3" fmla="*/ 4855463 w 4855463"/>
              <a:gd name="connsiteY3" fmla="*/ 305907 h 4039043"/>
              <a:gd name="connsiteX4" fmla="*/ 4855463 w 4855463"/>
              <a:gd name="connsiteY4" fmla="*/ 3733136 h 4039043"/>
              <a:gd name="connsiteX5" fmla="*/ 4849249 w 4855463"/>
              <a:gd name="connsiteY5" fmla="*/ 3794779 h 4039043"/>
              <a:gd name="connsiteX6" fmla="*/ 4549547 w 4855463"/>
              <a:gd name="connsiteY6" fmla="*/ 4039043 h 4039043"/>
              <a:gd name="connsiteX7" fmla="*/ 305917 w 4855463"/>
              <a:gd name="connsiteY7" fmla="*/ 4039043 h 4039043"/>
              <a:gd name="connsiteX8" fmla="*/ 0 w 4855463"/>
              <a:gd name="connsiteY8" fmla="*/ 3733126 h 4039043"/>
              <a:gd name="connsiteX9" fmla="*/ 0 w 4855463"/>
              <a:gd name="connsiteY9" fmla="*/ 305917 h 4039043"/>
              <a:gd name="connsiteX10" fmla="*/ 305917 w 4855463"/>
              <a:gd name="connsiteY10" fmla="*/ 0 h 403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855463" h="4039043">
                <a:moveTo>
                  <a:pt x="305917" y="0"/>
                </a:moveTo>
                <a:lnTo>
                  <a:pt x="4549547" y="0"/>
                </a:lnTo>
                <a:cubicBezTo>
                  <a:pt x="4697381" y="0"/>
                  <a:pt x="4820723" y="104863"/>
                  <a:pt x="4849249" y="244264"/>
                </a:cubicBezTo>
                <a:lnTo>
                  <a:pt x="4855463" y="305907"/>
                </a:lnTo>
                <a:lnTo>
                  <a:pt x="4855463" y="3733136"/>
                </a:lnTo>
                <a:lnTo>
                  <a:pt x="4849249" y="3794779"/>
                </a:lnTo>
                <a:cubicBezTo>
                  <a:pt x="4820723" y="3934180"/>
                  <a:pt x="4697381" y="4039043"/>
                  <a:pt x="4549547" y="4039043"/>
                </a:cubicBezTo>
                <a:lnTo>
                  <a:pt x="305917" y="4039043"/>
                </a:lnTo>
                <a:cubicBezTo>
                  <a:pt x="136964" y="4039043"/>
                  <a:pt x="0" y="3902079"/>
                  <a:pt x="0" y="3733126"/>
                </a:cubicBezTo>
                <a:lnTo>
                  <a:pt x="0" y="305917"/>
                </a:lnTo>
                <a:cubicBezTo>
                  <a:pt x="0" y="136964"/>
                  <a:pt x="136964" y="0"/>
                  <a:pt x="305917"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563594C-FF61-4FB6-A5E4-597CB7D69CB6}"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36222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14639E5C-EF58-65A1-C364-F58DE761581C}"/>
              </a:ext>
            </a:extLst>
          </p:cNvPr>
          <p:cNvSpPr>
            <a:spLocks noGrp="1"/>
          </p:cNvSpPr>
          <p:nvPr>
            <p:ph type="pic" sz="quarter" idx="13"/>
          </p:nvPr>
        </p:nvSpPr>
        <p:spPr>
          <a:xfrm>
            <a:off x="510075" y="2293494"/>
            <a:ext cx="3666744" cy="4039044"/>
          </a:xfrm>
          <a:custGeom>
            <a:avLst/>
            <a:gdLst>
              <a:gd name="connsiteX0" fmla="*/ 292716 w 3666744"/>
              <a:gd name="connsiteY0" fmla="*/ 0 h 4039044"/>
              <a:gd name="connsiteX1" fmla="*/ 3374028 w 3666744"/>
              <a:gd name="connsiteY1" fmla="*/ 0 h 4039044"/>
              <a:gd name="connsiteX2" fmla="*/ 3666744 w 3666744"/>
              <a:gd name="connsiteY2" fmla="*/ 292716 h 4039044"/>
              <a:gd name="connsiteX3" fmla="*/ 3666744 w 3666744"/>
              <a:gd name="connsiteY3" fmla="*/ 3746328 h 4039044"/>
              <a:gd name="connsiteX4" fmla="*/ 3374028 w 3666744"/>
              <a:gd name="connsiteY4" fmla="*/ 4039044 h 4039044"/>
              <a:gd name="connsiteX5" fmla="*/ 292716 w 3666744"/>
              <a:gd name="connsiteY5" fmla="*/ 4039044 h 4039044"/>
              <a:gd name="connsiteX6" fmla="*/ 0 w 3666744"/>
              <a:gd name="connsiteY6" fmla="*/ 3746328 h 4039044"/>
              <a:gd name="connsiteX7" fmla="*/ 0 w 3666744"/>
              <a:gd name="connsiteY7" fmla="*/ 292716 h 4039044"/>
              <a:gd name="connsiteX8" fmla="*/ 292716 w 3666744"/>
              <a:gd name="connsiteY8" fmla="*/ 0 h 4039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66744" h="4039044">
                <a:moveTo>
                  <a:pt x="292716" y="0"/>
                </a:moveTo>
                <a:lnTo>
                  <a:pt x="3374028" y="0"/>
                </a:lnTo>
                <a:cubicBezTo>
                  <a:pt x="3535691" y="0"/>
                  <a:pt x="3666744" y="131053"/>
                  <a:pt x="3666744" y="292716"/>
                </a:cubicBezTo>
                <a:lnTo>
                  <a:pt x="3666744" y="3746328"/>
                </a:lnTo>
                <a:cubicBezTo>
                  <a:pt x="3666744" y="3907991"/>
                  <a:pt x="3535691" y="4039044"/>
                  <a:pt x="3374028" y="4039044"/>
                </a:cubicBezTo>
                <a:lnTo>
                  <a:pt x="292716" y="4039044"/>
                </a:lnTo>
                <a:cubicBezTo>
                  <a:pt x="131053" y="4039044"/>
                  <a:pt x="0" y="3907991"/>
                  <a:pt x="0" y="3746328"/>
                </a:cubicBezTo>
                <a:lnTo>
                  <a:pt x="0" y="292716"/>
                </a:lnTo>
                <a:cubicBezTo>
                  <a:pt x="0" y="131053"/>
                  <a:pt x="131053" y="0"/>
                  <a:pt x="292716" y="0"/>
                </a:cubicBezTo>
                <a:close/>
              </a:path>
            </a:pathLst>
          </a:custGeom>
          <a:blipFill>
            <a:blip r:embed="rId2"/>
            <a:stretch>
              <a:fillRect/>
            </a:stretch>
          </a:blipFill>
        </p:spPr>
        <p:txBody>
          <a:bodyPr wrap="square">
            <a:noAutofit/>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9D205C6-AA77-4A66-BB27-EE68DDD0D193}"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4841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 Numb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64F05DF3-EEC7-45DF-A943-3E12702079E5}" type="datetime1">
              <a:rPr lang="en-US" smtClean="0"/>
              <a:t>2/17/2026</a:t>
            </a:fld>
            <a:endParaRPr lang="en-US"/>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5" y="4989044"/>
            <a:ext cx="11201399" cy="1225296"/>
          </a:xfrm>
        </p:spPr>
        <p:txBody>
          <a:bodyPr>
            <a:normAutofit/>
          </a:bodyPr>
          <a:lstStyle>
            <a:lvl1pPr marL="0" indent="0" algn="ctr">
              <a:buNone/>
              <a:defRPr sz="2400">
                <a:solidFill>
                  <a:schemeClr val="tx2">
                    <a:lumMod val="90000"/>
                    <a:lumOff val="10000"/>
                  </a:schemeClr>
                </a:solidFill>
              </a:defRPr>
            </a:lvl1pPr>
            <a:lvl2pPr marL="228600" indent="0" algn="ctr">
              <a:buNone/>
              <a:defRPr sz="2000">
                <a:solidFill>
                  <a:schemeClr val="tx2">
                    <a:lumMod val="90000"/>
                    <a:lumOff val="10000"/>
                  </a:schemeClr>
                </a:solidFill>
              </a:defRPr>
            </a:lvl2pPr>
            <a:lvl3pPr marL="457200" indent="0" algn="ctr">
              <a:buNone/>
              <a:defRPr sz="1800">
                <a:solidFill>
                  <a:schemeClr val="tx2">
                    <a:lumMod val="90000"/>
                    <a:lumOff val="10000"/>
                  </a:schemeClr>
                </a:solidFill>
              </a:defRPr>
            </a:lvl3pPr>
            <a:lvl4pPr marL="685800" indent="0" algn="ctr">
              <a:buNone/>
              <a:defRPr sz="1600">
                <a:solidFill>
                  <a:schemeClr val="tx2">
                    <a:lumMod val="90000"/>
                    <a:lumOff val="10000"/>
                  </a:schemeClr>
                </a:solidFill>
              </a:defRPr>
            </a:lvl4pPr>
            <a:lvl5pPr marL="914400" indent="0" algn="ctr">
              <a:buNone/>
              <a:defRPr sz="14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0912698"/>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7828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4F39EAFF-A363-4554-A2A5-F61FABD0CE04}" type="datetime1">
              <a:rPr lang="en-US" smtClean="0"/>
              <a:t>2/17/2026</a:t>
            </a:fld>
            <a:endParaRPr lang="en-US"/>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93776" y="4989044"/>
            <a:ext cx="11201400" cy="1225296"/>
          </a:xfrm>
        </p:spPr>
        <p:txBody>
          <a:bodyPr>
            <a:normAutofit/>
          </a:bodyPr>
          <a:lstStyle>
            <a:lvl1pPr marL="0" indent="0" algn="ctr">
              <a:buNone/>
              <a:defRPr sz="2800"/>
            </a:lvl1pPr>
            <a:lvl2pPr marL="228600" indent="0" algn="ctr">
              <a:buNone/>
              <a:defRPr sz="2400"/>
            </a:lvl2pPr>
            <a:lvl3pPr marL="457200" indent="0" algn="ctr">
              <a:buNone/>
              <a:defRPr sz="2000"/>
            </a:lvl3pPr>
            <a:lvl4pPr marL="685800" indent="0" algn="ctr">
              <a:buNone/>
              <a:defRPr sz="1800"/>
            </a:lvl4pPr>
            <a:lvl5pPr marL="914400" indent="0" algn="ctr">
              <a:buNone/>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683333"/>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29768" y="603504"/>
            <a:ext cx="11201400" cy="4206240"/>
          </a:xfrm>
        </p:spPr>
        <p:txBody>
          <a:bodyPr>
            <a:normAutofit/>
          </a:bodyPr>
          <a:lstStyle>
            <a:lvl1pPr algn="l">
              <a:defRPr sz="27800">
                <a:solidFill>
                  <a:schemeClr val="tx2">
                    <a:lumMod val="90000"/>
                    <a:lumOff val="10000"/>
                  </a:schemeClr>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90F47950-0717-4110-9557-F08D8A545BF8}" type="datetime1">
              <a:rPr lang="en-US" smtClean="0"/>
              <a:t>2/17/2026</a:t>
            </a:fld>
            <a:endParaRPr lang="en-US"/>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429768" y="4809744"/>
            <a:ext cx="5897880" cy="1353312"/>
          </a:xfrm>
        </p:spPr>
        <p:txBody>
          <a:bodyPr>
            <a:normAutofit/>
          </a:bodyPr>
          <a:lstStyle>
            <a:lvl1pPr marL="0" indent="0" algn="l">
              <a:buNone/>
              <a:defRPr sz="2800">
                <a:solidFill>
                  <a:schemeClr val="tx2">
                    <a:lumMod val="90000"/>
                    <a:lumOff val="10000"/>
                  </a:schemeClr>
                </a:solidFill>
              </a:defRPr>
            </a:lvl1pPr>
            <a:lvl2pPr marL="228600" indent="0" algn="l">
              <a:buNone/>
              <a:defRPr sz="2400">
                <a:solidFill>
                  <a:schemeClr val="tx2">
                    <a:lumMod val="90000"/>
                    <a:lumOff val="10000"/>
                  </a:schemeClr>
                </a:solidFill>
              </a:defRPr>
            </a:lvl2pPr>
            <a:lvl3pPr marL="457200" indent="0" algn="l">
              <a:buNone/>
              <a:defRPr sz="2000">
                <a:solidFill>
                  <a:schemeClr val="tx2">
                    <a:lumMod val="90000"/>
                    <a:lumOff val="10000"/>
                  </a:schemeClr>
                </a:solidFill>
              </a:defRPr>
            </a:lvl3pPr>
            <a:lvl4pPr marL="685800" indent="0" algn="l">
              <a:buNone/>
              <a:defRPr sz="1800">
                <a:solidFill>
                  <a:schemeClr val="tx2">
                    <a:lumMod val="90000"/>
                    <a:lumOff val="10000"/>
                  </a:schemeClr>
                </a:solidFill>
              </a:defRPr>
            </a:lvl4pPr>
            <a:lvl5pPr marL="914400" indent="0" algn="l">
              <a:buNone/>
              <a:defRPr sz="1600">
                <a:solidFill>
                  <a:schemeClr val="tx2">
                    <a:lumMod val="90000"/>
                    <a:lumOff val="1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640070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11F94A-833D-4D19-8ACB-52DAEF08569A}" type="datetime1">
              <a:rPr lang="en-US" smtClean="0"/>
              <a:t>2/17/2026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78597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823376"/>
            <a:ext cx="9198864" cy="2875175"/>
          </a:xfrm>
        </p:spPr>
        <p:txBody>
          <a:bodyPr anchor="ctr">
            <a:normAutofit/>
          </a:bodyPr>
          <a:lstStyle>
            <a:lvl1pPr>
              <a:defRPr sz="44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350C3A70-5484-4418-A739-7B973E09E7E8}" type="datetime1">
              <a:rPr lang="en-US" smtClean="0"/>
              <a:t>2/17/2026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276088"/>
            <a:ext cx="9198864" cy="466344"/>
          </a:xfrm>
        </p:spPr>
        <p:txBody>
          <a:bodyPr>
            <a:normAutofit/>
          </a:bodyPr>
          <a:lstStyle>
            <a:lvl1pPr marL="0" indent="0">
              <a:buNone/>
              <a:defRPr sz="2200" b="1">
                <a:solidFill>
                  <a:schemeClr val="tx2">
                    <a:lumMod val="75000"/>
                    <a:lumOff val="25000"/>
                  </a:schemeClr>
                </a:solidFill>
              </a:defRPr>
            </a:lvl1pPr>
            <a:lvl2pPr marL="228600" indent="0">
              <a:buNone/>
              <a:defRPr sz="2000" b="1">
                <a:solidFill>
                  <a:schemeClr val="tx2">
                    <a:lumMod val="75000"/>
                    <a:lumOff val="25000"/>
                  </a:schemeClr>
                </a:solidFill>
              </a:defRPr>
            </a:lvl2pPr>
            <a:lvl3pPr marL="457200" indent="0">
              <a:buNone/>
              <a:defRPr sz="1800" b="1">
                <a:solidFill>
                  <a:schemeClr val="tx2">
                    <a:lumMod val="75000"/>
                    <a:lumOff val="25000"/>
                  </a:schemeClr>
                </a:solidFill>
              </a:defRPr>
            </a:lvl3pPr>
            <a:lvl4pPr marL="685800" indent="0">
              <a:buNone/>
              <a:defRPr sz="1600" b="1">
                <a:solidFill>
                  <a:schemeClr val="tx2">
                    <a:lumMod val="75000"/>
                    <a:lumOff val="25000"/>
                  </a:schemeClr>
                </a:solidFill>
              </a:defRPr>
            </a:lvl4pPr>
            <a:lvl5pPr marL="914400" indent="0">
              <a:buNone/>
              <a:defRPr sz="1400" b="1">
                <a:solidFill>
                  <a:schemeClr val="tx2">
                    <a:lumMod val="75000"/>
                    <a:lumOff val="25000"/>
                  </a:schemeClr>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92741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4A9563B-AAD5-FEB6-A529-82D8BF95E524}"/>
              </a:ext>
            </a:extLst>
          </p:cNvPr>
          <p:cNvSpPr/>
          <p:nvPr userDrawn="1"/>
        </p:nvSpPr>
        <p:spPr>
          <a:xfrm>
            <a:off x="806386" y="760151"/>
            <a:ext cx="10579222" cy="5337698"/>
          </a:xfrm>
          <a:prstGeom prst="roundRect">
            <a:avLst>
              <a:gd name="adj" fmla="val 609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655064" y="2092751"/>
            <a:ext cx="8695944" cy="2128102"/>
          </a:xfrm>
        </p:spPr>
        <p:txBody>
          <a:bodyPr anchor="ctr">
            <a:normAutofit/>
          </a:bodyPr>
          <a:lstStyle>
            <a:lvl1pPr>
              <a:lnSpc>
                <a:spcPct val="100000"/>
              </a:lnSpc>
              <a:defRPr sz="380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23A9960C-742D-4508-821A-E36FD033CDBF}" type="datetime1">
              <a:rPr lang="en-US" smtClean="0"/>
              <a:t>2/17/2026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655064" y="5120640"/>
            <a:ext cx="8695944" cy="621792"/>
          </a:xfrm>
        </p:spPr>
        <p:txBody>
          <a:bodyPr vert="horz" lIns="91440" tIns="45720" rIns="91440" bIns="45720" rtlCol="0" anchor="ctr">
            <a:normAutofit/>
          </a:bodyPr>
          <a:lstStyle>
            <a:lvl1pPr marL="0" indent="0">
              <a:buNone/>
              <a:defRPr lang="en-US" b="1" dirty="0"/>
            </a:lvl1pPr>
            <a:lvl2pPr marL="228600" indent="0">
              <a:buNone/>
              <a:defRPr lang="en-US" b="1" dirty="0"/>
            </a:lvl2pPr>
            <a:lvl3pPr marL="457200" indent="0">
              <a:buNone/>
              <a:defRPr lang="en-US" b="1" dirty="0"/>
            </a:lvl3pPr>
            <a:lvl4pPr marL="685800" indent="0">
              <a:buNone/>
              <a:defRPr lang="en-US" b="1" dirty="0"/>
            </a:lvl4pPr>
            <a:lvl5pPr marL="914400" indent="0">
              <a:buNone/>
              <a:defRPr lang="en-US" b="1"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80482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438912"/>
            <a:ext cx="9619488" cy="4526280"/>
          </a:xfrm>
        </p:spPr>
        <p:txBody>
          <a:bodyPr anchor="ctr">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b">
            <a:normAutofit/>
          </a:bodyPr>
          <a:lstStyle>
            <a:lvl1pPr marL="0" indent="0" algn="l">
              <a:buNone/>
              <a:defRPr sz="1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B7E0D0A5-9A76-413F-B8E0-5A45841D7E46}"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6447328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29768" y="1179576"/>
            <a:ext cx="9317736" cy="3785616"/>
          </a:xfrm>
        </p:spPr>
        <p:txBody>
          <a:bodyPr anchor="b">
            <a:normAutofit/>
          </a:bodyPr>
          <a:lstStyle>
            <a:lvl1pPr algn="l">
              <a:lnSpc>
                <a:spcPct val="100000"/>
              </a:lnSpc>
              <a:defRPr sz="4800">
                <a:solidFill>
                  <a:schemeClr val="tx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965192"/>
            <a:ext cx="5431536" cy="1289304"/>
          </a:xfrm>
        </p:spPr>
        <p:txBody>
          <a:bodyPr anchor="ct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D0AF003-CBE1-47D7-BB91-14D8E3A57039}" type="datetime1">
              <a:rPr lang="en-US" smtClean="0"/>
              <a:t>2/17/2026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7778840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430213" y="2020825"/>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381750" y="2020824"/>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8FEEC48-96C8-40C8-BC32-68BFC261013A}" type="datetime1">
              <a:rPr lang="en-US" smtClean="0"/>
              <a:t>2/17/2026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00536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430213" y="2020888"/>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7079F91-8FDB-4AB3-84FB-6B8E68AF702B}" type="datetime1">
              <a:rPr lang="en-US" smtClean="0"/>
              <a:t>2/17/2026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9479124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0061D436-D43A-4662-BADB-33E2F793B997}" type="datetime1">
              <a:rPr lang="en-US" smtClean="0"/>
              <a:t>2/17/2026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900311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1DC9DBE-31FF-4D71-B719-92EBAC3193CE}" type="datetime1">
              <a:rPr lang="en-US" smtClean="0"/>
              <a:t>2/17/2026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201194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62F576B-5432-44C5-AE72-B8C78722FE99}" type="datetime1">
              <a:rPr lang="en-US" smtClean="0"/>
              <a:t>2/17/2026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87309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p:nvPr>
        </p:nvSpPr>
        <p:spPr>
          <a:xfrm>
            <a:off x="5063319" y="342901"/>
            <a:ext cx="6785782" cy="6172198"/>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a:blip r:embed="rId2"/>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4366CE1-0051-42BD-BBD3-CB4EC65FC51D}" type="datetime1">
              <a:rPr lang="en-US" smtClean="0"/>
              <a:t>2/17/2026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906052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Autofit/>
          </a:bodyPr>
          <a:lstStyle>
            <a:lvl1pPr>
              <a:defRPr sz="8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D404B75-5BA7-423E-A6AE-B3781CB72AA9}"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19653126"/>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7370064"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7370064" cy="223113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FC1F7B-2472-4057-932A-A13696216B5F}" type="datetime1">
              <a:rPr lang="en-US" smtClean="0"/>
              <a:t>2/17/2026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5377980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Info slide</a:t>
            </a:r>
            <a:endParaRPr lang="en-US" sz="1333" b="1">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p:nvSpPr>
        <p:spPr>
          <a:xfrm>
            <a:off x="646745"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Afbeelding invoegen</a:t>
            </a:r>
            <a:endParaRPr lang="en-US" sz="933" b="1">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p:nvCxnSpPr>
        <p:spPr>
          <a:xfrm>
            <a:off x="687624" y="1467737"/>
            <a:ext cx="17805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p:nvSpPr>
        <p:spPr>
          <a:xfrm>
            <a:off x="637557" y="1520303"/>
            <a:ext cx="1834868" cy="605615"/>
          </a:xfrm>
          <a:prstGeom prst="rect">
            <a:avLst/>
          </a:prstGeom>
          <a:noFill/>
        </p:spPr>
        <p:txBody>
          <a:bodyPr wrap="square" rtlCol="0">
            <a:spAutoFit/>
          </a:bodyPr>
          <a:lstStyle/>
          <a:p>
            <a:r>
              <a:rPr lang="nl-NL" sz="667">
                <a:latin typeface="+mn-lt"/>
                <a:cs typeface="Arial" panose="020B0604020202020204" pitchFamily="34" charset="0"/>
              </a:rPr>
              <a:t>Klik op het pictogram dat vervolgens verschijnt om een afbeelding in te voegen.</a:t>
            </a:r>
          </a:p>
          <a:p>
            <a:endParaRPr lang="nl-NL" sz="667">
              <a:latin typeface="+mn-lt"/>
              <a:cs typeface="Arial" panose="020B0604020202020204" pitchFamily="34" charset="0"/>
            </a:endParaRPr>
          </a:p>
          <a:p>
            <a:r>
              <a:rPr lang="nl-NL" sz="667">
                <a:latin typeface="+mn-lt"/>
                <a:cs typeface="Arial" panose="020B0604020202020204" pitchFamily="34" charset="0"/>
              </a:rPr>
              <a:t>Voor </a:t>
            </a:r>
            <a:r>
              <a:rPr lang="nl-NL" sz="667" err="1">
                <a:latin typeface="+mn-lt"/>
                <a:cs typeface="Arial" panose="020B0604020202020204" pitchFamily="34" charset="0"/>
              </a:rPr>
              <a:t>copy+paste</a:t>
            </a:r>
            <a:r>
              <a:rPr lang="nl-NL" sz="667">
                <a:latin typeface="+mn-lt"/>
                <a:cs typeface="Arial" panose="020B0604020202020204" pitchFamily="34" charset="0"/>
              </a:rPr>
              <a:t> commando:</a:t>
            </a:r>
          </a:p>
          <a:p>
            <a:r>
              <a:rPr lang="nl-NL" sz="667">
                <a:latin typeface="+mn-lt"/>
                <a:cs typeface="Arial" panose="020B0604020202020204" pitchFamily="34" charset="0"/>
              </a:rPr>
              <a:t>Selecteer de </a:t>
            </a:r>
            <a:r>
              <a:rPr lang="nl-NL" sz="667" err="1">
                <a:latin typeface="+mn-lt"/>
                <a:cs typeface="Arial" panose="020B0604020202020204" pitchFamily="34" charset="0"/>
              </a:rPr>
              <a:t>placeholder</a:t>
            </a:r>
            <a:r>
              <a:rPr lang="nl-NL" sz="667">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p:nvSpPr>
        <p:spPr>
          <a:xfrm>
            <a:off x="636566" y="2144266"/>
            <a:ext cx="1820913" cy="708271"/>
          </a:xfrm>
          <a:prstGeom prst="rect">
            <a:avLst/>
          </a:prstGeom>
          <a:noFill/>
        </p:spPr>
        <p:txBody>
          <a:bodyPr wrap="square" rtlCol="0">
            <a:spAutoFit/>
          </a:bodyPr>
          <a:lstStyle/>
          <a:p>
            <a:r>
              <a:rPr lang="nl-NL" sz="667">
                <a:latin typeface="+mn-lt"/>
                <a:cs typeface="Arial" panose="020B0604020202020204" pitchFamily="34" charset="0"/>
              </a:rPr>
              <a:t>Wanneer je de afbeelding wilt schalen of verslepen, ga dan naar </a:t>
            </a:r>
          </a:p>
          <a:p>
            <a:r>
              <a:rPr lang="nl-NL" sz="667" b="1">
                <a:latin typeface="+mn-lt"/>
                <a:cs typeface="Arial" panose="020B0604020202020204" pitchFamily="34" charset="0"/>
              </a:rPr>
              <a:t>‘Hulpmiddelen voor afbeeldingen’ </a:t>
            </a:r>
          </a:p>
          <a:p>
            <a:r>
              <a:rPr lang="nl-NL" sz="667">
                <a:latin typeface="+mn-lt"/>
                <a:cs typeface="Arial" panose="020B0604020202020204" pitchFamily="34" charset="0"/>
              </a:rPr>
              <a:t>en klik op </a:t>
            </a:r>
            <a:r>
              <a:rPr lang="nl-NL" sz="667" b="1">
                <a:latin typeface="+mn-lt"/>
                <a:cs typeface="Arial" panose="020B0604020202020204" pitchFamily="34" charset="0"/>
              </a:rPr>
              <a:t>‘Bijsnijden’. </a:t>
            </a:r>
            <a:r>
              <a:rPr lang="nl-NL" sz="667">
                <a:latin typeface="+mn-lt"/>
                <a:cs typeface="Arial" panose="020B0604020202020204" pitchFamily="34" charset="0"/>
              </a:rPr>
              <a:t>Met de witte bolletjes schaal je de afbeelding, met de zwarte haakjes schaal je het afbeeldingskader. </a:t>
            </a:r>
            <a:endParaRPr lang="en-US" sz="667">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828" y="2176143"/>
            <a:ext cx="180975" cy="31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p:nvSpPr>
        <p:spPr>
          <a:xfrm>
            <a:off x="2492982" y="2439358"/>
            <a:ext cx="1857099" cy="605615"/>
          </a:xfrm>
          <a:prstGeom prst="rect">
            <a:avLst/>
          </a:prstGeom>
          <a:noFill/>
        </p:spPr>
        <p:txBody>
          <a:bodyPr wrap="square" rtlCol="0">
            <a:spAutoFit/>
          </a:bodyPr>
          <a:lstStyle/>
          <a:p>
            <a:r>
              <a:rPr lang="nl-NL" sz="667">
                <a:latin typeface="+mn-lt"/>
                <a:cs typeface="Arial" panose="020B0604020202020204" pitchFamily="34" charset="0"/>
              </a:rPr>
              <a:t>Howest stock Afbeeldingen kan je downloaden op</a:t>
            </a:r>
          </a:p>
          <a:p>
            <a:r>
              <a:rPr lang="nl-NL" sz="667">
                <a:latin typeface="+mn-lt"/>
                <a:cs typeface="Arial" panose="020B0604020202020204" pitchFamily="34" charset="0"/>
              </a:rPr>
              <a:t> </a:t>
            </a:r>
            <a:r>
              <a:rPr lang="nl-BE" sz="667">
                <a:latin typeface="+mn-lt"/>
                <a:hlinkClick r:id="rId4"/>
              </a:rPr>
              <a:t>https://www.flickr.com/photos/howestbe/albums</a:t>
            </a:r>
            <a:endParaRPr lang="nl-NL" sz="667">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p:nvSpPr>
        <p:spPr>
          <a:xfrm>
            <a:off x="2496479"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Afbeelding optimaliseren</a:t>
            </a:r>
            <a:endParaRPr lang="en-US" sz="933" b="1">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p:nvCxnSpPr>
        <p:spPr>
          <a:xfrm>
            <a:off x="2562137" y="1476186"/>
            <a:ext cx="1767071"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p:nvSpPr>
        <p:spPr>
          <a:xfrm>
            <a:off x="2495490" y="1516716"/>
            <a:ext cx="1825251" cy="913583"/>
          </a:xfrm>
          <a:prstGeom prst="rect">
            <a:avLst/>
          </a:prstGeom>
          <a:noFill/>
        </p:spPr>
        <p:txBody>
          <a:bodyPr wrap="square" rtlCol="0">
            <a:spAutoFit/>
          </a:bodyPr>
          <a:lstStyle/>
          <a:p>
            <a:r>
              <a:rPr lang="nl-NL" sz="667">
                <a:latin typeface="+mn-lt"/>
                <a:cs typeface="Arial" panose="020B0604020202020204" pitchFamily="34" charset="0"/>
              </a:rPr>
              <a:t>Afbeeldingen maken je PPT vaak heel groot, indien nodig kan je ze comprimeren door ze te selecteren naar </a:t>
            </a:r>
            <a:r>
              <a:rPr lang="nl-NL" sz="667" b="1">
                <a:latin typeface="+mn-lt"/>
                <a:cs typeface="Arial" panose="020B0604020202020204" pitchFamily="34" charset="0"/>
              </a:rPr>
              <a:t>opmaak</a:t>
            </a:r>
            <a:r>
              <a:rPr lang="nl-NL" sz="667">
                <a:latin typeface="+mn-lt"/>
                <a:cs typeface="Arial" panose="020B0604020202020204" pitchFamily="34" charset="0"/>
              </a:rPr>
              <a:t> te gaan</a:t>
            </a:r>
          </a:p>
          <a:p>
            <a:endParaRPr lang="nl-NL" sz="667">
              <a:latin typeface="+mn-lt"/>
              <a:cs typeface="Arial" panose="020B0604020202020204" pitchFamily="34" charset="0"/>
            </a:endParaRPr>
          </a:p>
          <a:p>
            <a:r>
              <a:rPr lang="nl-NL" sz="667">
                <a:latin typeface="+mn-lt"/>
                <a:cs typeface="Arial" panose="020B0604020202020204" pitchFamily="34" charset="0"/>
              </a:rPr>
              <a:t>Daar kan je volgende optie vinden:</a:t>
            </a:r>
          </a:p>
          <a:p>
            <a:endParaRPr lang="nl-NL" sz="667">
              <a:latin typeface="+mn-lt"/>
              <a:cs typeface="Arial" panose="020B0604020202020204" pitchFamily="34" charset="0"/>
            </a:endParaRPr>
          </a:p>
          <a:p>
            <a:endParaRPr lang="nl-NL" sz="667">
              <a:latin typeface="+mn-lt"/>
              <a:cs typeface="Arial" panose="020B0604020202020204" pitchFamily="34" charset="0"/>
            </a:endParaRPr>
          </a:p>
          <a:p>
            <a:r>
              <a:rPr lang="nl-NL" sz="667">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7706" y="2078542"/>
            <a:ext cx="1123950" cy="146050"/>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p:nvSpPr>
        <p:spPr>
          <a:xfrm>
            <a:off x="6198334"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Gebruik iconen /logo`s</a:t>
            </a:r>
            <a:endParaRPr lang="en-US" sz="933" b="1">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p:nvSpPr>
        <p:spPr>
          <a:xfrm>
            <a:off x="6195704" y="1506901"/>
            <a:ext cx="1859022" cy="1118896"/>
          </a:xfrm>
          <a:prstGeom prst="rect">
            <a:avLst/>
          </a:prstGeom>
          <a:noFill/>
        </p:spPr>
        <p:txBody>
          <a:bodyPr wrap="square" rtlCol="0">
            <a:spAutoFit/>
          </a:bodyPr>
          <a:lstStyle/>
          <a:p>
            <a:r>
              <a:rPr lang="nl-NL" sz="667">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667">
              <a:latin typeface="+mn-lt"/>
              <a:cs typeface="Arial" panose="020B0604020202020204" pitchFamily="34" charset="0"/>
            </a:endParaRPr>
          </a:p>
          <a:p>
            <a:r>
              <a:rPr lang="nl-NL" sz="667">
                <a:latin typeface="+mn-lt"/>
                <a:cs typeface="Arial" panose="020B0604020202020204" pitchFamily="34" charset="0"/>
              </a:rPr>
              <a:t> </a:t>
            </a:r>
            <a:r>
              <a:rPr lang="nl-NL" sz="667" b="1">
                <a:latin typeface="+mn-lt"/>
                <a:cs typeface="Arial" panose="020B0604020202020204" pitchFamily="34" charset="0"/>
              </a:rPr>
              <a:t>Sleep hiervoor aan de witte bolletjes op de hoeken maar hou SHIFT ingedrukt</a:t>
            </a:r>
          </a:p>
          <a:p>
            <a:endParaRPr lang="nl-NL" sz="667">
              <a:latin typeface="+mn-lt"/>
              <a:cs typeface="Arial" panose="020B0604020202020204" pitchFamily="34" charset="0"/>
            </a:endParaRPr>
          </a:p>
          <a:p>
            <a:endParaRPr lang="nl-NL" sz="667">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p:nvSpPr>
        <p:spPr>
          <a:xfrm>
            <a:off x="4346001" y="3797408"/>
            <a:ext cx="1584176" cy="379463"/>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Aanpassen datum en voettekst</a:t>
            </a:r>
            <a:endParaRPr lang="en-US" sz="933" b="1">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p:nvSpPr>
        <p:spPr>
          <a:xfrm>
            <a:off x="4340573" y="4291103"/>
            <a:ext cx="1839800" cy="1324209"/>
          </a:xfrm>
          <a:prstGeom prst="rect">
            <a:avLst/>
          </a:prstGeom>
          <a:noFill/>
        </p:spPr>
        <p:txBody>
          <a:bodyPr wrap="square" rtlCol="0">
            <a:spAutoFit/>
          </a:bodyPr>
          <a:lstStyle/>
          <a:p>
            <a:r>
              <a:rPr lang="nl-NL" sz="667">
                <a:latin typeface="+mn-lt"/>
                <a:cs typeface="Arial" panose="020B0604020202020204" pitchFamily="34" charset="0"/>
              </a:rPr>
              <a:t>Pas de voettekst niet rechtstreeks aan maar ga via invoegen en klik op:</a:t>
            </a: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r>
              <a:rPr lang="nl-NL" sz="667" b="0">
                <a:latin typeface="+mn-lt"/>
                <a:cs typeface="Arial" panose="020B0604020202020204" pitchFamily="34" charset="0"/>
              </a:rPr>
              <a:t>Daar kan je deze aanpassen en toepassen op de slide of op alle slides.</a:t>
            </a:r>
          </a:p>
          <a:p>
            <a:endParaRPr lang="nl-NL" sz="667">
              <a:latin typeface="+mn-lt"/>
              <a:cs typeface="Arial" panose="020B0604020202020204" pitchFamily="34" charset="0"/>
            </a:endParaRPr>
          </a:p>
          <a:p>
            <a:endParaRPr lang="nl-NL" sz="667">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29062" y="4624299"/>
            <a:ext cx="351611" cy="38309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p:nvSpPr>
        <p:spPr>
          <a:xfrm>
            <a:off x="9907276" y="4760340"/>
            <a:ext cx="1834868" cy="605615"/>
          </a:xfrm>
          <a:prstGeom prst="rect">
            <a:avLst/>
          </a:prstGeom>
          <a:noFill/>
        </p:spPr>
        <p:txBody>
          <a:bodyPr wrap="square" rtlCol="0">
            <a:spAutoFit/>
          </a:bodyPr>
          <a:lstStyle/>
          <a:p>
            <a:r>
              <a:rPr lang="nl-NL" sz="667">
                <a:latin typeface="+mn-lt"/>
                <a:cs typeface="Arial" panose="020B0604020202020204" pitchFamily="34" charset="0"/>
              </a:rPr>
              <a:t>Indien je per ongeluk elementen verschoven hebt in de </a:t>
            </a:r>
            <a:r>
              <a:rPr lang="nl-NL" sz="667" err="1">
                <a:latin typeface="+mn-lt"/>
                <a:cs typeface="Arial" panose="020B0604020202020204" pitchFamily="34" charset="0"/>
              </a:rPr>
              <a:t>layout</a:t>
            </a:r>
            <a:r>
              <a:rPr lang="nl-NL" sz="667">
                <a:latin typeface="+mn-lt"/>
                <a:cs typeface="Arial" panose="020B0604020202020204" pitchFamily="34" charset="0"/>
              </a:rPr>
              <a:t>, pas opnieuw de juiste template toe:</a:t>
            </a:r>
          </a:p>
          <a:p>
            <a:endParaRPr lang="nl-NL" sz="667" b="1">
              <a:latin typeface="+mn-lt"/>
              <a:cs typeface="Arial" panose="020B0604020202020204" pitchFamily="34" charset="0"/>
            </a:endParaRPr>
          </a:p>
          <a:p>
            <a:r>
              <a:rPr lang="nl-NL" sz="667" b="1">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p:nvSpPr>
        <p:spPr>
          <a:xfrm>
            <a:off x="9904293" y="4271906"/>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Reset </a:t>
            </a:r>
            <a:r>
              <a:rPr lang="nl-NL" sz="933" b="1" err="1">
                <a:solidFill>
                  <a:schemeClr val="tx2"/>
                </a:solidFill>
                <a:latin typeface="+mn-lt"/>
                <a:cs typeface="Arial" panose="020B0604020202020204" pitchFamily="34" charset="0"/>
              </a:rPr>
              <a:t>layout</a:t>
            </a:r>
            <a:endParaRPr lang="en-US" sz="933" b="1">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p:nvCxnSpPr>
        <p:spPr>
          <a:xfrm>
            <a:off x="9961056" y="4720137"/>
            <a:ext cx="17721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p:nvSpPr>
        <p:spPr>
          <a:xfrm>
            <a:off x="665795" y="550549"/>
            <a:ext cx="7584699" cy="451342"/>
          </a:xfrm>
          <a:prstGeom prst="rect">
            <a:avLst/>
          </a:prstGeom>
          <a:noFill/>
        </p:spPr>
        <p:txBody>
          <a:bodyPr wrap="square" lIns="0" tIns="0" rIns="0" bIns="0" rtlCol="0">
            <a:spAutoFit/>
          </a:bodyPr>
          <a:lstStyle/>
          <a:p>
            <a:r>
              <a:rPr lang="nl-NL" sz="2933">
                <a:latin typeface="Arial Rounded MT Bold" panose="020F0704030504030204" pitchFamily="34" charset="0"/>
              </a:rPr>
              <a:t>Gebruik Howest template </a:t>
            </a:r>
            <a:r>
              <a:rPr lang="nl-NL" sz="733">
                <a:latin typeface="Arial Rounded MT Bold" panose="020F0704030504030204" pitchFamily="34" charset="0"/>
              </a:rPr>
              <a:t>versie 2.0</a:t>
            </a:r>
            <a:endParaRPr lang="nl-BE" sz="733">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p:nvSpPr>
        <p:spPr>
          <a:xfrm>
            <a:off x="4351345"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Tekst niveaus</a:t>
            </a:r>
            <a:endParaRPr lang="en-US" sz="933" b="1">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p:nvSpPr>
        <p:spPr>
          <a:xfrm>
            <a:off x="4350311" y="1500550"/>
            <a:ext cx="1844051" cy="297646"/>
          </a:xfrm>
          <a:prstGeom prst="rect">
            <a:avLst/>
          </a:prstGeom>
          <a:noFill/>
        </p:spPr>
        <p:txBody>
          <a:bodyPr wrap="square" rtlCol="0">
            <a:spAutoFit/>
          </a:bodyPr>
          <a:lstStyle/>
          <a:p>
            <a:r>
              <a:rPr lang="nl-BE" sz="667"/>
              <a:t>Titelfont is </a:t>
            </a:r>
            <a:r>
              <a:rPr lang="nl-BE" sz="667" err="1"/>
              <a:t>Arial</a:t>
            </a:r>
            <a:r>
              <a:rPr lang="nl-BE" sz="667"/>
              <a:t> </a:t>
            </a:r>
            <a:r>
              <a:rPr lang="nl-BE" sz="667" err="1"/>
              <a:t>Rounded</a:t>
            </a:r>
            <a:r>
              <a:rPr lang="nl-BE" sz="667"/>
              <a:t> MT </a:t>
            </a:r>
            <a:r>
              <a:rPr lang="nl-BE" sz="667" err="1"/>
              <a:t>Bold</a:t>
            </a:r>
            <a:endParaRPr lang="nl-BE" sz="667"/>
          </a:p>
          <a:p>
            <a:r>
              <a:rPr lang="en-US" sz="667" err="1"/>
              <a:t>Daarnaast</a:t>
            </a:r>
            <a:r>
              <a:rPr lang="en-US" sz="667"/>
              <a:t> </a:t>
            </a:r>
            <a:r>
              <a:rPr lang="en-US" sz="667" err="1"/>
              <a:t>voor</a:t>
            </a:r>
            <a:r>
              <a:rPr lang="en-US" sz="667"/>
              <a:t> </a:t>
            </a:r>
            <a:r>
              <a:rPr lang="en-US" sz="667" err="1"/>
              <a:t>tekst</a:t>
            </a:r>
            <a:r>
              <a:rPr lang="en-US" sz="667"/>
              <a:t> Calibri </a:t>
            </a:r>
            <a:r>
              <a:rPr lang="en-US" sz="667" err="1"/>
              <a:t>gebruiken</a:t>
            </a:r>
            <a:endParaRPr lang="en-US" sz="667"/>
          </a:p>
        </p:txBody>
      </p:sp>
      <p:sp>
        <p:nvSpPr>
          <p:cNvPr id="66" name="TextBox 15">
            <a:extLst>
              <a:ext uri="{FF2B5EF4-FFF2-40B4-BE49-F238E27FC236}">
                <a16:creationId xmlns:a16="http://schemas.microsoft.com/office/drawing/2014/main" id="{B726A7B0-FC55-4FD2-B93B-47F52DFE16C4}"/>
              </a:ext>
            </a:extLst>
          </p:cNvPr>
          <p:cNvSpPr txBox="1"/>
          <p:nvPr/>
        </p:nvSpPr>
        <p:spPr>
          <a:xfrm>
            <a:off x="4341820" y="1968117"/>
            <a:ext cx="917969" cy="194990"/>
          </a:xfrm>
          <a:prstGeom prst="rect">
            <a:avLst/>
          </a:prstGeom>
          <a:noFill/>
        </p:spPr>
        <p:txBody>
          <a:bodyPr wrap="square" rtlCol="0">
            <a:spAutoFit/>
          </a:bodyPr>
          <a:lstStyle/>
          <a:p>
            <a:r>
              <a:rPr lang="nl-NL" sz="667" b="1">
                <a:solidFill>
                  <a:schemeClr val="tx2"/>
                </a:solidFill>
                <a:latin typeface="Arial" panose="020B0604020202020204" pitchFamily="34" charset="0"/>
                <a:cs typeface="Arial" panose="020B0604020202020204" pitchFamily="34" charset="0"/>
              </a:rPr>
              <a:t>Tekstgroottes</a:t>
            </a:r>
            <a:endParaRPr lang="en-US" sz="667" b="1">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p:nvSpPr>
        <p:spPr>
          <a:xfrm>
            <a:off x="4579340" y="2501377"/>
            <a:ext cx="1236137" cy="194990"/>
          </a:xfrm>
          <a:prstGeom prst="rect">
            <a:avLst/>
          </a:prstGeom>
          <a:noFill/>
        </p:spPr>
        <p:txBody>
          <a:bodyPr wrap="square" rtlCol="0">
            <a:spAutoFit/>
          </a:bodyPr>
          <a:lstStyle/>
          <a:p>
            <a:r>
              <a:rPr lang="nl-NL" sz="667">
                <a:latin typeface="+mj-lt"/>
                <a:cs typeface="Arial" panose="020B0604020202020204" pitchFamily="34" charset="0"/>
              </a:rPr>
              <a:t>Platte tekst (36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p:nvSpPr>
        <p:spPr>
          <a:xfrm>
            <a:off x="4577558" y="2681270"/>
            <a:ext cx="1236137" cy="194990"/>
          </a:xfrm>
          <a:prstGeom prst="rect">
            <a:avLst/>
          </a:prstGeom>
          <a:noFill/>
        </p:spPr>
        <p:txBody>
          <a:bodyPr wrap="square" rtlCol="0">
            <a:spAutoFit/>
          </a:bodyPr>
          <a:lstStyle/>
          <a:p>
            <a:pPr marL="114306" indent="-114306">
              <a:buFont typeface="Arial" panose="020B0604020202020204" pitchFamily="34" charset="0"/>
              <a:buChar char="•"/>
            </a:pPr>
            <a:r>
              <a:rPr lang="nl-NL" sz="667" err="1">
                <a:latin typeface="+mj-lt"/>
                <a:cs typeface="Arial" panose="020B0604020202020204" pitchFamily="34" charset="0"/>
              </a:rPr>
              <a:t>Bullet</a:t>
            </a:r>
            <a:r>
              <a:rPr lang="nl-NL" sz="667">
                <a:latin typeface="+mj-lt"/>
                <a:cs typeface="Arial" panose="020B0604020202020204" pitchFamily="34" charset="0"/>
              </a:rPr>
              <a:t> (36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p:nvSpPr>
        <p:spPr>
          <a:xfrm>
            <a:off x="4635006" y="2881166"/>
            <a:ext cx="1129079" cy="194990"/>
          </a:xfrm>
          <a:prstGeom prst="rect">
            <a:avLst/>
          </a:prstGeom>
          <a:noFill/>
        </p:spPr>
        <p:txBody>
          <a:bodyPr wrap="square" rtlCol="0">
            <a:spAutoFit/>
          </a:bodyPr>
          <a:lstStyle/>
          <a:p>
            <a:pPr marL="240254" lvl="1" indent="-120656">
              <a:buFont typeface="Arial" panose="020B0604020202020204" pitchFamily="34" charset="0"/>
              <a:buChar char="•"/>
            </a:pPr>
            <a:r>
              <a:rPr lang="nl-NL" sz="667">
                <a:latin typeface="+mj-lt"/>
                <a:cs typeface="Arial" panose="020B0604020202020204" pitchFamily="34" charset="0"/>
              </a:rPr>
              <a:t>Sub </a:t>
            </a:r>
            <a:r>
              <a:rPr lang="nl-NL" sz="667" err="1">
                <a:latin typeface="+mj-lt"/>
                <a:cs typeface="Arial" panose="020B0604020202020204" pitchFamily="34" charset="0"/>
              </a:rPr>
              <a:t>Bullet</a:t>
            </a:r>
            <a:r>
              <a:rPr lang="nl-NL" sz="667">
                <a:latin typeface="+mj-lt"/>
                <a:cs typeface="Arial" panose="020B0604020202020204" pitchFamily="34" charset="0"/>
              </a:rPr>
              <a:t> (30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p:nvSpPr>
        <p:spPr>
          <a:xfrm>
            <a:off x="4635006" y="3085450"/>
            <a:ext cx="1129079" cy="194990"/>
          </a:xfrm>
          <a:prstGeom prst="rect">
            <a:avLst/>
          </a:prstGeom>
          <a:noFill/>
        </p:spPr>
        <p:txBody>
          <a:bodyPr wrap="square" rtlCol="0">
            <a:spAutoFit/>
          </a:bodyPr>
          <a:lstStyle/>
          <a:p>
            <a:r>
              <a:rPr lang="nl-NL" sz="667" b="1">
                <a:solidFill>
                  <a:schemeClr val="tx2"/>
                </a:solidFill>
                <a:latin typeface="+mj-lt"/>
                <a:cs typeface="Arial" panose="020B0604020202020204" pitchFamily="34" charset="0"/>
              </a:rPr>
              <a:t>Kopje (24 </a:t>
            </a:r>
            <a:r>
              <a:rPr lang="nl-NL" sz="667" b="1" err="1">
                <a:solidFill>
                  <a:schemeClr val="tx2"/>
                </a:solidFill>
                <a:latin typeface="+mj-lt"/>
                <a:cs typeface="Arial" panose="020B0604020202020204" pitchFamily="34" charset="0"/>
              </a:rPr>
              <a:t>pt</a:t>
            </a:r>
            <a:r>
              <a:rPr lang="nl-NL" sz="667" b="1">
                <a:solidFill>
                  <a:schemeClr val="tx2"/>
                </a:solidFill>
                <a:latin typeface="+mj-lt"/>
                <a:cs typeface="Arial" panose="020B0604020202020204" pitchFamily="34" charset="0"/>
              </a:rPr>
              <a:t>)</a:t>
            </a:r>
            <a:endParaRPr lang="en-US" sz="667" b="1">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p:nvSpPr>
        <p:spPr>
          <a:xfrm>
            <a:off x="4628179" y="3289980"/>
            <a:ext cx="1129079" cy="194990"/>
          </a:xfrm>
          <a:prstGeom prst="rect">
            <a:avLst/>
          </a:prstGeom>
          <a:noFill/>
        </p:spPr>
        <p:txBody>
          <a:bodyPr wrap="square" rtlCol="0">
            <a:spAutoFit/>
          </a:bodyPr>
          <a:lstStyle/>
          <a:p>
            <a:r>
              <a:rPr lang="nl-NL" sz="667" i="1">
                <a:solidFill>
                  <a:schemeClr val="tx2"/>
                </a:solidFill>
                <a:latin typeface="+mj-lt"/>
                <a:cs typeface="Arial" panose="020B0604020202020204" pitchFamily="34" charset="0"/>
              </a:rPr>
              <a:t>Kopje (16 </a:t>
            </a:r>
            <a:r>
              <a:rPr lang="nl-NL" sz="667" i="1" err="1">
                <a:solidFill>
                  <a:schemeClr val="tx2"/>
                </a:solidFill>
                <a:latin typeface="+mj-lt"/>
                <a:cs typeface="Arial" panose="020B0604020202020204" pitchFamily="34" charset="0"/>
              </a:rPr>
              <a:t>pt</a:t>
            </a:r>
            <a:r>
              <a:rPr lang="nl-NL" sz="667" i="1">
                <a:solidFill>
                  <a:schemeClr val="tx2"/>
                </a:solidFill>
                <a:latin typeface="+mj-lt"/>
                <a:cs typeface="Arial" panose="020B0604020202020204" pitchFamily="34" charset="0"/>
              </a:rPr>
              <a:t>)</a:t>
            </a:r>
            <a:endParaRPr lang="en-US" sz="667" i="1">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p:nvGrpSpPr>
        <p:grpSpPr>
          <a:xfrm>
            <a:off x="4406980" y="2487045"/>
            <a:ext cx="192021" cy="215444"/>
            <a:chOff x="12492689" y="2721406"/>
            <a:chExt cx="288032" cy="323165"/>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1</a:t>
              </a:r>
              <a:endParaRPr lang="en-US" sz="800" b="1">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p:nvGrpSpPr>
        <p:grpSpPr>
          <a:xfrm>
            <a:off x="4406589" y="2682942"/>
            <a:ext cx="192021" cy="215444"/>
            <a:chOff x="12492689" y="2721406"/>
            <a:chExt cx="288032" cy="323165"/>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2</a:t>
              </a:r>
              <a:endParaRPr lang="en-US" sz="800" b="1">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p:nvGrpSpPr>
        <p:grpSpPr>
          <a:xfrm>
            <a:off x="4406980" y="2881167"/>
            <a:ext cx="192021" cy="215444"/>
            <a:chOff x="12492689" y="2721406"/>
            <a:chExt cx="288032" cy="323165"/>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3</a:t>
              </a:r>
              <a:endParaRPr lang="en-US" sz="800" b="1">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p:nvGrpSpPr>
        <p:grpSpPr>
          <a:xfrm>
            <a:off x="4406980" y="3085451"/>
            <a:ext cx="192021" cy="215444"/>
            <a:chOff x="12492689" y="2721406"/>
            <a:chExt cx="288032" cy="323165"/>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4</a:t>
              </a:r>
              <a:endParaRPr lang="en-US" sz="800" b="1">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p:nvGrpSpPr>
        <p:grpSpPr>
          <a:xfrm>
            <a:off x="4405440" y="3286110"/>
            <a:ext cx="192021" cy="215444"/>
            <a:chOff x="12492689" y="2721406"/>
            <a:chExt cx="288032" cy="323165"/>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5</a:t>
              </a:r>
              <a:endParaRPr lang="en-US" sz="800" b="1">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p:nvSpPr>
        <p:spPr>
          <a:xfrm>
            <a:off x="6200269" y="240612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Kaart aanpassen</a:t>
            </a:r>
            <a:endParaRPr lang="en-US" sz="933" b="1">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p:nvSpPr>
        <p:spPr>
          <a:xfrm>
            <a:off x="6206840" y="2899843"/>
            <a:ext cx="1847115" cy="605615"/>
          </a:xfrm>
          <a:prstGeom prst="rect">
            <a:avLst/>
          </a:prstGeom>
          <a:noFill/>
        </p:spPr>
        <p:txBody>
          <a:bodyPr wrap="square" rtlCol="0">
            <a:spAutoFit/>
          </a:bodyPr>
          <a:lstStyle/>
          <a:p>
            <a:r>
              <a:rPr lang="nl-NL" sz="667">
                <a:latin typeface="+mn-lt"/>
                <a:cs typeface="Arial" panose="020B0604020202020204" pitchFamily="34" charset="0"/>
              </a:rPr>
              <a:t>Selecteer eerst de kaart en vervolgens het deel dat je wenst te kleuren. Klik naast de kaart om deze weer te verlaten.</a:t>
            </a:r>
          </a:p>
          <a:p>
            <a:endParaRPr lang="nl-NL" sz="667">
              <a:latin typeface="+mn-lt"/>
              <a:cs typeface="Arial" panose="020B0604020202020204" pitchFamily="34" charset="0"/>
            </a:endParaRPr>
          </a:p>
          <a:p>
            <a:r>
              <a:rPr lang="nl-NL" sz="667">
                <a:latin typeface="+mn-lt"/>
                <a:cs typeface="Arial" panose="020B0604020202020204" pitchFamily="34" charset="0"/>
              </a:rPr>
              <a:t>Copier de </a:t>
            </a:r>
            <a:r>
              <a:rPr lang="nl-NL" sz="667" err="1">
                <a:latin typeface="+mn-lt"/>
                <a:cs typeface="Arial" panose="020B0604020202020204" pitchFamily="34" charset="0"/>
              </a:rPr>
              <a:t>pushpin</a:t>
            </a:r>
            <a:r>
              <a:rPr lang="nl-NL" sz="667">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p:nvSpPr>
        <p:spPr>
          <a:xfrm>
            <a:off x="8057476" y="4260374"/>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Grafieken aanpassen</a:t>
            </a:r>
            <a:endParaRPr lang="en-US" sz="933" b="1">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p:nvSpPr>
        <p:spPr>
          <a:xfrm>
            <a:off x="8054023" y="4760657"/>
            <a:ext cx="1847114" cy="1016240"/>
          </a:xfrm>
          <a:prstGeom prst="rect">
            <a:avLst/>
          </a:prstGeom>
          <a:noFill/>
        </p:spPr>
        <p:txBody>
          <a:bodyPr wrap="square" rtlCol="0">
            <a:spAutoFit/>
          </a:bodyPr>
          <a:lstStyle/>
          <a:p>
            <a:r>
              <a:rPr lang="nl-NL" sz="667">
                <a:latin typeface="+mn-lt"/>
                <a:cs typeface="Arial" panose="020B0604020202020204" pitchFamily="34" charset="0"/>
              </a:rPr>
              <a:t>Klik rechts op de grafiek en kies voor:</a:t>
            </a:r>
          </a:p>
          <a:p>
            <a:endParaRPr lang="nl-NL" sz="667">
              <a:latin typeface="+mn-lt"/>
              <a:cs typeface="Arial" panose="020B0604020202020204" pitchFamily="34" charset="0"/>
            </a:endParaRPr>
          </a:p>
          <a:p>
            <a:endParaRPr lang="nl-NL" sz="667">
              <a:latin typeface="+mn-lt"/>
              <a:cs typeface="Arial" panose="020B0604020202020204" pitchFamily="34" charset="0"/>
            </a:endParaRPr>
          </a:p>
          <a:p>
            <a:endParaRPr lang="nl-NL" sz="667">
              <a:latin typeface="+mn-lt"/>
              <a:cs typeface="Arial" panose="020B0604020202020204" pitchFamily="34" charset="0"/>
            </a:endParaRPr>
          </a:p>
          <a:p>
            <a:endParaRPr lang="nl-NL" sz="667">
              <a:latin typeface="+mn-lt"/>
              <a:cs typeface="Arial" panose="020B0604020202020204" pitchFamily="34" charset="0"/>
            </a:endParaRPr>
          </a:p>
          <a:p>
            <a:r>
              <a:rPr lang="nl-NL" sz="667">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p:nvPicPr>
        <p:blipFill rotWithShape="1">
          <a:blip r:embed="rId7" cstate="email">
            <a:extLst>
              <a:ext uri="{28A0092B-C50C-407E-A947-70E740481C1C}">
                <a14:useLocalDpi xmlns:a14="http://schemas.microsoft.com/office/drawing/2010/main" val="0"/>
              </a:ext>
            </a:extLst>
          </a:blip>
          <a:srcRect/>
          <a:stretch/>
        </p:blipFill>
        <p:spPr>
          <a:xfrm>
            <a:off x="8547627" y="4971614"/>
            <a:ext cx="896747" cy="164873"/>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p:nvSpPr>
        <p:spPr>
          <a:xfrm>
            <a:off x="9904525" y="3358883"/>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Vragen of hulp</a:t>
            </a:r>
            <a:endParaRPr lang="en-US" sz="933" b="1">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p:nvSpPr>
        <p:spPr>
          <a:xfrm>
            <a:off x="9910874" y="3838076"/>
            <a:ext cx="1833450" cy="297646"/>
          </a:xfrm>
          <a:prstGeom prst="rect">
            <a:avLst/>
          </a:prstGeom>
          <a:noFill/>
        </p:spPr>
        <p:txBody>
          <a:bodyPr wrap="square" rtlCol="0">
            <a:spAutoFit/>
          </a:bodyPr>
          <a:lstStyle/>
          <a:p>
            <a:r>
              <a:rPr lang="nl-NL" sz="667">
                <a:latin typeface="+mn-lt"/>
                <a:cs typeface="Arial" panose="020B0604020202020204" pitchFamily="34" charset="0"/>
              </a:rPr>
              <a:t>Contacteer de dienst communicatie of </a:t>
            </a:r>
            <a:r>
              <a:rPr lang="nl-NL" sz="667">
                <a:latin typeface="+mn-lt"/>
                <a:cs typeface="Arial" panose="020B0604020202020204" pitchFamily="34" charset="0"/>
                <a:hlinkClick r:id="rId8"/>
              </a:rPr>
              <a:t>regis.le.roy@howest.be</a:t>
            </a:r>
            <a:r>
              <a:rPr lang="nl-NL" sz="667">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p:nvSpPr>
        <p:spPr>
          <a:xfrm>
            <a:off x="8062705" y="1020220"/>
            <a:ext cx="1584176" cy="235898"/>
          </a:xfrm>
          <a:prstGeom prst="rect">
            <a:avLst/>
          </a:prstGeom>
          <a:noFill/>
        </p:spPr>
        <p:txBody>
          <a:bodyPr wrap="square" rtlCol="0">
            <a:spAutoFit/>
          </a:bodyPr>
          <a:lstStyle/>
          <a:p>
            <a:r>
              <a:rPr lang="nl-NL" sz="933" b="1" err="1">
                <a:solidFill>
                  <a:schemeClr val="tx2"/>
                </a:solidFill>
                <a:latin typeface="+mn-lt"/>
                <a:cs typeface="Arial" panose="020B0604020202020204" pitchFamily="34" charset="0"/>
              </a:rPr>
              <a:t>SmartArt</a:t>
            </a:r>
            <a:r>
              <a:rPr lang="nl-NL" sz="933" b="1">
                <a:solidFill>
                  <a:schemeClr val="tx2"/>
                </a:solidFill>
                <a:latin typeface="+mn-lt"/>
                <a:cs typeface="Arial" panose="020B0604020202020204" pitchFamily="34" charset="0"/>
              </a:rPr>
              <a:t> aanpassen</a:t>
            </a:r>
            <a:endParaRPr lang="en-US" sz="933" b="1">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p:nvSpPr>
        <p:spPr>
          <a:xfrm>
            <a:off x="8056069" y="1500551"/>
            <a:ext cx="1847115" cy="810928"/>
          </a:xfrm>
          <a:prstGeom prst="rect">
            <a:avLst/>
          </a:prstGeom>
          <a:noFill/>
        </p:spPr>
        <p:txBody>
          <a:bodyPr wrap="square" rtlCol="0">
            <a:spAutoFit/>
          </a:bodyPr>
          <a:lstStyle/>
          <a:p>
            <a:r>
              <a:rPr lang="nl-NL" sz="667">
                <a:latin typeface="+mn-lt"/>
                <a:cs typeface="Arial" panose="020B0604020202020204" pitchFamily="34" charset="0"/>
              </a:rPr>
              <a:t>Copier de </a:t>
            </a:r>
            <a:r>
              <a:rPr lang="nl-NL" sz="667" err="1">
                <a:latin typeface="+mn-lt"/>
                <a:cs typeface="Arial" panose="020B0604020202020204" pitchFamily="34" charset="0"/>
              </a:rPr>
              <a:t>smartart</a:t>
            </a:r>
            <a:r>
              <a:rPr lang="nl-NL" sz="667">
                <a:latin typeface="+mn-lt"/>
                <a:cs typeface="Arial" panose="020B0604020202020204" pitchFamily="34" charset="0"/>
              </a:rPr>
              <a:t> naar de template je slide.</a:t>
            </a:r>
          </a:p>
          <a:p>
            <a:endParaRPr lang="nl-NL" sz="667">
              <a:latin typeface="+mn-lt"/>
              <a:cs typeface="Arial" panose="020B0604020202020204" pitchFamily="34" charset="0"/>
            </a:endParaRPr>
          </a:p>
          <a:p>
            <a:r>
              <a:rPr lang="nl-NL" sz="667">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p:nvSpPr>
        <p:spPr>
          <a:xfrm>
            <a:off x="9904525" y="2439772"/>
            <a:ext cx="1839800" cy="502958"/>
          </a:xfrm>
          <a:prstGeom prst="rect">
            <a:avLst/>
          </a:prstGeom>
          <a:noFill/>
        </p:spPr>
        <p:txBody>
          <a:bodyPr wrap="square" rtlCol="0">
            <a:spAutoFit/>
          </a:bodyPr>
          <a:lstStyle/>
          <a:p>
            <a:r>
              <a:rPr lang="nl-BE" sz="667">
                <a:latin typeface="+mn-lt"/>
                <a:cs typeface="Arial" panose="020B0604020202020204" pitchFamily="34" charset="0"/>
              </a:rPr>
              <a:t>Gelieve steeds de laatste versie af te halen van dit bestand! Via het intranet op </a:t>
            </a:r>
          </a:p>
          <a:p>
            <a:r>
              <a:rPr lang="nl-BE" sz="667">
                <a:hlinkClick r:id="rId9"/>
              </a:rPr>
              <a:t>https://studenthowest.sharepoint.com/sites/staff/COMM/SitePages/Huisstijl.aspx</a:t>
            </a:r>
            <a:endParaRPr lang="nl-BE" sz="667">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p:nvSpPr>
        <p:spPr>
          <a:xfrm>
            <a:off x="9904525" y="196799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Over deze template</a:t>
            </a:r>
            <a:endParaRPr lang="en-US" sz="933" b="1">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p:nvSpPr>
        <p:spPr>
          <a:xfrm>
            <a:off x="6194815" y="3800271"/>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Kleuren</a:t>
            </a:r>
            <a:endParaRPr lang="en-US" sz="933" b="1">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p:nvCxnSpPr>
        <p:spPr>
          <a:xfrm>
            <a:off x="6263344" y="4248921"/>
            <a:ext cx="1775563"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p:nvGrpSpPr>
        <p:grpSpPr>
          <a:xfrm>
            <a:off x="6268338" y="4284273"/>
            <a:ext cx="1247378" cy="1221553"/>
            <a:chOff x="15665503" y="2139926"/>
            <a:chExt cx="1871067" cy="1832330"/>
          </a:xfrm>
        </p:grpSpPr>
        <p:sp>
          <p:nvSpPr>
            <p:cNvPr id="103" name="Rechthoek 102">
              <a:extLst>
                <a:ext uri="{FF2B5EF4-FFF2-40B4-BE49-F238E27FC236}">
                  <a16:creationId xmlns:a16="http://schemas.microsoft.com/office/drawing/2014/main" id="{04E0274B-4A23-4599-8B39-A2CDABB5ECA3}"/>
                </a:ext>
              </a:extLst>
            </p:cNvPr>
            <p:cNvSpPr/>
            <p:nvPr/>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p:nvSpPr>
          <p:spPr>
            <a:xfrm>
              <a:off x="15808378" y="2139926"/>
              <a:ext cx="1728192" cy="1832330"/>
            </a:xfrm>
            <a:prstGeom prst="rect">
              <a:avLst/>
            </a:prstGeom>
            <a:noFill/>
          </p:spPr>
          <p:txBody>
            <a:bodyPr wrap="square" rtlCol="0">
              <a:spAutoFit/>
            </a:bodyPr>
            <a:lstStyle/>
            <a:p>
              <a:pPr marL="0" indent="0" algn="l">
                <a:buFontTx/>
                <a:buNone/>
              </a:pPr>
              <a:r>
                <a:rPr lang="en-US" sz="667"/>
                <a:t>H</a:t>
              </a:r>
              <a:r>
                <a:rPr lang="nl-BE" sz="667" err="1"/>
                <a:t>oofdkleur</a:t>
              </a:r>
              <a:endParaRPr lang="nl-BE" sz="667"/>
            </a:p>
            <a:p>
              <a:pPr marL="0" indent="0" algn="l">
                <a:buFontTx/>
                <a:buNone/>
              </a:pPr>
              <a:r>
                <a:rPr lang="nl-BE" sz="667"/>
                <a:t>Blauw (RGB: 68,200,245)</a:t>
              </a:r>
            </a:p>
            <a:p>
              <a:pPr marL="0" indent="0">
                <a:buFontTx/>
                <a:buNone/>
              </a:pPr>
              <a:r>
                <a:rPr lang="en-US" sz="667"/>
                <a:t>1</a:t>
              </a:r>
              <a:r>
                <a:rPr lang="en-US" sz="667" baseline="30000"/>
                <a:t>ste </a:t>
              </a:r>
              <a:r>
                <a:rPr lang="nl-BE" sz="667"/>
                <a:t> Tekstkleur </a:t>
              </a:r>
            </a:p>
            <a:p>
              <a:pPr marL="0" indent="0">
                <a:buFontTx/>
                <a:buNone/>
              </a:pPr>
              <a:r>
                <a:rPr lang="nl-BE" sz="667"/>
                <a:t>Wit (RGB:255,255,255)</a:t>
              </a:r>
            </a:p>
            <a:p>
              <a:pPr marL="0" indent="0">
                <a:buFontTx/>
                <a:buNone/>
              </a:pPr>
              <a:r>
                <a:rPr lang="en-US" sz="667"/>
                <a:t>2</a:t>
              </a:r>
              <a:r>
                <a:rPr lang="en-US" sz="667" baseline="30000"/>
                <a:t>de</a:t>
              </a:r>
              <a:r>
                <a:rPr lang="en-US" sz="667"/>
                <a:t>   </a:t>
              </a:r>
              <a:r>
                <a:rPr lang="en-US" sz="667" err="1"/>
                <a:t>Tekstkleur</a:t>
              </a:r>
              <a:endParaRPr lang="en-US" sz="667"/>
            </a:p>
            <a:p>
              <a:pPr marL="0" indent="0">
                <a:buFontTx/>
                <a:buNone/>
              </a:pPr>
              <a:r>
                <a:rPr lang="en-US" sz="667"/>
                <a:t>Z</a:t>
              </a:r>
              <a:r>
                <a:rPr lang="nl-BE" sz="667"/>
                <a:t>wart (RGB:0,0,0)</a:t>
              </a:r>
            </a:p>
            <a:p>
              <a:pPr marL="0" indent="0">
                <a:buFontTx/>
                <a:buNone/>
              </a:pPr>
              <a:r>
                <a:rPr lang="en-US" sz="667"/>
                <a:t>Extra: </a:t>
              </a:r>
            </a:p>
            <a:p>
              <a:pPr marL="0" indent="0">
                <a:buFontTx/>
                <a:buNone/>
              </a:pPr>
              <a:r>
                <a:rPr lang="en-US" sz="667"/>
                <a:t>Magenta</a:t>
              </a:r>
              <a:r>
                <a:rPr lang="nl-BE" sz="667"/>
                <a:t> (RGB: 236,0,140)</a:t>
              </a:r>
            </a:p>
            <a:p>
              <a:pPr marL="0" indent="0">
                <a:buFontTx/>
                <a:buNone/>
              </a:pPr>
              <a:r>
                <a:rPr lang="nl-BE" sz="667"/>
                <a:t>Extra:</a:t>
              </a:r>
            </a:p>
            <a:p>
              <a:pPr marL="0" indent="0">
                <a:buFontTx/>
                <a:buNone/>
              </a:pPr>
              <a:r>
                <a:rPr lang="nl-BE" sz="667"/>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p:nvSpPr>
        <p:spPr>
          <a:xfrm>
            <a:off x="9895398"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Hulplijnen tonen aanpassen</a:t>
            </a:r>
            <a:endParaRPr lang="en-US" sz="933" b="1">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p:nvCxnSpPr>
        <p:spPr>
          <a:xfrm>
            <a:off x="9967407" y="146138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p:nvSpPr>
        <p:spPr>
          <a:xfrm>
            <a:off x="9897210" y="1505951"/>
            <a:ext cx="1847115" cy="400302"/>
          </a:xfrm>
          <a:prstGeom prst="rect">
            <a:avLst/>
          </a:prstGeom>
          <a:noFill/>
        </p:spPr>
        <p:txBody>
          <a:bodyPr wrap="square" rtlCol="0">
            <a:spAutoFit/>
          </a:bodyPr>
          <a:lstStyle/>
          <a:p>
            <a:r>
              <a:rPr lang="nl-NL" sz="667">
                <a:latin typeface="+mn-lt"/>
                <a:cs typeface="Arial" panose="020B0604020202020204" pitchFamily="34" charset="0"/>
              </a:rPr>
              <a:t>In elke slide </a:t>
            </a:r>
            <a:r>
              <a:rPr lang="nl-NL" sz="667" err="1">
                <a:latin typeface="+mn-lt"/>
                <a:cs typeface="Arial" panose="020B0604020202020204" pitchFamily="34" charset="0"/>
              </a:rPr>
              <a:t>layout</a:t>
            </a:r>
            <a:r>
              <a:rPr lang="nl-NL" sz="667">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p:nvCxnSpPr>
        <p:spPr>
          <a:xfrm>
            <a:off x="9960359" y="2392973"/>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p:nvCxnSpPr>
        <p:spPr>
          <a:xfrm>
            <a:off x="9967406" y="378412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p:nvCxnSpPr>
        <p:spPr>
          <a:xfrm>
            <a:off x="8115304" y="146138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p:nvCxnSpPr>
        <p:spPr>
          <a:xfrm>
            <a:off x="6272799" y="146773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p:nvCxnSpPr>
        <p:spPr>
          <a:xfrm>
            <a:off x="4405440" y="146773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p:nvCxnSpPr>
        <p:spPr>
          <a:xfrm>
            <a:off x="4397359" y="4246581"/>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p:nvCxnSpPr>
        <p:spPr>
          <a:xfrm>
            <a:off x="6264335" y="2858911"/>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p:nvCxnSpPr>
        <p:spPr>
          <a:xfrm>
            <a:off x="8129940" y="4722856"/>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p:nvCxnSpPr>
        <p:spPr>
          <a:xfrm>
            <a:off x="4403621" y="2400233"/>
            <a:ext cx="1775563"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p:nvSpPr>
        <p:spPr>
          <a:xfrm>
            <a:off x="8054239" y="240029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Tabellen aanpassen</a:t>
            </a:r>
            <a:endParaRPr lang="en-US" sz="933" b="1">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p:nvSpPr>
        <p:spPr>
          <a:xfrm>
            <a:off x="8056069" y="2894355"/>
            <a:ext cx="1847115" cy="1118896"/>
          </a:xfrm>
          <a:prstGeom prst="rect">
            <a:avLst/>
          </a:prstGeom>
          <a:noFill/>
        </p:spPr>
        <p:txBody>
          <a:bodyPr wrap="square" rtlCol="0">
            <a:spAutoFit/>
          </a:bodyPr>
          <a:lstStyle/>
          <a:p>
            <a:r>
              <a:rPr lang="nl-NL" sz="667">
                <a:latin typeface="+mn-lt"/>
                <a:cs typeface="Arial" panose="020B0604020202020204" pitchFamily="34" charset="0"/>
              </a:rPr>
              <a:t>Tabellen werkt niet altijd even vlot in PowerPoint. </a:t>
            </a:r>
          </a:p>
          <a:p>
            <a:endParaRPr lang="nl-NL" sz="667">
              <a:latin typeface="+mn-lt"/>
              <a:cs typeface="Arial" panose="020B0604020202020204" pitchFamily="34" charset="0"/>
            </a:endParaRPr>
          </a:p>
          <a:p>
            <a:r>
              <a:rPr lang="nl-NL" sz="667">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667">
              <a:latin typeface="+mn-lt"/>
              <a:cs typeface="Arial" panose="020B0604020202020204" pitchFamily="34" charset="0"/>
            </a:endParaRPr>
          </a:p>
          <a:p>
            <a:r>
              <a:rPr lang="nl-NL" sz="667">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p:nvCxnSpPr>
        <p:spPr>
          <a:xfrm>
            <a:off x="8115304" y="2855192"/>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17738" y="3884725"/>
            <a:ext cx="1723775" cy="241133"/>
          </a:xfrm>
          <a:prstGeom prst="rect">
            <a:avLst/>
          </a:prstGeom>
        </p:spPr>
      </p:pic>
      <p:pic>
        <p:nvPicPr>
          <p:cNvPr id="4" name="Afbeelding 3">
            <a:extLst>
              <a:ext uri="{FF2B5EF4-FFF2-40B4-BE49-F238E27FC236}">
                <a16:creationId xmlns:a16="http://schemas.microsoft.com/office/drawing/2014/main" id="{5B39836E-004F-43A1-BAE3-C85C57A18D2C}"/>
              </a:ext>
            </a:extLst>
          </p:cNvPr>
          <p:cNvPicPr>
            <a:picLocks noChangeAspect="1"/>
          </p:cNvPicPr>
          <p:nvPr/>
        </p:nvPicPr>
        <p:blipFill rotWithShape="1">
          <a:blip r:embed="rId11">
            <a:extLst>
              <a:ext uri="{28A0092B-C50C-407E-A947-70E740481C1C}">
                <a14:useLocalDpi xmlns:a14="http://schemas.microsoft.com/office/drawing/2010/main" val="0"/>
              </a:ext>
            </a:extLst>
          </a:blip>
          <a:srcRect t="4581"/>
          <a:stretch/>
        </p:blipFill>
        <p:spPr>
          <a:xfrm>
            <a:off x="712045" y="3021013"/>
            <a:ext cx="3511859" cy="3082197"/>
          </a:xfrm>
          <a:prstGeom prst="rect">
            <a:avLst/>
          </a:prstGeom>
        </p:spPr>
      </p:pic>
    </p:spTree>
    <p:extLst>
      <p:ext uri="{BB962C8B-B14F-4D97-AF65-F5344CB8AC3E}">
        <p14:creationId xmlns:p14="http://schemas.microsoft.com/office/powerpoint/2010/main" val="4190151196"/>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p:nvSpPr>
        <p:spPr>
          <a:xfrm>
            <a:off x="679450" y="-1"/>
            <a:ext cx="11514137" cy="6858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p:cNvSpPr>
            <a:spLocks noGrp="1"/>
          </p:cNvSpPr>
          <p:nvPr>
            <p:ph type="ctrTitle" hasCustomPrompt="1"/>
          </p:nvPr>
        </p:nvSpPr>
        <p:spPr>
          <a:xfrm>
            <a:off x="3432810" y="2719009"/>
            <a:ext cx="8251191" cy="1309663"/>
          </a:xfrm>
        </p:spPr>
        <p:txBody>
          <a:bodyPr wrap="none" lIns="0" tIns="0" rIns="0" bIns="0" anchor="b">
            <a:noAutofit/>
          </a:bodyPr>
          <a:lstStyle>
            <a:lvl1pPr algn="l">
              <a:lnSpc>
                <a:spcPct val="100000"/>
              </a:lnSpc>
              <a:defRPr sz="3600">
                <a:solidFill>
                  <a:schemeClr val="bg1"/>
                </a:solidFill>
                <a:latin typeface="Arial Rounded MT Bold" panose="020F0704030504030204" pitchFamily="34" charset="0"/>
              </a:defRPr>
            </a:lvl1pPr>
          </a:lstStyle>
          <a:p>
            <a:br>
              <a:rPr lang="nl-BE" noProof="0"/>
            </a:br>
            <a:br>
              <a:rPr lang="nl-BE" noProof="0"/>
            </a:br>
            <a:r>
              <a:rPr lang="nl-BE" noProof="0"/>
              <a:t>Titel</a:t>
            </a:r>
          </a:p>
        </p:txBody>
      </p:sp>
      <p:sp>
        <p:nvSpPr>
          <p:cNvPr id="3" name="Subtitle 2"/>
          <p:cNvSpPr>
            <a:spLocks noGrp="1"/>
          </p:cNvSpPr>
          <p:nvPr>
            <p:ph type="subTitle" idx="1" hasCustomPrompt="1"/>
          </p:nvPr>
        </p:nvSpPr>
        <p:spPr>
          <a:xfrm>
            <a:off x="3451860" y="4461443"/>
            <a:ext cx="8251191" cy="1655762"/>
          </a:xfrm>
        </p:spPr>
        <p:txBody>
          <a:bodyPr lIns="0" tIns="0" rIns="0" bIns="0"/>
          <a:lstStyle>
            <a:lvl1pPr marL="0" indent="0" algn="l">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01" y="243728"/>
            <a:ext cx="5045075" cy="2585601"/>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793424179"/>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3432810" y="2265535"/>
            <a:ext cx="8251191" cy="1309663"/>
          </a:xfrm>
        </p:spPr>
        <p:txBody>
          <a:bodyPr wrap="none" lIns="0" tIns="0" rIns="0" bIns="0" anchor="b">
            <a:noAutofit/>
          </a:bodyPr>
          <a:lstStyle>
            <a:lvl1pPr algn="l">
              <a:lnSpc>
                <a:spcPct val="64000"/>
              </a:lnSpc>
              <a:defRPr sz="36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3451860" y="3889020"/>
            <a:ext cx="8251191" cy="1812970"/>
          </a:xfrm>
        </p:spPr>
        <p:txBody>
          <a:bodyPr lIns="0" tIns="0" rIns="0" bIns="0"/>
          <a:lstStyle>
            <a:lvl1pPr marL="0" indent="0" algn="l">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38" y="768980"/>
            <a:ext cx="1966095" cy="1007625"/>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Tussentitel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042844195"/>
      </p:ext>
    </p:extLst>
  </p:cSld>
  <p:clrMapOvr>
    <a:masterClrMapping/>
  </p:clrMapOvr>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1310186" y="2374711"/>
            <a:ext cx="10392865" cy="2128486"/>
          </a:xfrm>
        </p:spPr>
        <p:txBody>
          <a:bodyPr wrap="none" lIns="0" tIns="0" rIns="0" bIns="0" anchor="b">
            <a:noAutofit/>
          </a:bodyPr>
          <a:lstStyle>
            <a:lvl1pPr algn="r">
              <a:lnSpc>
                <a:spcPct val="100000"/>
              </a:lnSpc>
              <a:defRPr sz="32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3451860" y="4774114"/>
            <a:ext cx="8251191" cy="1812970"/>
          </a:xfrm>
        </p:spPr>
        <p:txBody>
          <a:bodyPr lIns="0" tIns="0" rIns="0" bIns="0"/>
          <a:lstStyle>
            <a:lvl1pPr marL="0" indent="0" algn="r">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38" y="768980"/>
            <a:ext cx="1966095" cy="1007625"/>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Quote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42577296"/>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3302758" y="1433857"/>
            <a:ext cx="7335767" cy="758884"/>
          </a:xfrm>
        </p:spPr>
        <p:txBody>
          <a:bodyPr wrap="none" lIns="0" tIns="0" rIns="0" bIns="0" anchor="t">
            <a:noAutofit/>
          </a:bodyPr>
          <a:lstStyle>
            <a:lvl1pPr algn="l">
              <a:lnSpc>
                <a:spcPct val="100000"/>
              </a:lnSpc>
              <a:defRPr sz="2933">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3302757" y="2514303"/>
            <a:ext cx="8251191" cy="3448222"/>
          </a:xfrm>
        </p:spPr>
        <p:txBody>
          <a:bodyPr lIns="0" tIns="0" rIns="0" bIns="0"/>
          <a:lstStyle>
            <a:lvl1pPr marL="495325" indent="-495325" algn="l">
              <a:lnSpc>
                <a:spcPct val="100000"/>
              </a:lnSpc>
              <a:buFont typeface="+mj-lt"/>
              <a:buAutoNum type="arabicPeriod"/>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38" y="768980"/>
            <a:ext cx="1966095" cy="1007625"/>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Inhoud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060160972"/>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65795" y="592589"/>
            <a:ext cx="11050419" cy="503845"/>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5" name="Footer Placeholder 4"/>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6" name="Slide Number Placeholder 5"/>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099200"/>
            <a:ext cx="12192000" cy="5003800"/>
          </a:xfrm>
        </p:spPr>
        <p:txBody>
          <a:bodyPr tIns="1440000">
            <a:normAutofit/>
          </a:bodyPr>
          <a:lstStyle>
            <a:lvl1pPr marL="0" indent="0" algn="ctr">
              <a:buNone/>
              <a:defRPr sz="1067"/>
            </a:lvl1pPr>
          </a:lstStyle>
          <a:p>
            <a:r>
              <a:rPr lang="en-US"/>
              <a:t>Click icon to add picture</a:t>
            </a:r>
            <a:endParaRPr lang="nl-BE"/>
          </a:p>
        </p:txBody>
      </p:sp>
      <p:sp>
        <p:nvSpPr>
          <p:cNvPr id="12" name="TextBox 4">
            <a:extLst>
              <a:ext uri="{FF2B5EF4-FFF2-40B4-BE49-F238E27FC236}">
                <a16:creationId xmlns:a16="http://schemas.microsoft.com/office/drawing/2014/main" id="{22214A23-4B57-4EDB-9FCA-6715CD113D98}"/>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Grote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097735981"/>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2192000" cy="6103000"/>
          </a:xfrm>
        </p:spPr>
        <p:txBody>
          <a:bodyPr tIns="1440000">
            <a:normAutofit/>
          </a:bodyPr>
          <a:lstStyle>
            <a:lvl1pPr marL="0" indent="0" algn="ctr">
              <a:buNone/>
              <a:defRPr sz="1067"/>
            </a:lvl1pPr>
          </a:lstStyle>
          <a:p>
            <a:r>
              <a:rPr lang="en-US"/>
              <a:t>Click icon to add picture</a:t>
            </a:r>
            <a:endParaRPr lang="nl-BE"/>
          </a:p>
        </p:txBody>
      </p:sp>
      <p:sp>
        <p:nvSpPr>
          <p:cNvPr id="4" name="Date Placeholder 3"/>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5" name="Footer Placeholder 4"/>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6" name="Slide Number Placeholder 5"/>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2" name="Title 1"/>
          <p:cNvSpPr>
            <a:spLocks noGrp="1"/>
          </p:cNvSpPr>
          <p:nvPr>
            <p:ph type="title" hasCustomPrompt="1"/>
          </p:nvPr>
        </p:nvSpPr>
        <p:spPr>
          <a:xfrm>
            <a:off x="8088351" y="4704402"/>
            <a:ext cx="3620430" cy="503845"/>
          </a:xfrm>
          <a:noFill/>
        </p:spPr>
        <p:txBody>
          <a:bodyPr lIns="0" tIns="0" rIns="0" bIns="0" anchor="b">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p:nvCxnSpPr>
        <p:spPr>
          <a:xfrm>
            <a:off x="8088351" y="5336663"/>
            <a:ext cx="3620430"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Grote afbeelding + </a:t>
            </a:r>
            <a:r>
              <a:rPr lang="nl-NL" sz="1333" b="1" err="1">
                <a:solidFill>
                  <a:schemeClr val="tx1"/>
                </a:solidFill>
                <a:latin typeface="+mn-lt"/>
                <a:cs typeface="Arial" panose="020B0604020202020204" pitchFamily="34" charset="0"/>
              </a:rPr>
              <a:t>floating</a:t>
            </a:r>
            <a:r>
              <a:rPr lang="nl-NL" sz="1333" b="1">
                <a:solidFill>
                  <a:schemeClr val="tx1"/>
                </a:solidFill>
                <a:latin typeface="+mn-lt"/>
                <a:cs typeface="Arial" panose="020B0604020202020204" pitchFamily="34" charset="0"/>
              </a:rPr>
              <a:t> titel slide</a:t>
            </a:r>
            <a:endParaRPr lang="en-US" sz="1333" b="1">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p:nvSpPr>
        <p:spPr>
          <a:xfrm>
            <a:off x="1" y="6858000"/>
            <a:ext cx="3444511" cy="502958"/>
          </a:xfrm>
          <a:prstGeom prst="rect">
            <a:avLst/>
          </a:prstGeom>
          <a:noFill/>
        </p:spPr>
        <p:txBody>
          <a:bodyPr wrap="square" rtlCol="0">
            <a:spAutoFit/>
          </a:bodyPr>
          <a:lstStyle/>
          <a:p>
            <a:r>
              <a:rPr lang="nl-NL" sz="667">
                <a:latin typeface="+mn-lt"/>
                <a:cs typeface="Arial" panose="020B0604020202020204" pitchFamily="34" charset="0"/>
              </a:rPr>
              <a:t>Verplaats na het invoegen van de foto deze weer naar de achtergrond zodat de titel terug vooraan kom te staan. </a:t>
            </a:r>
            <a:r>
              <a:rPr lang="nl-NL" sz="667" b="1">
                <a:latin typeface="+mn-lt"/>
                <a:cs typeface="Arial" panose="020B0604020202020204" pitchFamily="34" charset="0"/>
              </a:rPr>
              <a:t>(rechtsklikken&gt; naar achtergrond&gt; naar achtergrond)</a:t>
            </a:r>
          </a:p>
          <a:p>
            <a:endParaRPr lang="nl-NL" sz="667">
              <a:latin typeface="+mn-lt"/>
              <a:cs typeface="Arial" panose="020B0604020202020204" pitchFamily="34" charset="0"/>
            </a:endParaRPr>
          </a:p>
          <a:p>
            <a:r>
              <a:rPr lang="nl-NL" sz="667">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804259338"/>
      </p:ext>
    </p:extLst>
  </p:cSld>
  <p:clrMapOvr>
    <a:masterClrMapping/>
  </p:clrMapOvr>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11050419" cy="40692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2" name="TextBox 4">
            <a:extLst>
              <a:ext uri="{FF2B5EF4-FFF2-40B4-BE49-F238E27FC236}">
                <a16:creationId xmlns:a16="http://schemas.microsoft.com/office/drawing/2014/main" id="{88A2F8C1-53AF-4DEB-9965-55FC86D3788C}"/>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Tekst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201585213"/>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704850" y="1119717"/>
            <a:ext cx="11050059" cy="4520142"/>
          </a:xfrm>
        </p:spPr>
        <p:txBody>
          <a:bodyPr>
            <a:normAutofit/>
          </a:bodyPr>
          <a:lstStyle>
            <a:lvl1pPr marL="0" indent="0" algn="ctr">
              <a:buNone/>
              <a:defRPr/>
            </a:lvl1pPr>
          </a:lstStyle>
          <a:p>
            <a:r>
              <a:rPr lang="en-US" noProof="0"/>
              <a:t>Click icon to add table</a:t>
            </a:r>
            <a:endParaRPr lang="nl-BE" noProof="0"/>
          </a:p>
        </p:txBody>
      </p:sp>
      <p:sp>
        <p:nvSpPr>
          <p:cNvPr id="16" name="TextBox 4">
            <a:extLst>
              <a:ext uri="{FF2B5EF4-FFF2-40B4-BE49-F238E27FC236}">
                <a16:creationId xmlns:a16="http://schemas.microsoft.com/office/drawing/2014/main" id="{8C7A8C97-A0A2-4491-BA0D-727C7CE0B7F3}"/>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Tabel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370871297"/>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2" name="TextBox 4">
            <a:extLst>
              <a:ext uri="{FF2B5EF4-FFF2-40B4-BE49-F238E27FC236}">
                <a16:creationId xmlns:a16="http://schemas.microsoft.com/office/drawing/2014/main" id="{892813D1-327F-45DC-8DDF-53948CE8C5F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Lege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031441579"/>
      </p:ext>
    </p:extLst>
  </p:cSld>
  <p:clrMapOvr>
    <a:masterClrMapping/>
  </p:clrMapOvr>
  <p:hf sldNum="0" hdr="0" ftr="0" dt="0"/>
  <p:extLst>
    <p:ext uri="{DCECCB84-F9BA-43D5-87BE-67443E8EF086}">
      <p15:sldGuideLst xmlns:p15="http://schemas.microsoft.com/office/powerpoint/2012/main">
        <p15:guide id="4" pos="1109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9" name="TextBox 4">
            <a:extLst>
              <a:ext uri="{FF2B5EF4-FFF2-40B4-BE49-F238E27FC236}">
                <a16:creationId xmlns:a16="http://schemas.microsoft.com/office/drawing/2014/main" id="{C531524C-A1A5-4485-B21D-E97B5DC3BE3F}"/>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Leeg zonder 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53766784"/>
      </p:ext>
    </p:extLst>
  </p:cSld>
  <p:clrMapOvr>
    <a:masterClrMapping/>
  </p:clrMapOvr>
  <p:hf sldNum="0" hdr="0" ftr="0" dt="0"/>
  <p:extLst>
    <p:ext uri="{DCECCB84-F9BA-43D5-87BE-67443E8EF086}">
      <p15:sldGuideLst xmlns:p15="http://schemas.microsoft.com/office/powerpoint/2012/main">
        <p15:guide id="4" pos="1109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262794"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5478357" cy="4074337"/>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5484706"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3" name="TextBox 4">
            <a:extLst>
              <a:ext uri="{FF2B5EF4-FFF2-40B4-BE49-F238E27FC236}">
                <a16:creationId xmlns:a16="http://schemas.microsoft.com/office/drawing/2014/main" id="{6CBDB841-5208-4BD2-9409-EA7134D69442}"/>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1/2 Tekst en 1/2 afbeelding</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942881031"/>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5326" y="1099200"/>
            <a:ext cx="734121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680663" y="1569600"/>
            <a:ext cx="7339632"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8120222"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20" name="TextBox 4">
            <a:extLst>
              <a:ext uri="{FF2B5EF4-FFF2-40B4-BE49-F238E27FC236}">
                <a16:creationId xmlns:a16="http://schemas.microsoft.com/office/drawing/2014/main" id="{D974BD34-E475-4E02-86F0-8932E1B41725}"/>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2/3 Tekst en 1/3 afbeelding</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031168772"/>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p:nvSpPr>
        <p:spPr>
          <a:xfrm>
            <a:off x="-4763" y="6203950"/>
            <a:ext cx="10659259" cy="365653"/>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12" name="TextBox 4">
            <a:extLst>
              <a:ext uri="{FF2B5EF4-FFF2-40B4-BE49-F238E27FC236}">
                <a16:creationId xmlns:a16="http://schemas.microsoft.com/office/drawing/2014/main" id="{E2274F51-95F7-4E5E-815B-1F996E645FE7}"/>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Afbeelding en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61356113"/>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1" name="balk onderaan">
            <a:extLst>
              <a:ext uri="{FF2B5EF4-FFF2-40B4-BE49-F238E27FC236}">
                <a16:creationId xmlns:a16="http://schemas.microsoft.com/office/drawing/2014/main" id="{38804C87-12C0-421E-90B2-DF14E0302FE7}"/>
              </a:ext>
            </a:extLst>
          </p:cNvPr>
          <p:cNvSpPr/>
          <p:nvPr/>
        </p:nvSpPr>
        <p:spPr>
          <a:xfrm>
            <a:off x="-4763" y="6203950"/>
            <a:ext cx="10659259" cy="365653"/>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92B1CA4A-0389-4751-BD3D-D8526698D99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2 x 2 afbeeldingen slide</a:t>
            </a:r>
            <a:endParaRPr lang="en-US" sz="1333" b="1">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693600" y="3648795"/>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6264000" y="3648795"/>
            <a:ext cx="5478357" cy="2448000"/>
          </a:xfrm>
        </p:spPr>
        <p:txBody>
          <a:bodyPr tIns="1440000">
            <a:normAutofit/>
          </a:bodyPr>
          <a:lstStyle>
            <a:lvl1pPr marL="0" indent="0" algn="ctr">
              <a:buNone/>
              <a:defRPr sz="1067"/>
            </a:lvl1pPr>
          </a:lstStyle>
          <a:p>
            <a:r>
              <a:rPr lang="en-US"/>
              <a:t>Click icon to add picture</a:t>
            </a:r>
            <a:endParaRPr lang="nl-BE"/>
          </a:p>
        </p:txBody>
      </p:sp>
    </p:spTree>
    <p:extLst>
      <p:ext uri="{BB962C8B-B14F-4D97-AF65-F5344CB8AC3E}">
        <p14:creationId xmlns:p14="http://schemas.microsoft.com/office/powerpoint/2010/main" val="2071554871"/>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8120222" y="1099200"/>
            <a:ext cx="3625850" cy="4999200"/>
          </a:xfrm>
        </p:spPr>
        <p:txBody>
          <a:bodyPr tIns="1440000">
            <a:normAutofit/>
          </a:bodyPr>
          <a:lstStyle>
            <a:lvl1pPr marL="0" indent="0" algn="ctr">
              <a:buNone/>
              <a:defRPr sz="1067"/>
            </a:lvl1pPr>
          </a:lstStyle>
          <a:p>
            <a:r>
              <a:rPr lang="en-US"/>
              <a:t>Click icon to add picture</a:t>
            </a:r>
            <a:endParaRPr lang="nl-BE"/>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4406900"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009A3169-8C0D-4A2D-9C66-BE525BCD338D}"/>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3 x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783833240"/>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3478266"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9047322"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BB27EBDF-C895-4A3E-8D3F-1D5142CF7789}"/>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4 x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509400329"/>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8120222" y="1099200"/>
            <a:ext cx="3625850" cy="1759200"/>
          </a:xfrm>
        </p:spPr>
        <p:txBody>
          <a:bodyPr tIns="1440000">
            <a:normAutofit/>
          </a:bodyPr>
          <a:lstStyle>
            <a:lvl1pPr marL="0" indent="0" algn="ctr">
              <a:buNone/>
              <a:defRPr sz="1067"/>
            </a:lvl1pPr>
          </a:lstStyle>
          <a:p>
            <a:r>
              <a:rPr lang="en-US"/>
              <a:t>Click icon to add picture</a:t>
            </a:r>
            <a:endParaRPr lang="nl-BE"/>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3625850" cy="175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4406900" y="1099200"/>
            <a:ext cx="3625850" cy="1759200"/>
          </a:xfrm>
        </p:spPr>
        <p:txBody>
          <a:bodyPr tIns="1440000">
            <a:normAutofit/>
          </a:bodyPr>
          <a:lstStyle>
            <a:lvl1pPr marL="0" indent="0" algn="ctr">
              <a:buNone/>
              <a:defRPr sz="1067"/>
            </a:lvl1pPr>
          </a:lstStyle>
          <a:p>
            <a:r>
              <a:rPr lang="en-US"/>
              <a:t>Click icon to add picture</a:t>
            </a:r>
            <a:endParaRPr lang="nl-BE"/>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700087" y="2842632"/>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4406399" y="2841600"/>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8119199" y="2841600"/>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3 x Afbeelding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35900478"/>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3478266"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9047322"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700088" y="2842632"/>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3478265"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6262794"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9047322"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4 x Afbeelding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669304486"/>
      </p:ext>
    </p:extLst>
  </p:cSld>
  <p:clrMapOvr>
    <a:masterClrMapping/>
  </p:clrMapOvr>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700088" y="2842632"/>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3478265"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6262794"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9047322"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9047321" y="1099201"/>
            <a:ext cx="2698750" cy="1758949"/>
          </a:xfrm>
        </p:spPr>
        <p:txBody>
          <a:bodyPr>
            <a:normAutofit/>
          </a:bodyPr>
          <a:lstStyle>
            <a:lvl1pPr marL="0" indent="0" algn="ctr">
              <a:buNone/>
              <a:defRPr sz="1067"/>
            </a:lvl1pPr>
          </a:lstStyle>
          <a:p>
            <a:r>
              <a:rPr lang="en-US"/>
              <a:t>Click icon to add chart</a:t>
            </a:r>
            <a:endParaRPr lang="nl-BE"/>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704851" y="1099200"/>
            <a:ext cx="2698750" cy="1758949"/>
          </a:xfrm>
        </p:spPr>
        <p:txBody>
          <a:bodyPr>
            <a:normAutofit/>
          </a:bodyPr>
          <a:lstStyle>
            <a:lvl1pPr marL="0" indent="0" algn="ctr">
              <a:buNone/>
              <a:defRPr sz="1067"/>
            </a:lvl1pPr>
          </a:lstStyle>
          <a:p>
            <a:r>
              <a:rPr lang="en-US"/>
              <a:t>Click icon to add chart</a:t>
            </a:r>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3485674" y="1099200"/>
            <a:ext cx="2698750" cy="1758949"/>
          </a:xfrm>
        </p:spPr>
        <p:txBody>
          <a:bodyPr>
            <a:normAutofit/>
          </a:bodyPr>
          <a:lstStyle>
            <a:lvl1pPr marL="0" indent="0" algn="ctr">
              <a:buNone/>
              <a:defRPr sz="1067"/>
            </a:lvl1pPr>
          </a:lstStyle>
          <a:p>
            <a:r>
              <a:rPr lang="en-US"/>
              <a:t>Click icon to add chart</a:t>
            </a:r>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6266498" y="1099200"/>
            <a:ext cx="2698750" cy="1758949"/>
          </a:xfrm>
        </p:spPr>
        <p:txBody>
          <a:bodyPr>
            <a:normAutofit/>
          </a:bodyPr>
          <a:lstStyle>
            <a:lvl1pPr marL="0" indent="0" algn="ctr">
              <a:buNone/>
              <a:defRPr sz="1067"/>
            </a:lvl1pPr>
          </a:lstStyle>
          <a:p>
            <a:r>
              <a:rPr lang="en-US"/>
              <a:t>Click icon to add chart</a:t>
            </a:r>
            <a:endParaRPr lang="nl-BE"/>
          </a:p>
        </p:txBody>
      </p:sp>
      <p:sp>
        <p:nvSpPr>
          <p:cNvPr id="20" name="TextBox 4">
            <a:extLst>
              <a:ext uri="{FF2B5EF4-FFF2-40B4-BE49-F238E27FC236}">
                <a16:creationId xmlns:a16="http://schemas.microsoft.com/office/drawing/2014/main" id="{DB6ED84B-8E7F-4228-B427-1EDE681C5A63}"/>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4 x Grafiek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480548307"/>
      </p:ext>
    </p:extLst>
  </p:cSld>
  <p:clrMapOvr>
    <a:masterClrMapping/>
  </p:clrMapOvr>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0"/>
            <a:ext cx="3634019"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4402706" y="1099199"/>
            <a:ext cx="7338444" cy="4999200"/>
          </a:xfrm>
        </p:spPr>
        <p:txBody>
          <a:bodyPr>
            <a:normAutofit/>
          </a:bodyPr>
          <a:lstStyle>
            <a:lvl1pPr marL="0" indent="0" algn="ctr">
              <a:buNone/>
              <a:defRPr sz="1067"/>
            </a:lvl1pPr>
          </a:lstStyle>
          <a:p>
            <a:r>
              <a:rPr lang="en-US"/>
              <a:t>Click icon to add chart</a:t>
            </a:r>
            <a:endParaRPr lang="nl-BE"/>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3" name="TextBox 4">
            <a:extLst>
              <a:ext uri="{FF2B5EF4-FFF2-40B4-BE49-F238E27FC236}">
                <a16:creationId xmlns:a16="http://schemas.microsoft.com/office/drawing/2014/main" id="{A500405E-274E-4C95-9B93-F6B1F82EF01B}"/>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1/3 Tekst en 2/3 grafiek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82225464"/>
      </p:ext>
    </p:extLst>
  </p:cSld>
  <p:clrMapOvr>
    <a:masterClrMapping/>
  </p:clrMapOvr>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701675" y="1099200"/>
            <a:ext cx="11039475" cy="4983689"/>
          </a:xfrm>
        </p:spPr>
        <p:txBody>
          <a:bodyPr>
            <a:normAutofit/>
          </a:bodyPr>
          <a:lstStyle>
            <a:lvl1pPr marL="0" indent="0" algn="ctr">
              <a:buNone/>
              <a:defRPr sz="1067"/>
            </a:lvl1pPr>
          </a:lstStyle>
          <a:p>
            <a:r>
              <a:rPr lang="en-US"/>
              <a:t>Click icon to add chart</a:t>
            </a:r>
            <a:endParaRPr lang="nl-BE"/>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2" name="TextBox 4">
            <a:extLst>
              <a:ext uri="{FF2B5EF4-FFF2-40B4-BE49-F238E27FC236}">
                <a16:creationId xmlns:a16="http://schemas.microsoft.com/office/drawing/2014/main" id="{C2C04373-6D00-42D5-86E3-4AF79B52EF61}"/>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Grafiek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4114659044"/>
      </p:ext>
    </p:extLst>
  </p:cSld>
  <p:clrMapOvr>
    <a:masterClrMapping/>
  </p:clrMapOvr>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5478357" cy="4071868"/>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6187200" y="1569601"/>
            <a:ext cx="5545263" cy="4071868"/>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1" name="TextBox 4">
            <a:extLst>
              <a:ext uri="{FF2B5EF4-FFF2-40B4-BE49-F238E27FC236}">
                <a16:creationId xmlns:a16="http://schemas.microsoft.com/office/drawing/2014/main" id="{B76F8740-BA9B-4238-9C9D-5EB368209556}"/>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1/2 Tekst en 1/2 tekst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43274286"/>
      </p:ext>
    </p:extLst>
  </p:cSld>
  <p:clrMapOvr>
    <a:masterClrMapping/>
  </p:clrMapOvr>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73782"/>
            <a:ext cx="5478357"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6187950" y="1581714"/>
            <a:ext cx="5545263"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700800" y="1120800"/>
            <a:ext cx="5478357" cy="325011"/>
          </a:xfrm>
        </p:spPr>
        <p:txBody>
          <a:bodyPr>
            <a:noAutofit/>
          </a:bodyPr>
          <a:lstStyle>
            <a:lvl1pPr marL="0" indent="0">
              <a:buNone/>
              <a:defRPr>
                <a:latin typeface="Arial Rounded MT Bold" panose="020F0704030504030204" pitchFamily="34" charset="0"/>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6187200" y="1120800"/>
            <a:ext cx="5545263" cy="325011"/>
          </a:xfrm>
        </p:spPr>
        <p:txBody>
          <a:bodyPr>
            <a:noAutofit/>
          </a:bodyPr>
          <a:lstStyle>
            <a:lvl1pPr marL="0" indent="0">
              <a:buNone/>
              <a:defRPr>
                <a:latin typeface="Arial Rounded MT Bold" panose="020F0704030504030204" pitchFamily="34" charset="0"/>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23" name="TextBox 4">
            <a:extLst>
              <a:ext uri="{FF2B5EF4-FFF2-40B4-BE49-F238E27FC236}">
                <a16:creationId xmlns:a16="http://schemas.microsoft.com/office/drawing/2014/main" id="{B415E543-5122-4ED4-A8AA-647C117F182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111869022"/>
      </p:ext>
    </p:extLst>
  </p:cSld>
  <p:clrMapOvr>
    <a:masterClrMapping/>
  </p:clrMapOvr>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262794" y="1099200"/>
            <a:ext cx="5478357" cy="3130551"/>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6262793" y="4344459"/>
            <a:ext cx="2697162" cy="1752599"/>
          </a:xfrm>
        </p:spPr>
        <p:txBody>
          <a:bodyPr>
            <a:normAutofit/>
          </a:bodyPr>
          <a:lstStyle>
            <a:lvl1pPr marL="0" indent="0">
              <a:buNone/>
              <a:defRPr sz="1067"/>
            </a:lvl1pPr>
          </a:lstStyle>
          <a:p>
            <a:r>
              <a:rPr lang="en-US"/>
              <a:t>Click icon to add picture</a:t>
            </a:r>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9043988" y="4344459"/>
            <a:ext cx="2697162" cy="1752599"/>
          </a:xfrm>
        </p:spPr>
        <p:txBody>
          <a:bodyPr>
            <a:normAutofit/>
          </a:bodyPr>
          <a:lstStyle>
            <a:lvl1pPr marL="0" indent="0">
              <a:buNone/>
              <a:defRPr sz="1067"/>
            </a:lvl1pPr>
          </a:lstStyle>
          <a:p>
            <a:r>
              <a:rPr lang="en-US"/>
              <a:t>Click icon to add picture</a:t>
            </a:r>
            <a:endParaRPr lang="nl-BE"/>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800" y="1569601"/>
            <a:ext cx="5478357" cy="4081187"/>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a:prstGeom prst="rect">
            <a:avLst/>
          </a:prstGeom>
        </p:spPr>
        <p:txBody>
          <a:bodyPr/>
          <a:lstStyle>
            <a:lvl1pPr>
              <a:defRPr>
                <a:solidFill>
                  <a:schemeClr val="bg1"/>
                </a:solidFill>
              </a:defRPr>
            </a:lvl1pPr>
          </a:lstStyle>
          <a:p>
            <a:fld id="{CC057153-B650-4DEB-B370-79DDCFDCE934}" type="slidenum">
              <a:rPr lang="en-US" smtClean="0"/>
              <a:pPr/>
              <a:t>‹#›</a:t>
            </a:fld>
            <a:endParaRPr lang="en-US"/>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5484706"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8A7B9ABC-2BDA-432C-8D53-84813DB6E36F}" type="datetime1">
              <a:rPr lang="en-US" smtClean="0"/>
              <a:t>2/17/2026</a:t>
            </a:fld>
            <a:endParaRPr lang="en-US"/>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en-US"/>
              <a:t>Sample Footer Text</a:t>
            </a:r>
          </a:p>
        </p:txBody>
      </p:sp>
      <p:sp>
        <p:nvSpPr>
          <p:cNvPr id="19" name="TextBox 4">
            <a:extLst>
              <a:ext uri="{FF2B5EF4-FFF2-40B4-BE49-F238E27FC236}">
                <a16:creationId xmlns:a16="http://schemas.microsoft.com/office/drawing/2014/main" id="{2CD7B7E4-430F-492F-AE79-EDAE65BABEA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Tekst en 3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074848294"/>
      </p:ext>
    </p:extLst>
  </p:cSld>
  <p:clrMapOvr>
    <a:masterClrMapping/>
  </p:clrMapOvr>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2697135"/>
      </p:ext>
    </p:extLst>
  </p:cSld>
  <p:clrMapOvr>
    <a:masterClrMapping/>
  </p:clrMapOvr>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Info slide</a:t>
            </a:r>
            <a:endParaRPr lang="en-US" sz="1333" b="1">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p:nvSpPr>
        <p:spPr>
          <a:xfrm>
            <a:off x="646745"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Afbeelding invoegen</a:t>
            </a:r>
            <a:endParaRPr lang="en-US" sz="933" b="1">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p:nvCxnSpPr>
        <p:spPr>
          <a:xfrm>
            <a:off x="687624" y="1467737"/>
            <a:ext cx="17805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p:nvSpPr>
        <p:spPr>
          <a:xfrm>
            <a:off x="637557" y="1520303"/>
            <a:ext cx="1834868" cy="605615"/>
          </a:xfrm>
          <a:prstGeom prst="rect">
            <a:avLst/>
          </a:prstGeom>
          <a:noFill/>
        </p:spPr>
        <p:txBody>
          <a:bodyPr wrap="square" rtlCol="0">
            <a:spAutoFit/>
          </a:bodyPr>
          <a:lstStyle/>
          <a:p>
            <a:r>
              <a:rPr lang="nl-NL" sz="667">
                <a:latin typeface="+mn-lt"/>
                <a:cs typeface="Arial" panose="020B0604020202020204" pitchFamily="34" charset="0"/>
              </a:rPr>
              <a:t>Klik op het pictogram dat vervolgens verschijnt om een afbeelding in te voegen.</a:t>
            </a:r>
          </a:p>
          <a:p>
            <a:endParaRPr lang="nl-NL" sz="667">
              <a:latin typeface="+mn-lt"/>
              <a:cs typeface="Arial" panose="020B0604020202020204" pitchFamily="34" charset="0"/>
            </a:endParaRPr>
          </a:p>
          <a:p>
            <a:r>
              <a:rPr lang="nl-NL" sz="667">
                <a:latin typeface="+mn-lt"/>
                <a:cs typeface="Arial" panose="020B0604020202020204" pitchFamily="34" charset="0"/>
              </a:rPr>
              <a:t>Voor </a:t>
            </a:r>
            <a:r>
              <a:rPr lang="nl-NL" sz="667" err="1">
                <a:latin typeface="+mn-lt"/>
                <a:cs typeface="Arial" panose="020B0604020202020204" pitchFamily="34" charset="0"/>
              </a:rPr>
              <a:t>copy+paste</a:t>
            </a:r>
            <a:r>
              <a:rPr lang="nl-NL" sz="667">
                <a:latin typeface="+mn-lt"/>
                <a:cs typeface="Arial" panose="020B0604020202020204" pitchFamily="34" charset="0"/>
              </a:rPr>
              <a:t> commando:</a:t>
            </a:r>
          </a:p>
          <a:p>
            <a:r>
              <a:rPr lang="nl-NL" sz="667">
                <a:latin typeface="+mn-lt"/>
                <a:cs typeface="Arial" panose="020B0604020202020204" pitchFamily="34" charset="0"/>
              </a:rPr>
              <a:t>Selecteer de </a:t>
            </a:r>
            <a:r>
              <a:rPr lang="nl-NL" sz="667" err="1">
                <a:latin typeface="+mn-lt"/>
                <a:cs typeface="Arial" panose="020B0604020202020204" pitchFamily="34" charset="0"/>
              </a:rPr>
              <a:t>placeholder</a:t>
            </a:r>
            <a:r>
              <a:rPr lang="nl-NL" sz="667">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p:nvSpPr>
        <p:spPr>
          <a:xfrm>
            <a:off x="636566" y="2144266"/>
            <a:ext cx="1820913" cy="708271"/>
          </a:xfrm>
          <a:prstGeom prst="rect">
            <a:avLst/>
          </a:prstGeom>
          <a:noFill/>
        </p:spPr>
        <p:txBody>
          <a:bodyPr wrap="square" rtlCol="0">
            <a:spAutoFit/>
          </a:bodyPr>
          <a:lstStyle/>
          <a:p>
            <a:r>
              <a:rPr lang="nl-NL" sz="667">
                <a:latin typeface="+mn-lt"/>
                <a:cs typeface="Arial" panose="020B0604020202020204" pitchFamily="34" charset="0"/>
              </a:rPr>
              <a:t>Wanneer je de afbeelding wilt schalen of verslepen, ga dan naar </a:t>
            </a:r>
          </a:p>
          <a:p>
            <a:r>
              <a:rPr lang="nl-NL" sz="667" b="1">
                <a:latin typeface="+mn-lt"/>
                <a:cs typeface="Arial" panose="020B0604020202020204" pitchFamily="34" charset="0"/>
              </a:rPr>
              <a:t>‘Hulpmiddelen voor afbeeldingen’ </a:t>
            </a:r>
          </a:p>
          <a:p>
            <a:r>
              <a:rPr lang="nl-NL" sz="667">
                <a:latin typeface="+mn-lt"/>
                <a:cs typeface="Arial" panose="020B0604020202020204" pitchFamily="34" charset="0"/>
              </a:rPr>
              <a:t>en klik op </a:t>
            </a:r>
            <a:r>
              <a:rPr lang="nl-NL" sz="667" b="1">
                <a:latin typeface="+mn-lt"/>
                <a:cs typeface="Arial" panose="020B0604020202020204" pitchFamily="34" charset="0"/>
              </a:rPr>
              <a:t>‘Bijsnijden’. </a:t>
            </a:r>
            <a:r>
              <a:rPr lang="nl-NL" sz="667">
                <a:latin typeface="+mn-lt"/>
                <a:cs typeface="Arial" panose="020B0604020202020204" pitchFamily="34" charset="0"/>
              </a:rPr>
              <a:t>Met de witte bolletjes schaal je de afbeelding, met de zwarte haakjes schaal je het afbeeldingskader. </a:t>
            </a:r>
            <a:endParaRPr lang="en-US" sz="667">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828" y="2176143"/>
            <a:ext cx="180975" cy="31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p:nvSpPr>
        <p:spPr>
          <a:xfrm>
            <a:off x="2492982" y="2439358"/>
            <a:ext cx="1857099" cy="605615"/>
          </a:xfrm>
          <a:prstGeom prst="rect">
            <a:avLst/>
          </a:prstGeom>
          <a:noFill/>
        </p:spPr>
        <p:txBody>
          <a:bodyPr wrap="square" rtlCol="0">
            <a:spAutoFit/>
          </a:bodyPr>
          <a:lstStyle/>
          <a:p>
            <a:r>
              <a:rPr lang="nl-NL" sz="667">
                <a:latin typeface="+mn-lt"/>
                <a:cs typeface="Arial" panose="020B0604020202020204" pitchFamily="34" charset="0"/>
              </a:rPr>
              <a:t>Howest stock Afbeeldingen kan je downloaden op</a:t>
            </a:r>
          </a:p>
          <a:p>
            <a:r>
              <a:rPr lang="nl-NL" sz="667">
                <a:latin typeface="+mn-lt"/>
                <a:cs typeface="Arial" panose="020B0604020202020204" pitchFamily="34" charset="0"/>
              </a:rPr>
              <a:t> </a:t>
            </a:r>
            <a:r>
              <a:rPr lang="nl-BE" sz="667">
                <a:latin typeface="+mn-lt"/>
                <a:hlinkClick r:id="rId4"/>
              </a:rPr>
              <a:t>https://www.flickr.com/photos/howestbe/albums</a:t>
            </a:r>
            <a:endParaRPr lang="nl-NL" sz="667">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p:nvSpPr>
        <p:spPr>
          <a:xfrm>
            <a:off x="2496479"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Afbeelding optimaliseren</a:t>
            </a:r>
            <a:endParaRPr lang="en-US" sz="933" b="1">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p:nvCxnSpPr>
        <p:spPr>
          <a:xfrm>
            <a:off x="2562137" y="1476186"/>
            <a:ext cx="1767071"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p:nvSpPr>
        <p:spPr>
          <a:xfrm>
            <a:off x="2495490" y="1516716"/>
            <a:ext cx="1825251" cy="913583"/>
          </a:xfrm>
          <a:prstGeom prst="rect">
            <a:avLst/>
          </a:prstGeom>
          <a:noFill/>
        </p:spPr>
        <p:txBody>
          <a:bodyPr wrap="square" rtlCol="0">
            <a:spAutoFit/>
          </a:bodyPr>
          <a:lstStyle/>
          <a:p>
            <a:r>
              <a:rPr lang="nl-NL" sz="667">
                <a:latin typeface="+mn-lt"/>
                <a:cs typeface="Arial" panose="020B0604020202020204" pitchFamily="34" charset="0"/>
              </a:rPr>
              <a:t>Afbeeldingen maken je PPT vaak heel groot, indien nodig kan je ze comprimeren door ze te selecteren naar </a:t>
            </a:r>
            <a:r>
              <a:rPr lang="nl-NL" sz="667" b="1">
                <a:latin typeface="+mn-lt"/>
                <a:cs typeface="Arial" panose="020B0604020202020204" pitchFamily="34" charset="0"/>
              </a:rPr>
              <a:t>opmaak</a:t>
            </a:r>
            <a:r>
              <a:rPr lang="nl-NL" sz="667">
                <a:latin typeface="+mn-lt"/>
                <a:cs typeface="Arial" panose="020B0604020202020204" pitchFamily="34" charset="0"/>
              </a:rPr>
              <a:t> te gaan</a:t>
            </a:r>
          </a:p>
          <a:p>
            <a:endParaRPr lang="nl-NL" sz="667">
              <a:latin typeface="+mn-lt"/>
              <a:cs typeface="Arial" panose="020B0604020202020204" pitchFamily="34" charset="0"/>
            </a:endParaRPr>
          </a:p>
          <a:p>
            <a:r>
              <a:rPr lang="nl-NL" sz="667">
                <a:latin typeface="+mn-lt"/>
                <a:cs typeface="Arial" panose="020B0604020202020204" pitchFamily="34" charset="0"/>
              </a:rPr>
              <a:t>Daar kan je volgende optie vinden:</a:t>
            </a:r>
          </a:p>
          <a:p>
            <a:endParaRPr lang="nl-NL" sz="667">
              <a:latin typeface="+mn-lt"/>
              <a:cs typeface="Arial" panose="020B0604020202020204" pitchFamily="34" charset="0"/>
            </a:endParaRPr>
          </a:p>
          <a:p>
            <a:endParaRPr lang="nl-NL" sz="667">
              <a:latin typeface="+mn-lt"/>
              <a:cs typeface="Arial" panose="020B0604020202020204" pitchFamily="34" charset="0"/>
            </a:endParaRPr>
          </a:p>
          <a:p>
            <a:r>
              <a:rPr lang="nl-NL" sz="667">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7706" y="2078542"/>
            <a:ext cx="1123950" cy="146050"/>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p:nvSpPr>
        <p:spPr>
          <a:xfrm>
            <a:off x="6198334"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Gebruik iconen /logo`s</a:t>
            </a:r>
            <a:endParaRPr lang="en-US" sz="933" b="1">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p:nvSpPr>
        <p:spPr>
          <a:xfrm>
            <a:off x="6195704" y="1506901"/>
            <a:ext cx="1859022" cy="1118896"/>
          </a:xfrm>
          <a:prstGeom prst="rect">
            <a:avLst/>
          </a:prstGeom>
          <a:noFill/>
        </p:spPr>
        <p:txBody>
          <a:bodyPr wrap="square" rtlCol="0">
            <a:spAutoFit/>
          </a:bodyPr>
          <a:lstStyle/>
          <a:p>
            <a:r>
              <a:rPr lang="nl-NL" sz="667">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667">
              <a:latin typeface="+mn-lt"/>
              <a:cs typeface="Arial" panose="020B0604020202020204" pitchFamily="34" charset="0"/>
            </a:endParaRPr>
          </a:p>
          <a:p>
            <a:r>
              <a:rPr lang="nl-NL" sz="667">
                <a:latin typeface="+mn-lt"/>
                <a:cs typeface="Arial" panose="020B0604020202020204" pitchFamily="34" charset="0"/>
              </a:rPr>
              <a:t> </a:t>
            </a:r>
            <a:r>
              <a:rPr lang="nl-NL" sz="667" b="1">
                <a:latin typeface="+mn-lt"/>
                <a:cs typeface="Arial" panose="020B0604020202020204" pitchFamily="34" charset="0"/>
              </a:rPr>
              <a:t>Sleep hiervoor aan de witte bolletjes op de hoeken maar hou SHIFT ingedrukt</a:t>
            </a:r>
          </a:p>
          <a:p>
            <a:endParaRPr lang="nl-NL" sz="667">
              <a:latin typeface="+mn-lt"/>
              <a:cs typeface="Arial" panose="020B0604020202020204" pitchFamily="34" charset="0"/>
            </a:endParaRPr>
          </a:p>
          <a:p>
            <a:endParaRPr lang="nl-NL" sz="667">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p:nvSpPr>
        <p:spPr>
          <a:xfrm>
            <a:off x="4346001" y="3797408"/>
            <a:ext cx="1584176" cy="379463"/>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Aanpassen datum en voettekst</a:t>
            </a:r>
            <a:endParaRPr lang="en-US" sz="933" b="1">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p:nvSpPr>
        <p:spPr>
          <a:xfrm>
            <a:off x="4340573" y="4291103"/>
            <a:ext cx="1839800" cy="1324209"/>
          </a:xfrm>
          <a:prstGeom prst="rect">
            <a:avLst/>
          </a:prstGeom>
          <a:noFill/>
        </p:spPr>
        <p:txBody>
          <a:bodyPr wrap="square" rtlCol="0">
            <a:spAutoFit/>
          </a:bodyPr>
          <a:lstStyle/>
          <a:p>
            <a:r>
              <a:rPr lang="nl-NL" sz="667">
                <a:latin typeface="+mn-lt"/>
                <a:cs typeface="Arial" panose="020B0604020202020204" pitchFamily="34" charset="0"/>
              </a:rPr>
              <a:t>Pas de voettekst niet rechtstreeks aan maar ga via invoegen en klik op:</a:t>
            </a: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r>
              <a:rPr lang="nl-NL" sz="667" b="0">
                <a:latin typeface="+mn-lt"/>
                <a:cs typeface="Arial" panose="020B0604020202020204" pitchFamily="34" charset="0"/>
              </a:rPr>
              <a:t>Daar kan je deze aanpassen en toepassen op de slide of op alle slides.</a:t>
            </a:r>
          </a:p>
          <a:p>
            <a:endParaRPr lang="nl-NL" sz="667">
              <a:latin typeface="+mn-lt"/>
              <a:cs typeface="Arial" panose="020B0604020202020204" pitchFamily="34" charset="0"/>
            </a:endParaRPr>
          </a:p>
          <a:p>
            <a:endParaRPr lang="nl-NL" sz="667">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29062" y="4624299"/>
            <a:ext cx="351611" cy="38309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p:nvSpPr>
        <p:spPr>
          <a:xfrm>
            <a:off x="9907276" y="4760340"/>
            <a:ext cx="1834868" cy="605615"/>
          </a:xfrm>
          <a:prstGeom prst="rect">
            <a:avLst/>
          </a:prstGeom>
          <a:noFill/>
        </p:spPr>
        <p:txBody>
          <a:bodyPr wrap="square" rtlCol="0">
            <a:spAutoFit/>
          </a:bodyPr>
          <a:lstStyle/>
          <a:p>
            <a:r>
              <a:rPr lang="nl-NL" sz="667">
                <a:latin typeface="+mn-lt"/>
                <a:cs typeface="Arial" panose="020B0604020202020204" pitchFamily="34" charset="0"/>
              </a:rPr>
              <a:t>Indien je per ongeluk elementen verschoven hebt in de </a:t>
            </a:r>
            <a:r>
              <a:rPr lang="nl-NL" sz="667" err="1">
                <a:latin typeface="+mn-lt"/>
                <a:cs typeface="Arial" panose="020B0604020202020204" pitchFamily="34" charset="0"/>
              </a:rPr>
              <a:t>layout</a:t>
            </a:r>
            <a:r>
              <a:rPr lang="nl-NL" sz="667">
                <a:latin typeface="+mn-lt"/>
                <a:cs typeface="Arial" panose="020B0604020202020204" pitchFamily="34" charset="0"/>
              </a:rPr>
              <a:t>, pas opnieuw de juiste template toe:</a:t>
            </a:r>
          </a:p>
          <a:p>
            <a:endParaRPr lang="nl-NL" sz="667" b="1">
              <a:latin typeface="+mn-lt"/>
              <a:cs typeface="Arial" panose="020B0604020202020204" pitchFamily="34" charset="0"/>
            </a:endParaRPr>
          </a:p>
          <a:p>
            <a:r>
              <a:rPr lang="nl-NL" sz="667" b="1">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p:nvSpPr>
        <p:spPr>
          <a:xfrm>
            <a:off x="9904293" y="4271906"/>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Reset </a:t>
            </a:r>
            <a:r>
              <a:rPr lang="nl-NL" sz="933" b="1" err="1">
                <a:solidFill>
                  <a:schemeClr val="tx2"/>
                </a:solidFill>
                <a:latin typeface="+mn-lt"/>
                <a:cs typeface="Arial" panose="020B0604020202020204" pitchFamily="34" charset="0"/>
              </a:rPr>
              <a:t>layout</a:t>
            </a:r>
            <a:endParaRPr lang="en-US" sz="933" b="1">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p:nvCxnSpPr>
        <p:spPr>
          <a:xfrm>
            <a:off x="9961056" y="4720137"/>
            <a:ext cx="17721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p:nvSpPr>
        <p:spPr>
          <a:xfrm>
            <a:off x="665795" y="550549"/>
            <a:ext cx="7584699" cy="451342"/>
          </a:xfrm>
          <a:prstGeom prst="rect">
            <a:avLst/>
          </a:prstGeom>
          <a:noFill/>
        </p:spPr>
        <p:txBody>
          <a:bodyPr wrap="square" lIns="0" tIns="0" rIns="0" bIns="0" rtlCol="0">
            <a:spAutoFit/>
          </a:bodyPr>
          <a:lstStyle/>
          <a:p>
            <a:r>
              <a:rPr lang="nl-NL" sz="2933">
                <a:latin typeface="Arial Rounded MT Bold" panose="020F0704030504030204" pitchFamily="34" charset="0"/>
              </a:rPr>
              <a:t>Gebruik Howest template </a:t>
            </a:r>
            <a:r>
              <a:rPr lang="nl-NL" sz="733">
                <a:latin typeface="Arial Rounded MT Bold" panose="020F0704030504030204" pitchFamily="34" charset="0"/>
              </a:rPr>
              <a:t>versie 1.0</a:t>
            </a:r>
            <a:endParaRPr lang="nl-BE" sz="733">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p:nvSpPr>
        <p:spPr>
          <a:xfrm>
            <a:off x="4351345"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Tekst niveaus</a:t>
            </a:r>
            <a:endParaRPr lang="en-US" sz="933" b="1">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p:nvSpPr>
        <p:spPr>
          <a:xfrm>
            <a:off x="4350311" y="1500550"/>
            <a:ext cx="1844051" cy="297646"/>
          </a:xfrm>
          <a:prstGeom prst="rect">
            <a:avLst/>
          </a:prstGeom>
          <a:noFill/>
        </p:spPr>
        <p:txBody>
          <a:bodyPr wrap="square" rtlCol="0">
            <a:spAutoFit/>
          </a:bodyPr>
          <a:lstStyle/>
          <a:p>
            <a:r>
              <a:rPr lang="nl-BE" sz="667"/>
              <a:t>Titelfont is </a:t>
            </a:r>
            <a:r>
              <a:rPr lang="nl-BE" sz="667" err="1"/>
              <a:t>Arial</a:t>
            </a:r>
            <a:r>
              <a:rPr lang="nl-BE" sz="667"/>
              <a:t> </a:t>
            </a:r>
            <a:r>
              <a:rPr lang="nl-BE" sz="667" err="1"/>
              <a:t>Rounded</a:t>
            </a:r>
            <a:r>
              <a:rPr lang="nl-BE" sz="667"/>
              <a:t> MT </a:t>
            </a:r>
            <a:r>
              <a:rPr lang="nl-BE" sz="667" err="1"/>
              <a:t>Bold</a:t>
            </a:r>
            <a:endParaRPr lang="nl-BE" sz="667"/>
          </a:p>
          <a:p>
            <a:r>
              <a:rPr lang="en-US" sz="667" err="1"/>
              <a:t>Daarnaast</a:t>
            </a:r>
            <a:r>
              <a:rPr lang="en-US" sz="667"/>
              <a:t> </a:t>
            </a:r>
            <a:r>
              <a:rPr lang="en-US" sz="667" err="1"/>
              <a:t>voor</a:t>
            </a:r>
            <a:r>
              <a:rPr lang="en-US" sz="667"/>
              <a:t> </a:t>
            </a:r>
            <a:r>
              <a:rPr lang="en-US" sz="667" err="1"/>
              <a:t>tekst</a:t>
            </a:r>
            <a:r>
              <a:rPr lang="en-US" sz="667"/>
              <a:t> Calibri </a:t>
            </a:r>
            <a:r>
              <a:rPr lang="en-US" sz="667" err="1"/>
              <a:t>gebruiken</a:t>
            </a:r>
            <a:endParaRPr lang="en-US" sz="667"/>
          </a:p>
        </p:txBody>
      </p:sp>
      <p:sp>
        <p:nvSpPr>
          <p:cNvPr id="66" name="TextBox 15">
            <a:extLst>
              <a:ext uri="{FF2B5EF4-FFF2-40B4-BE49-F238E27FC236}">
                <a16:creationId xmlns:a16="http://schemas.microsoft.com/office/drawing/2014/main" id="{B726A7B0-FC55-4FD2-B93B-47F52DFE16C4}"/>
              </a:ext>
            </a:extLst>
          </p:cNvPr>
          <p:cNvSpPr txBox="1"/>
          <p:nvPr/>
        </p:nvSpPr>
        <p:spPr>
          <a:xfrm>
            <a:off x="4341820" y="1968117"/>
            <a:ext cx="917969" cy="194990"/>
          </a:xfrm>
          <a:prstGeom prst="rect">
            <a:avLst/>
          </a:prstGeom>
          <a:noFill/>
        </p:spPr>
        <p:txBody>
          <a:bodyPr wrap="square" rtlCol="0">
            <a:spAutoFit/>
          </a:bodyPr>
          <a:lstStyle/>
          <a:p>
            <a:r>
              <a:rPr lang="nl-NL" sz="667" b="1">
                <a:solidFill>
                  <a:schemeClr val="tx2"/>
                </a:solidFill>
                <a:latin typeface="Arial" panose="020B0604020202020204" pitchFamily="34" charset="0"/>
                <a:cs typeface="Arial" panose="020B0604020202020204" pitchFamily="34" charset="0"/>
              </a:rPr>
              <a:t>Tekstgroottes</a:t>
            </a:r>
            <a:endParaRPr lang="en-US" sz="667" b="1">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p:nvSpPr>
        <p:spPr>
          <a:xfrm>
            <a:off x="4579340" y="2501377"/>
            <a:ext cx="1236137" cy="194990"/>
          </a:xfrm>
          <a:prstGeom prst="rect">
            <a:avLst/>
          </a:prstGeom>
          <a:noFill/>
        </p:spPr>
        <p:txBody>
          <a:bodyPr wrap="square" rtlCol="0">
            <a:spAutoFit/>
          </a:bodyPr>
          <a:lstStyle/>
          <a:p>
            <a:r>
              <a:rPr lang="nl-NL" sz="667">
                <a:latin typeface="+mj-lt"/>
                <a:cs typeface="Arial" panose="020B0604020202020204" pitchFamily="34" charset="0"/>
              </a:rPr>
              <a:t>Platte tekst (36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p:nvSpPr>
        <p:spPr>
          <a:xfrm>
            <a:off x="4577558" y="2681270"/>
            <a:ext cx="1236137" cy="194990"/>
          </a:xfrm>
          <a:prstGeom prst="rect">
            <a:avLst/>
          </a:prstGeom>
          <a:noFill/>
        </p:spPr>
        <p:txBody>
          <a:bodyPr wrap="square" rtlCol="0">
            <a:spAutoFit/>
          </a:bodyPr>
          <a:lstStyle/>
          <a:p>
            <a:pPr marL="114306" indent="-114306">
              <a:buFont typeface="Arial" panose="020B0604020202020204" pitchFamily="34" charset="0"/>
              <a:buChar char="•"/>
            </a:pPr>
            <a:r>
              <a:rPr lang="nl-NL" sz="667" err="1">
                <a:latin typeface="+mj-lt"/>
                <a:cs typeface="Arial" panose="020B0604020202020204" pitchFamily="34" charset="0"/>
              </a:rPr>
              <a:t>Bullet</a:t>
            </a:r>
            <a:r>
              <a:rPr lang="nl-NL" sz="667">
                <a:latin typeface="+mj-lt"/>
                <a:cs typeface="Arial" panose="020B0604020202020204" pitchFamily="34" charset="0"/>
              </a:rPr>
              <a:t> (36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p:nvSpPr>
        <p:spPr>
          <a:xfrm>
            <a:off x="4635006" y="2881166"/>
            <a:ext cx="1129079" cy="194990"/>
          </a:xfrm>
          <a:prstGeom prst="rect">
            <a:avLst/>
          </a:prstGeom>
          <a:noFill/>
        </p:spPr>
        <p:txBody>
          <a:bodyPr wrap="square" rtlCol="0">
            <a:spAutoFit/>
          </a:bodyPr>
          <a:lstStyle/>
          <a:p>
            <a:pPr marL="240254" lvl="1" indent="-120656">
              <a:buFont typeface="Arial" panose="020B0604020202020204" pitchFamily="34" charset="0"/>
              <a:buChar char="•"/>
            </a:pPr>
            <a:r>
              <a:rPr lang="nl-NL" sz="667">
                <a:latin typeface="+mj-lt"/>
                <a:cs typeface="Arial" panose="020B0604020202020204" pitchFamily="34" charset="0"/>
              </a:rPr>
              <a:t>Sub </a:t>
            </a:r>
            <a:r>
              <a:rPr lang="nl-NL" sz="667" err="1">
                <a:latin typeface="+mj-lt"/>
                <a:cs typeface="Arial" panose="020B0604020202020204" pitchFamily="34" charset="0"/>
              </a:rPr>
              <a:t>Bullet</a:t>
            </a:r>
            <a:r>
              <a:rPr lang="nl-NL" sz="667">
                <a:latin typeface="+mj-lt"/>
                <a:cs typeface="Arial" panose="020B0604020202020204" pitchFamily="34" charset="0"/>
              </a:rPr>
              <a:t> (30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p:nvSpPr>
        <p:spPr>
          <a:xfrm>
            <a:off x="4635006" y="3085450"/>
            <a:ext cx="1129079" cy="194990"/>
          </a:xfrm>
          <a:prstGeom prst="rect">
            <a:avLst/>
          </a:prstGeom>
          <a:noFill/>
        </p:spPr>
        <p:txBody>
          <a:bodyPr wrap="square" rtlCol="0">
            <a:spAutoFit/>
          </a:bodyPr>
          <a:lstStyle/>
          <a:p>
            <a:r>
              <a:rPr lang="nl-NL" sz="667" b="1">
                <a:solidFill>
                  <a:schemeClr val="tx2"/>
                </a:solidFill>
                <a:latin typeface="+mj-lt"/>
                <a:cs typeface="Arial" panose="020B0604020202020204" pitchFamily="34" charset="0"/>
              </a:rPr>
              <a:t>Kopje (24 </a:t>
            </a:r>
            <a:r>
              <a:rPr lang="nl-NL" sz="667" b="1" err="1">
                <a:solidFill>
                  <a:schemeClr val="tx2"/>
                </a:solidFill>
                <a:latin typeface="+mj-lt"/>
                <a:cs typeface="Arial" panose="020B0604020202020204" pitchFamily="34" charset="0"/>
              </a:rPr>
              <a:t>pt</a:t>
            </a:r>
            <a:r>
              <a:rPr lang="nl-NL" sz="667" b="1">
                <a:solidFill>
                  <a:schemeClr val="tx2"/>
                </a:solidFill>
                <a:latin typeface="+mj-lt"/>
                <a:cs typeface="Arial" panose="020B0604020202020204" pitchFamily="34" charset="0"/>
              </a:rPr>
              <a:t>)</a:t>
            </a:r>
            <a:endParaRPr lang="en-US" sz="667" b="1">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p:nvSpPr>
        <p:spPr>
          <a:xfrm>
            <a:off x="4628179" y="3289980"/>
            <a:ext cx="1129079" cy="194990"/>
          </a:xfrm>
          <a:prstGeom prst="rect">
            <a:avLst/>
          </a:prstGeom>
          <a:noFill/>
        </p:spPr>
        <p:txBody>
          <a:bodyPr wrap="square" rtlCol="0">
            <a:spAutoFit/>
          </a:bodyPr>
          <a:lstStyle/>
          <a:p>
            <a:r>
              <a:rPr lang="nl-NL" sz="667" i="1">
                <a:solidFill>
                  <a:schemeClr val="tx2"/>
                </a:solidFill>
                <a:latin typeface="+mj-lt"/>
                <a:cs typeface="Arial" panose="020B0604020202020204" pitchFamily="34" charset="0"/>
              </a:rPr>
              <a:t>Kopje (16 </a:t>
            </a:r>
            <a:r>
              <a:rPr lang="nl-NL" sz="667" i="1" err="1">
                <a:solidFill>
                  <a:schemeClr val="tx2"/>
                </a:solidFill>
                <a:latin typeface="+mj-lt"/>
                <a:cs typeface="Arial" panose="020B0604020202020204" pitchFamily="34" charset="0"/>
              </a:rPr>
              <a:t>pt</a:t>
            </a:r>
            <a:r>
              <a:rPr lang="nl-NL" sz="667" i="1">
                <a:solidFill>
                  <a:schemeClr val="tx2"/>
                </a:solidFill>
                <a:latin typeface="+mj-lt"/>
                <a:cs typeface="Arial" panose="020B0604020202020204" pitchFamily="34" charset="0"/>
              </a:rPr>
              <a:t>)</a:t>
            </a:r>
            <a:endParaRPr lang="en-US" sz="667" i="1">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p:nvGrpSpPr>
        <p:grpSpPr>
          <a:xfrm>
            <a:off x="4406980" y="2487045"/>
            <a:ext cx="192021" cy="215444"/>
            <a:chOff x="12492689" y="2721406"/>
            <a:chExt cx="288032" cy="323165"/>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1</a:t>
              </a:r>
              <a:endParaRPr lang="en-US" sz="800" b="1">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p:nvGrpSpPr>
        <p:grpSpPr>
          <a:xfrm>
            <a:off x="4406589" y="2682942"/>
            <a:ext cx="192021" cy="215444"/>
            <a:chOff x="12492689" y="2721406"/>
            <a:chExt cx="288032" cy="323165"/>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2</a:t>
              </a:r>
              <a:endParaRPr lang="en-US" sz="800" b="1">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p:nvGrpSpPr>
        <p:grpSpPr>
          <a:xfrm>
            <a:off x="4406980" y="2881167"/>
            <a:ext cx="192021" cy="215444"/>
            <a:chOff x="12492689" y="2721406"/>
            <a:chExt cx="288032" cy="323165"/>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3</a:t>
              </a:r>
              <a:endParaRPr lang="en-US" sz="800" b="1">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p:nvGrpSpPr>
        <p:grpSpPr>
          <a:xfrm>
            <a:off x="4406980" y="3085451"/>
            <a:ext cx="192021" cy="215444"/>
            <a:chOff x="12492689" y="2721406"/>
            <a:chExt cx="288032" cy="323165"/>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4</a:t>
              </a:r>
              <a:endParaRPr lang="en-US" sz="800" b="1">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p:nvGrpSpPr>
        <p:grpSpPr>
          <a:xfrm>
            <a:off x="4405440" y="3286110"/>
            <a:ext cx="192021" cy="215444"/>
            <a:chOff x="12492689" y="2721406"/>
            <a:chExt cx="288032" cy="323165"/>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5</a:t>
              </a:r>
              <a:endParaRPr lang="en-US" sz="800" b="1">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p:nvSpPr>
        <p:spPr>
          <a:xfrm>
            <a:off x="6200269" y="240612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Kaart aanpassen</a:t>
            </a:r>
            <a:endParaRPr lang="en-US" sz="933" b="1">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p:nvSpPr>
        <p:spPr>
          <a:xfrm>
            <a:off x="6206840" y="2899843"/>
            <a:ext cx="1847115" cy="605615"/>
          </a:xfrm>
          <a:prstGeom prst="rect">
            <a:avLst/>
          </a:prstGeom>
          <a:noFill/>
        </p:spPr>
        <p:txBody>
          <a:bodyPr wrap="square" rtlCol="0">
            <a:spAutoFit/>
          </a:bodyPr>
          <a:lstStyle/>
          <a:p>
            <a:r>
              <a:rPr lang="nl-NL" sz="667">
                <a:latin typeface="+mn-lt"/>
                <a:cs typeface="Arial" panose="020B0604020202020204" pitchFamily="34" charset="0"/>
              </a:rPr>
              <a:t>Selecteer eerst de kaart en vervolgens het deel dat je wenst te kleuren. Klik naast de kaart om deze weer te verlaten.</a:t>
            </a:r>
          </a:p>
          <a:p>
            <a:endParaRPr lang="nl-NL" sz="667">
              <a:latin typeface="+mn-lt"/>
              <a:cs typeface="Arial" panose="020B0604020202020204" pitchFamily="34" charset="0"/>
            </a:endParaRPr>
          </a:p>
          <a:p>
            <a:r>
              <a:rPr lang="nl-NL" sz="667">
                <a:latin typeface="+mn-lt"/>
                <a:cs typeface="Arial" panose="020B0604020202020204" pitchFamily="34" charset="0"/>
              </a:rPr>
              <a:t>Copier de </a:t>
            </a:r>
            <a:r>
              <a:rPr lang="nl-NL" sz="667" err="1">
                <a:latin typeface="+mn-lt"/>
                <a:cs typeface="Arial" panose="020B0604020202020204" pitchFamily="34" charset="0"/>
              </a:rPr>
              <a:t>pushpin</a:t>
            </a:r>
            <a:r>
              <a:rPr lang="nl-NL" sz="667">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p:nvSpPr>
        <p:spPr>
          <a:xfrm>
            <a:off x="8057476" y="4260374"/>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Grafieken aanpassen</a:t>
            </a:r>
            <a:endParaRPr lang="en-US" sz="933" b="1">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p:nvSpPr>
        <p:spPr>
          <a:xfrm>
            <a:off x="8054023" y="4760657"/>
            <a:ext cx="1847114" cy="1016240"/>
          </a:xfrm>
          <a:prstGeom prst="rect">
            <a:avLst/>
          </a:prstGeom>
          <a:noFill/>
        </p:spPr>
        <p:txBody>
          <a:bodyPr wrap="square" rtlCol="0">
            <a:spAutoFit/>
          </a:bodyPr>
          <a:lstStyle/>
          <a:p>
            <a:r>
              <a:rPr lang="nl-NL" sz="667">
                <a:latin typeface="+mn-lt"/>
                <a:cs typeface="Arial" panose="020B0604020202020204" pitchFamily="34" charset="0"/>
              </a:rPr>
              <a:t>Klik rechts op de grafiek en kies voor:</a:t>
            </a:r>
          </a:p>
          <a:p>
            <a:endParaRPr lang="nl-NL" sz="667">
              <a:latin typeface="+mn-lt"/>
              <a:cs typeface="Arial" panose="020B0604020202020204" pitchFamily="34" charset="0"/>
            </a:endParaRPr>
          </a:p>
          <a:p>
            <a:endParaRPr lang="nl-NL" sz="667">
              <a:latin typeface="+mn-lt"/>
              <a:cs typeface="Arial" panose="020B0604020202020204" pitchFamily="34" charset="0"/>
            </a:endParaRPr>
          </a:p>
          <a:p>
            <a:endParaRPr lang="nl-NL" sz="667">
              <a:latin typeface="+mn-lt"/>
              <a:cs typeface="Arial" panose="020B0604020202020204" pitchFamily="34" charset="0"/>
            </a:endParaRPr>
          </a:p>
          <a:p>
            <a:endParaRPr lang="nl-NL" sz="667">
              <a:latin typeface="+mn-lt"/>
              <a:cs typeface="Arial" panose="020B0604020202020204" pitchFamily="34" charset="0"/>
            </a:endParaRPr>
          </a:p>
          <a:p>
            <a:r>
              <a:rPr lang="nl-NL" sz="667">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p:nvPicPr>
        <p:blipFill rotWithShape="1">
          <a:blip r:embed="rId7" cstate="email">
            <a:extLst>
              <a:ext uri="{28A0092B-C50C-407E-A947-70E740481C1C}">
                <a14:useLocalDpi xmlns:a14="http://schemas.microsoft.com/office/drawing/2010/main" val="0"/>
              </a:ext>
            </a:extLst>
          </a:blip>
          <a:srcRect/>
          <a:stretch/>
        </p:blipFill>
        <p:spPr>
          <a:xfrm>
            <a:off x="8547627" y="4971614"/>
            <a:ext cx="896747" cy="164873"/>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p:nvSpPr>
        <p:spPr>
          <a:xfrm>
            <a:off x="9904525" y="3358883"/>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Vragen of hulp</a:t>
            </a:r>
            <a:endParaRPr lang="en-US" sz="933" b="1">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p:nvSpPr>
        <p:spPr>
          <a:xfrm>
            <a:off x="9910874" y="3838076"/>
            <a:ext cx="1833450" cy="297646"/>
          </a:xfrm>
          <a:prstGeom prst="rect">
            <a:avLst/>
          </a:prstGeom>
          <a:noFill/>
        </p:spPr>
        <p:txBody>
          <a:bodyPr wrap="square" rtlCol="0">
            <a:spAutoFit/>
          </a:bodyPr>
          <a:lstStyle/>
          <a:p>
            <a:r>
              <a:rPr lang="nl-NL" sz="667">
                <a:latin typeface="+mn-lt"/>
                <a:cs typeface="Arial" panose="020B0604020202020204" pitchFamily="34" charset="0"/>
              </a:rPr>
              <a:t>Contacteer de dienst communicatie of </a:t>
            </a:r>
            <a:r>
              <a:rPr lang="nl-NL" sz="667">
                <a:latin typeface="+mn-lt"/>
                <a:cs typeface="Arial" panose="020B0604020202020204" pitchFamily="34" charset="0"/>
                <a:hlinkClick r:id="rId8"/>
              </a:rPr>
              <a:t>regis.le.roy@howest.be</a:t>
            </a:r>
            <a:r>
              <a:rPr lang="nl-NL" sz="667">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p:nvSpPr>
        <p:spPr>
          <a:xfrm>
            <a:off x="8062705" y="1020220"/>
            <a:ext cx="1584176" cy="235898"/>
          </a:xfrm>
          <a:prstGeom prst="rect">
            <a:avLst/>
          </a:prstGeom>
          <a:noFill/>
        </p:spPr>
        <p:txBody>
          <a:bodyPr wrap="square" rtlCol="0">
            <a:spAutoFit/>
          </a:bodyPr>
          <a:lstStyle/>
          <a:p>
            <a:r>
              <a:rPr lang="nl-NL" sz="933" b="1" err="1">
                <a:solidFill>
                  <a:schemeClr val="tx2"/>
                </a:solidFill>
                <a:latin typeface="+mn-lt"/>
                <a:cs typeface="Arial" panose="020B0604020202020204" pitchFamily="34" charset="0"/>
              </a:rPr>
              <a:t>SmartArt</a:t>
            </a:r>
            <a:r>
              <a:rPr lang="nl-NL" sz="933" b="1">
                <a:solidFill>
                  <a:schemeClr val="tx2"/>
                </a:solidFill>
                <a:latin typeface="+mn-lt"/>
                <a:cs typeface="Arial" panose="020B0604020202020204" pitchFamily="34" charset="0"/>
              </a:rPr>
              <a:t> aanpassen</a:t>
            </a:r>
            <a:endParaRPr lang="en-US" sz="933" b="1">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p:nvSpPr>
        <p:spPr>
          <a:xfrm>
            <a:off x="8056069" y="1500551"/>
            <a:ext cx="1847115" cy="810928"/>
          </a:xfrm>
          <a:prstGeom prst="rect">
            <a:avLst/>
          </a:prstGeom>
          <a:noFill/>
        </p:spPr>
        <p:txBody>
          <a:bodyPr wrap="square" rtlCol="0">
            <a:spAutoFit/>
          </a:bodyPr>
          <a:lstStyle/>
          <a:p>
            <a:r>
              <a:rPr lang="nl-NL" sz="667">
                <a:latin typeface="+mn-lt"/>
                <a:cs typeface="Arial" panose="020B0604020202020204" pitchFamily="34" charset="0"/>
              </a:rPr>
              <a:t>Copier de </a:t>
            </a:r>
            <a:r>
              <a:rPr lang="nl-NL" sz="667" err="1">
                <a:latin typeface="+mn-lt"/>
                <a:cs typeface="Arial" panose="020B0604020202020204" pitchFamily="34" charset="0"/>
              </a:rPr>
              <a:t>smartart</a:t>
            </a:r>
            <a:r>
              <a:rPr lang="nl-NL" sz="667">
                <a:latin typeface="+mn-lt"/>
                <a:cs typeface="Arial" panose="020B0604020202020204" pitchFamily="34" charset="0"/>
              </a:rPr>
              <a:t> naar de template je slide.</a:t>
            </a:r>
          </a:p>
          <a:p>
            <a:endParaRPr lang="nl-NL" sz="667">
              <a:latin typeface="+mn-lt"/>
              <a:cs typeface="Arial" panose="020B0604020202020204" pitchFamily="34" charset="0"/>
            </a:endParaRPr>
          </a:p>
          <a:p>
            <a:r>
              <a:rPr lang="nl-NL" sz="667">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p:nvSpPr>
        <p:spPr>
          <a:xfrm>
            <a:off x="9904525" y="2439772"/>
            <a:ext cx="1839800" cy="502958"/>
          </a:xfrm>
          <a:prstGeom prst="rect">
            <a:avLst/>
          </a:prstGeom>
          <a:noFill/>
        </p:spPr>
        <p:txBody>
          <a:bodyPr wrap="square" rtlCol="0">
            <a:spAutoFit/>
          </a:bodyPr>
          <a:lstStyle/>
          <a:p>
            <a:r>
              <a:rPr lang="nl-BE" sz="667">
                <a:latin typeface="+mn-lt"/>
                <a:cs typeface="Arial" panose="020B0604020202020204" pitchFamily="34" charset="0"/>
              </a:rPr>
              <a:t>Gelieve steeds de laatste versie af te halen van dit bestand! Via het intranet op </a:t>
            </a:r>
          </a:p>
          <a:p>
            <a:r>
              <a:rPr lang="nl-BE" sz="667">
                <a:latin typeface="+mn-lt"/>
                <a:cs typeface="Arial" panose="020B0604020202020204" pitchFamily="34" charset="0"/>
                <a:hlinkClick r:id="rId9"/>
              </a:rPr>
              <a:t>https://start.howest.be/StrategieCommunicatie/Communicatie</a:t>
            </a:r>
            <a:endParaRPr lang="nl-BE" sz="667">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p:nvSpPr>
        <p:spPr>
          <a:xfrm>
            <a:off x="9904525" y="196799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Over deze template</a:t>
            </a:r>
            <a:endParaRPr lang="en-US" sz="933" b="1">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p:nvSpPr>
        <p:spPr>
          <a:xfrm>
            <a:off x="6194815" y="3800271"/>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Kleuren</a:t>
            </a:r>
            <a:endParaRPr lang="en-US" sz="933" b="1">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p:nvCxnSpPr>
        <p:spPr>
          <a:xfrm>
            <a:off x="6263344" y="4248921"/>
            <a:ext cx="1775563"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p:nvGrpSpPr>
        <p:grpSpPr>
          <a:xfrm>
            <a:off x="6268338" y="4284273"/>
            <a:ext cx="1247378" cy="1221553"/>
            <a:chOff x="15665503" y="2139926"/>
            <a:chExt cx="1871067" cy="1832330"/>
          </a:xfrm>
        </p:grpSpPr>
        <p:sp>
          <p:nvSpPr>
            <p:cNvPr id="103" name="Rechthoek 102">
              <a:extLst>
                <a:ext uri="{FF2B5EF4-FFF2-40B4-BE49-F238E27FC236}">
                  <a16:creationId xmlns:a16="http://schemas.microsoft.com/office/drawing/2014/main" id="{04E0274B-4A23-4599-8B39-A2CDABB5ECA3}"/>
                </a:ext>
              </a:extLst>
            </p:cNvPr>
            <p:cNvSpPr/>
            <p:nvPr/>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p:nvSpPr>
          <p:spPr>
            <a:xfrm>
              <a:off x="15808378" y="2139926"/>
              <a:ext cx="1728192" cy="1832330"/>
            </a:xfrm>
            <a:prstGeom prst="rect">
              <a:avLst/>
            </a:prstGeom>
            <a:noFill/>
          </p:spPr>
          <p:txBody>
            <a:bodyPr wrap="square" rtlCol="0">
              <a:spAutoFit/>
            </a:bodyPr>
            <a:lstStyle/>
            <a:p>
              <a:pPr marL="0" indent="0" algn="l">
                <a:buFontTx/>
                <a:buNone/>
              </a:pPr>
              <a:r>
                <a:rPr lang="en-US" sz="667"/>
                <a:t>H</a:t>
              </a:r>
              <a:r>
                <a:rPr lang="nl-BE" sz="667" err="1"/>
                <a:t>oofdkleur</a:t>
              </a:r>
              <a:endParaRPr lang="nl-BE" sz="667"/>
            </a:p>
            <a:p>
              <a:pPr marL="0" indent="0" algn="l">
                <a:buFontTx/>
                <a:buNone/>
              </a:pPr>
              <a:r>
                <a:rPr lang="nl-BE" sz="667"/>
                <a:t>Blauw (RGB: 68,200,245)</a:t>
              </a:r>
            </a:p>
            <a:p>
              <a:pPr marL="0" indent="0">
                <a:buFontTx/>
                <a:buNone/>
              </a:pPr>
              <a:r>
                <a:rPr lang="en-US" sz="667"/>
                <a:t>1</a:t>
              </a:r>
              <a:r>
                <a:rPr lang="en-US" sz="667" baseline="30000"/>
                <a:t>ste </a:t>
              </a:r>
              <a:r>
                <a:rPr lang="nl-BE" sz="667"/>
                <a:t> Tekstkleur </a:t>
              </a:r>
            </a:p>
            <a:p>
              <a:pPr marL="0" indent="0">
                <a:buFontTx/>
                <a:buNone/>
              </a:pPr>
              <a:r>
                <a:rPr lang="nl-BE" sz="667"/>
                <a:t>Wit (RGB:255,255,255)</a:t>
              </a:r>
            </a:p>
            <a:p>
              <a:pPr marL="0" indent="0">
                <a:buFontTx/>
                <a:buNone/>
              </a:pPr>
              <a:r>
                <a:rPr lang="en-US" sz="667"/>
                <a:t>2</a:t>
              </a:r>
              <a:r>
                <a:rPr lang="en-US" sz="667" baseline="30000"/>
                <a:t>de</a:t>
              </a:r>
              <a:r>
                <a:rPr lang="en-US" sz="667"/>
                <a:t>   </a:t>
              </a:r>
              <a:r>
                <a:rPr lang="en-US" sz="667" err="1"/>
                <a:t>Tekstkleur</a:t>
              </a:r>
              <a:endParaRPr lang="en-US" sz="667"/>
            </a:p>
            <a:p>
              <a:pPr marL="0" indent="0">
                <a:buFontTx/>
                <a:buNone/>
              </a:pPr>
              <a:r>
                <a:rPr lang="en-US" sz="667"/>
                <a:t>Z</a:t>
              </a:r>
              <a:r>
                <a:rPr lang="nl-BE" sz="667"/>
                <a:t>wart (RGB:0,0,0)</a:t>
              </a:r>
            </a:p>
            <a:p>
              <a:pPr marL="0" indent="0">
                <a:buFontTx/>
                <a:buNone/>
              </a:pPr>
              <a:r>
                <a:rPr lang="en-US" sz="667"/>
                <a:t>Extra: </a:t>
              </a:r>
            </a:p>
            <a:p>
              <a:pPr marL="0" indent="0">
                <a:buFontTx/>
                <a:buNone/>
              </a:pPr>
              <a:r>
                <a:rPr lang="en-US" sz="667"/>
                <a:t>Magenta</a:t>
              </a:r>
              <a:r>
                <a:rPr lang="nl-BE" sz="667"/>
                <a:t> (RGB: 236,0,140)</a:t>
              </a:r>
            </a:p>
            <a:p>
              <a:pPr marL="0" indent="0">
                <a:buFontTx/>
                <a:buNone/>
              </a:pPr>
              <a:r>
                <a:rPr lang="nl-BE" sz="667"/>
                <a:t>Extra:</a:t>
              </a:r>
            </a:p>
            <a:p>
              <a:pPr marL="0" indent="0">
                <a:buFontTx/>
                <a:buNone/>
              </a:pPr>
              <a:r>
                <a:rPr lang="nl-BE" sz="667"/>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p:nvSpPr>
        <p:spPr>
          <a:xfrm>
            <a:off x="9895398"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Hulplijnen tonen aanpassen</a:t>
            </a:r>
            <a:endParaRPr lang="en-US" sz="933" b="1">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p:nvCxnSpPr>
        <p:spPr>
          <a:xfrm>
            <a:off x="9967407" y="146138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p:nvSpPr>
        <p:spPr>
          <a:xfrm>
            <a:off x="9897210" y="1505951"/>
            <a:ext cx="1847115" cy="400302"/>
          </a:xfrm>
          <a:prstGeom prst="rect">
            <a:avLst/>
          </a:prstGeom>
          <a:noFill/>
        </p:spPr>
        <p:txBody>
          <a:bodyPr wrap="square" rtlCol="0">
            <a:spAutoFit/>
          </a:bodyPr>
          <a:lstStyle/>
          <a:p>
            <a:r>
              <a:rPr lang="nl-NL" sz="667">
                <a:latin typeface="+mn-lt"/>
                <a:cs typeface="Arial" panose="020B0604020202020204" pitchFamily="34" charset="0"/>
              </a:rPr>
              <a:t>In elke slide </a:t>
            </a:r>
            <a:r>
              <a:rPr lang="nl-NL" sz="667" err="1">
                <a:latin typeface="+mn-lt"/>
                <a:cs typeface="Arial" panose="020B0604020202020204" pitchFamily="34" charset="0"/>
              </a:rPr>
              <a:t>layout</a:t>
            </a:r>
            <a:r>
              <a:rPr lang="nl-NL" sz="667">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p:nvCxnSpPr>
        <p:spPr>
          <a:xfrm>
            <a:off x="9960359" y="2392973"/>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p:nvCxnSpPr>
        <p:spPr>
          <a:xfrm>
            <a:off x="9967406" y="378412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p:nvCxnSpPr>
        <p:spPr>
          <a:xfrm>
            <a:off x="8115304" y="146138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p:nvCxnSpPr>
        <p:spPr>
          <a:xfrm>
            <a:off x="6272799" y="146773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p:nvCxnSpPr>
        <p:spPr>
          <a:xfrm>
            <a:off x="4405440" y="146773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p:nvCxnSpPr>
        <p:spPr>
          <a:xfrm>
            <a:off x="4397359" y="4246581"/>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p:nvCxnSpPr>
        <p:spPr>
          <a:xfrm>
            <a:off x="6264335" y="2858911"/>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p:nvCxnSpPr>
        <p:spPr>
          <a:xfrm>
            <a:off x="8129940" y="4722856"/>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p:nvCxnSpPr>
        <p:spPr>
          <a:xfrm>
            <a:off x="4403621" y="2400233"/>
            <a:ext cx="1775563"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p:nvSpPr>
        <p:spPr>
          <a:xfrm>
            <a:off x="8054239" y="240029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Tabellen aanpassen</a:t>
            </a:r>
            <a:endParaRPr lang="en-US" sz="933" b="1">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p:nvSpPr>
        <p:spPr>
          <a:xfrm>
            <a:off x="8056069" y="2894355"/>
            <a:ext cx="1847115" cy="1118896"/>
          </a:xfrm>
          <a:prstGeom prst="rect">
            <a:avLst/>
          </a:prstGeom>
          <a:noFill/>
        </p:spPr>
        <p:txBody>
          <a:bodyPr wrap="square" rtlCol="0">
            <a:spAutoFit/>
          </a:bodyPr>
          <a:lstStyle/>
          <a:p>
            <a:r>
              <a:rPr lang="nl-NL" sz="667">
                <a:latin typeface="+mn-lt"/>
                <a:cs typeface="Arial" panose="020B0604020202020204" pitchFamily="34" charset="0"/>
              </a:rPr>
              <a:t>Tabellen werkt niet altijd even vlot in PowerPoint. </a:t>
            </a:r>
          </a:p>
          <a:p>
            <a:endParaRPr lang="nl-NL" sz="667">
              <a:latin typeface="+mn-lt"/>
              <a:cs typeface="Arial" panose="020B0604020202020204" pitchFamily="34" charset="0"/>
            </a:endParaRPr>
          </a:p>
          <a:p>
            <a:r>
              <a:rPr lang="nl-NL" sz="667">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667">
              <a:latin typeface="+mn-lt"/>
              <a:cs typeface="Arial" panose="020B0604020202020204" pitchFamily="34" charset="0"/>
            </a:endParaRPr>
          </a:p>
          <a:p>
            <a:r>
              <a:rPr lang="nl-NL" sz="667">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p:nvCxnSpPr>
        <p:spPr>
          <a:xfrm>
            <a:off x="8115304" y="2855192"/>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17738" y="3884725"/>
            <a:ext cx="1723775" cy="241133"/>
          </a:xfrm>
          <a:prstGeom prst="rect">
            <a:avLst/>
          </a:prstGeom>
        </p:spPr>
      </p:pic>
      <p:pic>
        <p:nvPicPr>
          <p:cNvPr id="115" name="Afbeelding 114">
            <a:extLst>
              <a:ext uri="{FF2B5EF4-FFF2-40B4-BE49-F238E27FC236}">
                <a16:creationId xmlns:a16="http://schemas.microsoft.com/office/drawing/2014/main" id="{CB240C3F-0CBE-43DA-B915-ADD14E9397EB}"/>
              </a:ext>
            </a:extLst>
          </p:cNvPr>
          <p:cNvPicPr>
            <a:picLocks noChangeAspect="1"/>
          </p:cNvPicPr>
          <p:nvPr/>
        </p:nvPicPr>
        <p:blipFill rotWithShape="1">
          <a:blip r:embed="rId11">
            <a:extLst>
              <a:ext uri="{28A0092B-C50C-407E-A947-70E740481C1C}">
                <a14:useLocalDpi xmlns:a14="http://schemas.microsoft.com/office/drawing/2010/main" val="0"/>
              </a:ext>
            </a:extLst>
          </a:blip>
          <a:srcRect t="4581"/>
          <a:stretch/>
        </p:blipFill>
        <p:spPr>
          <a:xfrm>
            <a:off x="712045" y="3021013"/>
            <a:ext cx="3511859" cy="3082197"/>
          </a:xfrm>
          <a:prstGeom prst="rect">
            <a:avLst/>
          </a:prstGeom>
        </p:spPr>
      </p:pic>
    </p:spTree>
    <p:extLst>
      <p:ext uri="{BB962C8B-B14F-4D97-AF65-F5344CB8AC3E}">
        <p14:creationId xmlns:p14="http://schemas.microsoft.com/office/powerpoint/2010/main" val="266798232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p:nvSpPr>
        <p:spPr>
          <a:xfrm>
            <a:off x="679450" y="-1"/>
            <a:ext cx="11514137" cy="6858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p:cNvSpPr>
            <a:spLocks noGrp="1"/>
          </p:cNvSpPr>
          <p:nvPr>
            <p:ph type="ctrTitle" hasCustomPrompt="1"/>
          </p:nvPr>
        </p:nvSpPr>
        <p:spPr>
          <a:xfrm>
            <a:off x="3432810" y="2710175"/>
            <a:ext cx="8251191" cy="1309663"/>
          </a:xfrm>
        </p:spPr>
        <p:txBody>
          <a:bodyPr wrap="none" lIns="0" tIns="0" rIns="0" bIns="0" anchor="b">
            <a:noAutofit/>
          </a:bodyPr>
          <a:lstStyle>
            <a:lvl1pPr algn="l">
              <a:lnSpc>
                <a:spcPct val="100000"/>
              </a:lnSpc>
              <a:defRPr sz="3600">
                <a:solidFill>
                  <a:schemeClr val="bg1"/>
                </a:solidFill>
                <a:latin typeface="Arial Rounded MT Bold" panose="020F0704030504030204" pitchFamily="34" charset="0"/>
              </a:defRPr>
            </a:lvl1pPr>
          </a:lstStyle>
          <a:p>
            <a:br>
              <a:rPr lang="en-GB" noProof="0"/>
            </a:br>
            <a:br>
              <a:rPr lang="en-GB" noProof="0"/>
            </a:br>
            <a:r>
              <a:rPr lang="en-GB" noProof="0"/>
              <a:t>Titel</a:t>
            </a:r>
          </a:p>
        </p:txBody>
      </p:sp>
      <p:sp>
        <p:nvSpPr>
          <p:cNvPr id="3" name="Subtitle 2"/>
          <p:cNvSpPr>
            <a:spLocks noGrp="1"/>
          </p:cNvSpPr>
          <p:nvPr>
            <p:ph type="subTitle" idx="1" hasCustomPrompt="1"/>
          </p:nvPr>
        </p:nvSpPr>
        <p:spPr>
          <a:xfrm>
            <a:off x="3451860" y="4461443"/>
            <a:ext cx="8251191" cy="1655762"/>
          </a:xfrm>
        </p:spPr>
        <p:txBody>
          <a:bodyPr lIns="0" tIns="0" rIns="0" bIns="0"/>
          <a:lstStyle>
            <a:lvl1pPr marL="0" indent="0" algn="l">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GB" noProof="0"/>
              <a:t>Ondertitel tekst</a:t>
            </a:r>
          </a:p>
        </p:txBody>
      </p:sp>
      <p:sp>
        <p:nvSpPr>
          <p:cNvPr id="8" name="TextBox 4">
            <a:extLst>
              <a:ext uri="{FF2B5EF4-FFF2-40B4-BE49-F238E27FC236}">
                <a16:creationId xmlns:a16="http://schemas.microsoft.com/office/drawing/2014/main" id="{3518A324-C96E-44BE-ACA2-A56AC1F14FF4}"/>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Titel slide</a:t>
            </a:r>
            <a:endParaRPr lang="en-US" sz="1333" b="1">
              <a:solidFill>
                <a:schemeClr val="tx1"/>
              </a:solidFill>
              <a:latin typeface="+mn-lt"/>
              <a:cs typeface="Arial" panose="020B0604020202020204" pitchFamily="34" charset="0"/>
            </a:endParaRPr>
          </a:p>
        </p:txBody>
      </p:sp>
      <p:pic>
        <p:nvPicPr>
          <p:cNvPr id="12" name="Graphic 11">
            <a:extLst>
              <a:ext uri="{FF2B5EF4-FFF2-40B4-BE49-F238E27FC236}">
                <a16:creationId xmlns:a16="http://schemas.microsoft.com/office/drawing/2014/main" id="{CAD32F27-0931-4A36-A228-C5DD842F35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668" y="238603"/>
            <a:ext cx="5067554" cy="2596896"/>
          </a:xfrm>
          <a:prstGeom prst="rect">
            <a:avLst/>
          </a:prstGeom>
        </p:spPr>
      </p:pic>
    </p:spTree>
    <p:extLst>
      <p:ext uri="{BB962C8B-B14F-4D97-AF65-F5344CB8AC3E}">
        <p14:creationId xmlns:p14="http://schemas.microsoft.com/office/powerpoint/2010/main" val="302618361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3432810" y="2265535"/>
            <a:ext cx="8251191" cy="1309663"/>
          </a:xfrm>
        </p:spPr>
        <p:txBody>
          <a:bodyPr wrap="none" lIns="0" tIns="0" rIns="0" bIns="0" anchor="b">
            <a:noAutofit/>
          </a:bodyPr>
          <a:lstStyle>
            <a:lvl1pPr algn="l">
              <a:lnSpc>
                <a:spcPct val="64000"/>
              </a:lnSpc>
              <a:defRPr sz="3600">
                <a:solidFill>
                  <a:schemeClr val="bg1"/>
                </a:solidFill>
                <a:latin typeface="Arial Rounded MT Bold" panose="020F0704030504030204" pitchFamily="34" charset="0"/>
              </a:defRPr>
            </a:lvl1pPr>
          </a:lstStyle>
          <a:p>
            <a:r>
              <a:rPr lang="en-GB" noProof="0"/>
              <a:t>Klik om Titel te bewerken</a:t>
            </a:r>
          </a:p>
        </p:txBody>
      </p:sp>
      <p:sp>
        <p:nvSpPr>
          <p:cNvPr id="3" name="Subtitle 2"/>
          <p:cNvSpPr>
            <a:spLocks noGrp="1"/>
          </p:cNvSpPr>
          <p:nvPr>
            <p:ph type="subTitle" idx="1" hasCustomPrompt="1"/>
          </p:nvPr>
        </p:nvSpPr>
        <p:spPr>
          <a:xfrm>
            <a:off x="3451860" y="3889020"/>
            <a:ext cx="8251191" cy="1812970"/>
          </a:xfrm>
        </p:spPr>
        <p:txBody>
          <a:bodyPr lIns="0" tIns="0" rIns="0" bIns="0"/>
          <a:lstStyle>
            <a:lvl1pPr marL="0" indent="0" algn="l">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GB" noProof="0"/>
              <a:t>Klikken om de ondertitelstijl </a:t>
            </a:r>
          </a:p>
          <a:p>
            <a:r>
              <a:rPr lang="en-GB" noProof="0"/>
              <a:t>van het model </a:t>
            </a:r>
          </a:p>
          <a:p>
            <a:r>
              <a:rPr lang="en-GB" noProof="0"/>
              <a:t>te bewerken</a:t>
            </a:r>
          </a:p>
        </p:txBody>
      </p:sp>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Tussentitel slide</a:t>
            </a:r>
            <a:endParaRPr lang="en-US" sz="1333" b="1">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F7EE5D66-D7E4-4BDC-948E-FA0C01C6A5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9075" y="764643"/>
            <a:ext cx="1980924" cy="1015136"/>
          </a:xfrm>
          <a:prstGeom prst="rect">
            <a:avLst/>
          </a:prstGeom>
        </p:spPr>
      </p:pic>
    </p:spTree>
    <p:extLst>
      <p:ext uri="{BB962C8B-B14F-4D97-AF65-F5344CB8AC3E}">
        <p14:creationId xmlns:p14="http://schemas.microsoft.com/office/powerpoint/2010/main" val="42112656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1310186" y="2374711"/>
            <a:ext cx="10392865" cy="2128486"/>
          </a:xfrm>
        </p:spPr>
        <p:txBody>
          <a:bodyPr wrap="none" lIns="0" tIns="0" rIns="0" bIns="0" anchor="b">
            <a:noAutofit/>
          </a:bodyPr>
          <a:lstStyle>
            <a:lvl1pPr algn="r">
              <a:lnSpc>
                <a:spcPct val="100000"/>
              </a:lnSpc>
              <a:defRPr sz="3200">
                <a:solidFill>
                  <a:schemeClr val="bg1"/>
                </a:solidFill>
                <a:latin typeface="Arial Rounded MT Bold" panose="020F0704030504030204" pitchFamily="34" charset="0"/>
              </a:defRPr>
            </a:lvl1pPr>
          </a:lstStyle>
          <a:p>
            <a:r>
              <a:rPr lang="en-GB" noProof="0"/>
              <a:t>“Klik om quote </a:t>
            </a:r>
            <a:br>
              <a:rPr lang="en-GB" noProof="0"/>
            </a:br>
            <a:r>
              <a:rPr lang="en-GB" noProof="0"/>
              <a:t>in te Voegen”</a:t>
            </a:r>
          </a:p>
        </p:txBody>
      </p:sp>
      <p:sp>
        <p:nvSpPr>
          <p:cNvPr id="3" name="Subtitle 2"/>
          <p:cNvSpPr>
            <a:spLocks noGrp="1"/>
          </p:cNvSpPr>
          <p:nvPr>
            <p:ph type="subTitle" idx="1" hasCustomPrompt="1"/>
          </p:nvPr>
        </p:nvSpPr>
        <p:spPr>
          <a:xfrm>
            <a:off x="3451860" y="4774114"/>
            <a:ext cx="8251191" cy="1812970"/>
          </a:xfrm>
        </p:spPr>
        <p:txBody>
          <a:bodyPr lIns="0" tIns="0" rIns="0" bIns="0"/>
          <a:lstStyle>
            <a:lvl1pPr marL="0" indent="0" algn="r">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GB" noProof="0"/>
              <a:t>Klik om de Naam en Voornaam in te voegen</a:t>
            </a:r>
          </a:p>
        </p:txBody>
      </p:sp>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Quote slide</a:t>
            </a:r>
            <a:endParaRPr lang="en-US" sz="1333" b="1">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30A4158E-317F-4A86-B1B9-6DBC4007AC4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9075" y="764643"/>
            <a:ext cx="1980924" cy="1015136"/>
          </a:xfrm>
          <a:prstGeom prst="rect">
            <a:avLst/>
          </a:prstGeom>
        </p:spPr>
      </p:pic>
    </p:spTree>
    <p:extLst>
      <p:ext uri="{BB962C8B-B14F-4D97-AF65-F5344CB8AC3E}">
        <p14:creationId xmlns:p14="http://schemas.microsoft.com/office/powerpoint/2010/main" val="110146667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3302758" y="1433857"/>
            <a:ext cx="7335767" cy="758884"/>
          </a:xfrm>
        </p:spPr>
        <p:txBody>
          <a:bodyPr wrap="none" lIns="0" tIns="0" rIns="0" bIns="0" anchor="t">
            <a:noAutofit/>
          </a:bodyPr>
          <a:lstStyle>
            <a:lvl1pPr algn="l">
              <a:lnSpc>
                <a:spcPct val="100000"/>
              </a:lnSpc>
              <a:defRPr sz="2933">
                <a:solidFill>
                  <a:schemeClr val="bg1"/>
                </a:solidFill>
                <a:latin typeface="Arial Rounded MT Bold" panose="020F0704030504030204" pitchFamily="34" charset="0"/>
              </a:defRPr>
            </a:lvl1pPr>
          </a:lstStyle>
          <a:p>
            <a:r>
              <a:rPr lang="en-GB" noProof="0"/>
              <a:t>Inhoudstafel / Agenda titel</a:t>
            </a:r>
          </a:p>
        </p:txBody>
      </p:sp>
      <p:sp>
        <p:nvSpPr>
          <p:cNvPr id="3" name="Subtitle 2"/>
          <p:cNvSpPr>
            <a:spLocks noGrp="1"/>
          </p:cNvSpPr>
          <p:nvPr>
            <p:ph type="subTitle" idx="1" hasCustomPrompt="1"/>
          </p:nvPr>
        </p:nvSpPr>
        <p:spPr>
          <a:xfrm>
            <a:off x="3302757" y="2514303"/>
            <a:ext cx="8251191" cy="3448222"/>
          </a:xfrm>
        </p:spPr>
        <p:txBody>
          <a:bodyPr lIns="0" tIns="0" rIns="0" bIns="0"/>
          <a:lstStyle>
            <a:lvl1pPr marL="495325" indent="-495325" algn="l">
              <a:lnSpc>
                <a:spcPct val="100000"/>
              </a:lnSpc>
              <a:buFont typeface="+mj-lt"/>
              <a:buAutoNum type="arabicPeriod"/>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GB" noProof="0"/>
              <a:t>Agendapunt 1</a:t>
            </a:r>
          </a:p>
          <a:p>
            <a:r>
              <a:rPr lang="en-GB" noProof="0"/>
              <a:t>Agendapunt 2</a:t>
            </a:r>
          </a:p>
          <a:p>
            <a:r>
              <a:rPr lang="en-GB" noProof="0"/>
              <a:t>Agendapunt 3</a:t>
            </a:r>
          </a:p>
          <a:p>
            <a:r>
              <a:rPr lang="en-GB" noProof="0"/>
              <a:t>Agendapunt 4</a:t>
            </a:r>
          </a:p>
          <a:p>
            <a:r>
              <a:rPr lang="en-GB" noProof="0"/>
              <a:t>Agendapunt 5</a:t>
            </a:r>
          </a:p>
          <a:p>
            <a:r>
              <a:rPr lang="en-GB" noProof="0"/>
              <a:t>Agendapunt 6</a:t>
            </a:r>
          </a:p>
        </p:txBody>
      </p:sp>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Inhoud slide</a:t>
            </a:r>
            <a:endParaRPr lang="en-US" sz="1333" b="1">
              <a:solidFill>
                <a:schemeClr val="tx1"/>
              </a:solidFill>
              <a:latin typeface="+mn-lt"/>
              <a:cs typeface="Arial" panose="020B0604020202020204" pitchFamily="34" charset="0"/>
            </a:endParaRPr>
          </a:p>
        </p:txBody>
      </p:sp>
      <p:pic>
        <p:nvPicPr>
          <p:cNvPr id="9" name="Graphic 8">
            <a:extLst>
              <a:ext uri="{FF2B5EF4-FFF2-40B4-BE49-F238E27FC236}">
                <a16:creationId xmlns:a16="http://schemas.microsoft.com/office/drawing/2014/main" id="{9B1B0592-CA51-4965-AEB9-DEFB73DA845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9075" y="764643"/>
            <a:ext cx="1980924" cy="1015136"/>
          </a:xfrm>
          <a:prstGeom prst="rect">
            <a:avLst/>
          </a:prstGeom>
        </p:spPr>
      </p:pic>
    </p:spTree>
    <p:extLst>
      <p:ext uri="{BB962C8B-B14F-4D97-AF65-F5344CB8AC3E}">
        <p14:creationId xmlns:p14="http://schemas.microsoft.com/office/powerpoint/2010/main" val="251696285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65795" y="592589"/>
            <a:ext cx="11050419" cy="503845"/>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4" name="Date Placeholder 3"/>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5" name="Footer Placeholder 4"/>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6" name="Slide Number Placeholder 5"/>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099200"/>
            <a:ext cx="12192000" cy="5003800"/>
          </a:xfrm>
        </p:spPr>
        <p:txBody>
          <a:bodyPr tIns="1440000">
            <a:normAutofit/>
          </a:bodyPr>
          <a:lstStyle>
            <a:lvl1pPr marL="0" indent="0" algn="ctr">
              <a:buNone/>
              <a:defRPr sz="1067"/>
            </a:lvl1pPr>
          </a:lstStyle>
          <a:p>
            <a:r>
              <a:rPr lang="en-US"/>
              <a:t>Click icon to add picture</a:t>
            </a:r>
            <a:endParaRPr lang="nl-BE"/>
          </a:p>
        </p:txBody>
      </p:sp>
      <p:sp>
        <p:nvSpPr>
          <p:cNvPr id="12" name="TextBox 4">
            <a:extLst>
              <a:ext uri="{FF2B5EF4-FFF2-40B4-BE49-F238E27FC236}">
                <a16:creationId xmlns:a16="http://schemas.microsoft.com/office/drawing/2014/main" id="{22214A23-4B57-4EDB-9FCA-6715CD113D98}"/>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Grote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5919295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2192000" cy="6103000"/>
          </a:xfrm>
        </p:spPr>
        <p:txBody>
          <a:bodyPr tIns="1440000">
            <a:normAutofit/>
          </a:bodyPr>
          <a:lstStyle>
            <a:lvl1pPr marL="0" indent="0" algn="ctr">
              <a:buNone/>
              <a:defRPr sz="1067"/>
            </a:lvl1pPr>
          </a:lstStyle>
          <a:p>
            <a:r>
              <a:rPr lang="en-US"/>
              <a:t>Click icon to add picture</a:t>
            </a:r>
            <a:endParaRPr lang="nl-BE"/>
          </a:p>
        </p:txBody>
      </p:sp>
      <p:sp>
        <p:nvSpPr>
          <p:cNvPr id="4" name="Date Placeholder 3"/>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5" name="Footer Placeholder 4"/>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6" name="Slide Number Placeholder 5"/>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2" name="Title 1"/>
          <p:cNvSpPr>
            <a:spLocks noGrp="1"/>
          </p:cNvSpPr>
          <p:nvPr>
            <p:ph type="title" hasCustomPrompt="1"/>
          </p:nvPr>
        </p:nvSpPr>
        <p:spPr>
          <a:xfrm>
            <a:off x="8088351" y="4704402"/>
            <a:ext cx="3620430" cy="503845"/>
          </a:xfrm>
          <a:noFill/>
        </p:spPr>
        <p:txBody>
          <a:bodyPr lIns="0" tIns="0" rIns="0" bIns="0" anchor="b">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p:nvCxnSpPr>
        <p:spPr>
          <a:xfrm>
            <a:off x="8088351" y="5336663"/>
            <a:ext cx="3620430"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Grote afbeelding + </a:t>
            </a:r>
            <a:r>
              <a:rPr lang="nl-NL" sz="1333" b="1" err="1">
                <a:solidFill>
                  <a:schemeClr val="tx1"/>
                </a:solidFill>
                <a:latin typeface="+mn-lt"/>
                <a:cs typeface="Arial" panose="020B0604020202020204" pitchFamily="34" charset="0"/>
              </a:rPr>
              <a:t>floating</a:t>
            </a:r>
            <a:r>
              <a:rPr lang="nl-NL" sz="1333" b="1">
                <a:solidFill>
                  <a:schemeClr val="tx1"/>
                </a:solidFill>
                <a:latin typeface="+mn-lt"/>
                <a:cs typeface="Arial" panose="020B0604020202020204" pitchFamily="34" charset="0"/>
              </a:rPr>
              <a:t> titel slide</a:t>
            </a:r>
            <a:endParaRPr lang="en-US" sz="1333" b="1">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p:nvSpPr>
        <p:spPr>
          <a:xfrm>
            <a:off x="1" y="6858000"/>
            <a:ext cx="3444511" cy="502958"/>
          </a:xfrm>
          <a:prstGeom prst="rect">
            <a:avLst/>
          </a:prstGeom>
          <a:noFill/>
        </p:spPr>
        <p:txBody>
          <a:bodyPr wrap="square" rtlCol="0">
            <a:spAutoFit/>
          </a:bodyPr>
          <a:lstStyle/>
          <a:p>
            <a:r>
              <a:rPr lang="nl-NL" sz="667">
                <a:latin typeface="+mn-lt"/>
                <a:cs typeface="Arial" panose="020B0604020202020204" pitchFamily="34" charset="0"/>
              </a:rPr>
              <a:t>Verplaats na het invoegen van de foto deze weer naar de achtergrond zodat de titel terug vooraan kom te staan. </a:t>
            </a:r>
            <a:r>
              <a:rPr lang="nl-NL" sz="667" b="1">
                <a:latin typeface="+mn-lt"/>
                <a:cs typeface="Arial" panose="020B0604020202020204" pitchFamily="34" charset="0"/>
              </a:rPr>
              <a:t>(rechtsklikken&gt; naar achtergrond&gt; naar achtergrond)</a:t>
            </a:r>
          </a:p>
          <a:p>
            <a:endParaRPr lang="nl-NL" sz="667">
              <a:latin typeface="+mn-lt"/>
              <a:cs typeface="Arial" panose="020B0604020202020204" pitchFamily="34" charset="0"/>
            </a:endParaRPr>
          </a:p>
          <a:p>
            <a:r>
              <a:rPr lang="nl-NL" sz="667">
                <a:latin typeface="+mn-lt"/>
                <a:cs typeface="Arial" panose="020B0604020202020204" pitchFamily="34" charset="0"/>
              </a:rPr>
              <a:t>Indien de tekst niet genoeg zichtbaar is over de foto, verander de kleur van zwart naar wit.</a:t>
            </a:r>
          </a:p>
        </p:txBody>
      </p:sp>
    </p:spTree>
    <p:extLst>
      <p:ext uri="{BB962C8B-B14F-4D97-AF65-F5344CB8AC3E}">
        <p14:creationId xmlns:p14="http://schemas.microsoft.com/office/powerpoint/2010/main" val="170805097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11050419" cy="40692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2" name="TextBox 4">
            <a:extLst>
              <a:ext uri="{FF2B5EF4-FFF2-40B4-BE49-F238E27FC236}">
                <a16:creationId xmlns:a16="http://schemas.microsoft.com/office/drawing/2014/main" id="{88A2F8C1-53AF-4DEB-9965-55FC86D3788C}"/>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Tekst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768271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704850" y="1119717"/>
            <a:ext cx="11050059" cy="4520142"/>
          </a:xfrm>
        </p:spPr>
        <p:txBody>
          <a:bodyPr>
            <a:normAutofit/>
          </a:bodyPr>
          <a:lstStyle>
            <a:lvl1pPr marL="0" indent="0" algn="ctr">
              <a:buNone/>
              <a:defRPr/>
            </a:lvl1pPr>
          </a:lstStyle>
          <a:p>
            <a:r>
              <a:rPr lang="en-US" noProof="0"/>
              <a:t>Click icon to add table</a:t>
            </a:r>
            <a:endParaRPr lang="en-GB" noProof="0"/>
          </a:p>
        </p:txBody>
      </p:sp>
      <p:sp>
        <p:nvSpPr>
          <p:cNvPr id="16" name="TextBox 4">
            <a:extLst>
              <a:ext uri="{FF2B5EF4-FFF2-40B4-BE49-F238E27FC236}">
                <a16:creationId xmlns:a16="http://schemas.microsoft.com/office/drawing/2014/main" id="{8C7A8C97-A0A2-4491-BA0D-727C7CE0B7F3}"/>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Tabel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6190438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2" name="TextBox 4">
            <a:extLst>
              <a:ext uri="{FF2B5EF4-FFF2-40B4-BE49-F238E27FC236}">
                <a16:creationId xmlns:a16="http://schemas.microsoft.com/office/drawing/2014/main" id="{892813D1-327F-45DC-8DDF-53948CE8C5F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Lege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29261130"/>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9" name="TextBox 4">
            <a:extLst>
              <a:ext uri="{FF2B5EF4-FFF2-40B4-BE49-F238E27FC236}">
                <a16:creationId xmlns:a16="http://schemas.microsoft.com/office/drawing/2014/main" id="{C531524C-A1A5-4485-B21D-E97B5DC3BE3F}"/>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Leeg zonder 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703166065"/>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262794"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5478357" cy="4074337"/>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5484706"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TextBox 4">
            <a:extLst>
              <a:ext uri="{FF2B5EF4-FFF2-40B4-BE49-F238E27FC236}">
                <a16:creationId xmlns:a16="http://schemas.microsoft.com/office/drawing/2014/main" id="{6CBDB841-5208-4BD2-9409-EA7134D69442}"/>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1/2 Tekst en 1/2 afbeelding</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00050292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5326" y="1099200"/>
            <a:ext cx="734121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680663" y="1569600"/>
            <a:ext cx="7339632"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8120222"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20" name="TextBox 4">
            <a:extLst>
              <a:ext uri="{FF2B5EF4-FFF2-40B4-BE49-F238E27FC236}">
                <a16:creationId xmlns:a16="http://schemas.microsoft.com/office/drawing/2014/main" id="{D974BD34-E475-4E02-86F0-8932E1B41725}"/>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2/3 Tekst en 1/3 afbeelding</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15712345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12" name="TextBox 4">
            <a:extLst>
              <a:ext uri="{FF2B5EF4-FFF2-40B4-BE49-F238E27FC236}">
                <a16:creationId xmlns:a16="http://schemas.microsoft.com/office/drawing/2014/main" id="{E2274F51-95F7-4E5E-815B-1F996E645FE7}"/>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Afbeelding en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3074082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92B1CA4A-0389-4751-BD3D-D8526698D99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2 x 2 afbeeldingen slide</a:t>
            </a:r>
            <a:endParaRPr lang="en-US" sz="1333" b="1">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693600" y="3648795"/>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6264000" y="3648795"/>
            <a:ext cx="5478357" cy="2448000"/>
          </a:xfrm>
        </p:spPr>
        <p:txBody>
          <a:bodyPr tIns="1440000">
            <a:normAutofit/>
          </a:bodyPr>
          <a:lstStyle>
            <a:lvl1pPr marL="0" indent="0" algn="ctr">
              <a:buNone/>
              <a:defRPr sz="1067"/>
            </a:lvl1pPr>
          </a:lstStyle>
          <a:p>
            <a:r>
              <a:rPr lang="en-US"/>
              <a:t>Click icon to add picture</a:t>
            </a:r>
            <a:endParaRPr lang="nl-BE"/>
          </a:p>
        </p:txBody>
      </p:sp>
    </p:spTree>
    <p:extLst>
      <p:ext uri="{BB962C8B-B14F-4D97-AF65-F5344CB8AC3E}">
        <p14:creationId xmlns:p14="http://schemas.microsoft.com/office/powerpoint/2010/main" val="55054263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8120222" y="1099200"/>
            <a:ext cx="3625850" cy="4999200"/>
          </a:xfrm>
        </p:spPr>
        <p:txBody>
          <a:bodyPr tIns="1440000">
            <a:normAutofit/>
          </a:bodyPr>
          <a:lstStyle>
            <a:lvl1pPr marL="0" indent="0" algn="ctr">
              <a:buNone/>
              <a:defRPr sz="1067"/>
            </a:lvl1pPr>
          </a:lstStyle>
          <a:p>
            <a:r>
              <a:rPr lang="en-US"/>
              <a:t>Click icon to add picture</a:t>
            </a:r>
            <a:endParaRPr lang="nl-BE"/>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4406900"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009A3169-8C0D-4A2D-9C66-BE525BCD338D}"/>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3 x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82049415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3478266"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9047322"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BB27EBDF-C895-4A3E-8D3F-1D5142CF7789}"/>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4 x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3150058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8120222" y="1099200"/>
            <a:ext cx="3625850" cy="1759200"/>
          </a:xfrm>
        </p:spPr>
        <p:txBody>
          <a:bodyPr tIns="1440000">
            <a:normAutofit/>
          </a:bodyPr>
          <a:lstStyle>
            <a:lvl1pPr marL="0" indent="0" algn="ctr">
              <a:buNone/>
              <a:defRPr sz="1067"/>
            </a:lvl1pPr>
          </a:lstStyle>
          <a:p>
            <a:r>
              <a:rPr lang="en-US"/>
              <a:t>Click icon to add picture</a:t>
            </a:r>
            <a:endParaRPr lang="nl-BE"/>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3625850" cy="175920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4406900" y="1099200"/>
            <a:ext cx="3625850" cy="1759200"/>
          </a:xfrm>
        </p:spPr>
        <p:txBody>
          <a:bodyPr tIns="1440000">
            <a:normAutofit/>
          </a:bodyPr>
          <a:lstStyle>
            <a:lvl1pPr marL="0" indent="0" algn="ctr">
              <a:buNone/>
              <a:defRPr sz="1067"/>
            </a:lvl1pPr>
          </a:lstStyle>
          <a:p>
            <a:r>
              <a:rPr lang="en-US"/>
              <a:t>Click icon to add picture</a:t>
            </a:r>
            <a:endParaRPr lang="nl-BE"/>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700087" y="2842632"/>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4406399" y="2841600"/>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8119199" y="2841600"/>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xtBox 4">
            <a:extLst>
              <a:ext uri="{FF2B5EF4-FFF2-40B4-BE49-F238E27FC236}">
                <a16:creationId xmlns:a16="http://schemas.microsoft.com/office/drawing/2014/main" id="{88A38384-9998-4BC5-BA90-E15895259F2B}"/>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3 x Afbeelding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20340544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3478266"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9047322"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700088" y="2842632"/>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3478265"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6262794"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9047322"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5" name="TextBox 4">
            <a:extLst>
              <a:ext uri="{FF2B5EF4-FFF2-40B4-BE49-F238E27FC236}">
                <a16:creationId xmlns:a16="http://schemas.microsoft.com/office/drawing/2014/main" id="{59DAB652-AFD5-4D77-ACBB-A5CC3110B332}"/>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4 x Afbeelding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8134509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700088" y="2842632"/>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3478265"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6262794"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9047322"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9047321" y="1099201"/>
            <a:ext cx="2698750" cy="1758949"/>
          </a:xfrm>
        </p:spPr>
        <p:txBody>
          <a:bodyPr>
            <a:normAutofit/>
          </a:bodyPr>
          <a:lstStyle>
            <a:lvl1pPr marL="0" indent="0" algn="ctr">
              <a:buNone/>
              <a:defRPr sz="1067"/>
            </a:lvl1pPr>
          </a:lstStyle>
          <a:p>
            <a:r>
              <a:rPr lang="en-US"/>
              <a:t>Click icon to add chart</a:t>
            </a:r>
            <a:endParaRPr lang="nl-BE"/>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704851" y="1099200"/>
            <a:ext cx="2698750" cy="1758949"/>
          </a:xfrm>
        </p:spPr>
        <p:txBody>
          <a:bodyPr>
            <a:normAutofit/>
          </a:bodyPr>
          <a:lstStyle>
            <a:lvl1pPr marL="0" indent="0" algn="ctr">
              <a:buNone/>
              <a:defRPr sz="1067"/>
            </a:lvl1pPr>
          </a:lstStyle>
          <a:p>
            <a:r>
              <a:rPr lang="en-US"/>
              <a:t>Click icon to add chart</a:t>
            </a:r>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3485674" y="1099200"/>
            <a:ext cx="2698750" cy="1758949"/>
          </a:xfrm>
        </p:spPr>
        <p:txBody>
          <a:bodyPr>
            <a:normAutofit/>
          </a:bodyPr>
          <a:lstStyle>
            <a:lvl1pPr marL="0" indent="0" algn="ctr">
              <a:buNone/>
              <a:defRPr sz="1067"/>
            </a:lvl1pPr>
          </a:lstStyle>
          <a:p>
            <a:r>
              <a:rPr lang="en-US"/>
              <a:t>Click icon to add chart</a:t>
            </a:r>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6266498" y="1099200"/>
            <a:ext cx="2698750" cy="1758949"/>
          </a:xfrm>
        </p:spPr>
        <p:txBody>
          <a:bodyPr>
            <a:normAutofit/>
          </a:bodyPr>
          <a:lstStyle>
            <a:lvl1pPr marL="0" indent="0" algn="ctr">
              <a:buNone/>
              <a:defRPr sz="1067"/>
            </a:lvl1pPr>
          </a:lstStyle>
          <a:p>
            <a:r>
              <a:rPr lang="en-US"/>
              <a:t>Click icon to add chart</a:t>
            </a:r>
            <a:endParaRPr lang="nl-BE"/>
          </a:p>
        </p:txBody>
      </p:sp>
      <p:sp>
        <p:nvSpPr>
          <p:cNvPr id="20" name="TextBox 4">
            <a:extLst>
              <a:ext uri="{FF2B5EF4-FFF2-40B4-BE49-F238E27FC236}">
                <a16:creationId xmlns:a16="http://schemas.microsoft.com/office/drawing/2014/main" id="{DB6ED84B-8E7F-4228-B427-1EDE681C5A63}"/>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4 x Grafiek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75622296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0"/>
            <a:ext cx="3634019"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4402706" y="1099199"/>
            <a:ext cx="7338444" cy="4999200"/>
          </a:xfrm>
        </p:spPr>
        <p:txBody>
          <a:bodyPr>
            <a:normAutofit/>
          </a:bodyPr>
          <a:lstStyle>
            <a:lvl1pPr marL="0" indent="0" algn="ctr">
              <a:buNone/>
              <a:defRPr sz="1067"/>
            </a:lvl1pPr>
          </a:lstStyle>
          <a:p>
            <a:r>
              <a:rPr lang="en-US"/>
              <a:t>Click icon to add chart</a:t>
            </a:r>
            <a:endParaRPr lang="nl-BE"/>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TextBox 4">
            <a:extLst>
              <a:ext uri="{FF2B5EF4-FFF2-40B4-BE49-F238E27FC236}">
                <a16:creationId xmlns:a16="http://schemas.microsoft.com/office/drawing/2014/main" id="{A500405E-274E-4C95-9B93-F6B1F82EF01B}"/>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1/3 Tekst en 2/3 grafiek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92311674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701675" y="1099200"/>
            <a:ext cx="11039475" cy="4983689"/>
          </a:xfrm>
        </p:spPr>
        <p:txBody>
          <a:bodyPr>
            <a:normAutofit/>
          </a:bodyPr>
          <a:lstStyle>
            <a:lvl1pPr marL="0" indent="0" algn="ctr">
              <a:buNone/>
              <a:defRPr sz="1067"/>
            </a:lvl1pPr>
          </a:lstStyle>
          <a:p>
            <a:r>
              <a:rPr lang="en-US"/>
              <a:t>Click icon to add chart</a:t>
            </a:r>
            <a:endParaRPr lang="nl-BE"/>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2" name="TextBox 4">
            <a:extLst>
              <a:ext uri="{FF2B5EF4-FFF2-40B4-BE49-F238E27FC236}">
                <a16:creationId xmlns:a16="http://schemas.microsoft.com/office/drawing/2014/main" id="{C2C04373-6D00-42D5-86E3-4AF79B52EF61}"/>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Grafiek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80530333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5478357" cy="4071868"/>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6187200" y="1569601"/>
            <a:ext cx="5545263" cy="4071868"/>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1" name="TextBox 4">
            <a:extLst>
              <a:ext uri="{FF2B5EF4-FFF2-40B4-BE49-F238E27FC236}">
                <a16:creationId xmlns:a16="http://schemas.microsoft.com/office/drawing/2014/main" id="{B76F8740-BA9B-4238-9C9D-5EB368209556}"/>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1/2 Tekst en 1/2 tekst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44059357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73782"/>
            <a:ext cx="5478357"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6187950" y="1581714"/>
            <a:ext cx="5545263"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700800" y="1120800"/>
            <a:ext cx="5478357" cy="325011"/>
          </a:xfrm>
        </p:spPr>
        <p:txBody>
          <a:bodyPr>
            <a:noAutofit/>
          </a:bodyPr>
          <a:lstStyle>
            <a:lvl1pPr marL="0" indent="0">
              <a:buNone/>
              <a:defRPr>
                <a:latin typeface="Arial Rounded MT Bold" panose="020F0704030504030204" pitchFamily="34" charset="0"/>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6187200" y="1120800"/>
            <a:ext cx="5545263" cy="325011"/>
          </a:xfrm>
        </p:spPr>
        <p:txBody>
          <a:bodyPr>
            <a:noAutofit/>
          </a:bodyPr>
          <a:lstStyle>
            <a:lvl1pPr marL="0" indent="0">
              <a:buNone/>
              <a:defRPr>
                <a:latin typeface="Arial Rounded MT Bold" panose="020F0704030504030204" pitchFamily="34" charset="0"/>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NL"/>
              <a:t>Titel</a:t>
            </a:r>
            <a:endParaRPr lang="nl-BE"/>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3" name="TextBox 4">
            <a:extLst>
              <a:ext uri="{FF2B5EF4-FFF2-40B4-BE49-F238E27FC236}">
                <a16:creationId xmlns:a16="http://schemas.microsoft.com/office/drawing/2014/main" id="{B415E543-5122-4ED4-A8AA-647C117F182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99122553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262794" y="1099200"/>
            <a:ext cx="5478357" cy="3130551"/>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6262793" y="4344459"/>
            <a:ext cx="2697162" cy="1752599"/>
          </a:xfrm>
        </p:spPr>
        <p:txBody>
          <a:bodyPr>
            <a:normAutofit/>
          </a:bodyPr>
          <a:lstStyle>
            <a:lvl1pPr marL="0" indent="0">
              <a:buNone/>
              <a:defRPr sz="1067"/>
            </a:lvl1pPr>
          </a:lstStyle>
          <a:p>
            <a:r>
              <a:rPr lang="en-US"/>
              <a:t>Click icon to add picture</a:t>
            </a:r>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9043988" y="4344459"/>
            <a:ext cx="2697162" cy="1752599"/>
          </a:xfrm>
        </p:spPr>
        <p:txBody>
          <a:bodyPr>
            <a:normAutofit/>
          </a:bodyPr>
          <a:lstStyle>
            <a:lvl1pPr marL="0" indent="0">
              <a:buNone/>
              <a:defRPr sz="1067"/>
            </a:lvl1pPr>
          </a:lstStyle>
          <a:p>
            <a:r>
              <a:rPr lang="en-US"/>
              <a:t>Click icon to add picture</a:t>
            </a:r>
            <a:endParaRPr lang="nl-BE"/>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800" y="1569601"/>
            <a:ext cx="5478357" cy="4081187"/>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17" name="Slide Number Placeholder 5">
            <a:extLst>
              <a:ext uri="{FF2B5EF4-FFF2-40B4-BE49-F238E27FC236}">
                <a16:creationId xmlns:a16="http://schemas.microsoft.com/office/drawing/2014/main" id="{5BEE1039-A62C-42C0-ADE4-DB43D036A87E}"/>
              </a:ext>
            </a:extLst>
          </p:cNvPr>
          <p:cNvSpPr>
            <a:spLocks noGrp="1"/>
          </p:cNvSpPr>
          <p:nvPr>
            <p:ph type="sldNum" sz="quarter" idx="12"/>
          </p:nvPr>
        </p:nvSpPr>
        <p:spPr>
          <a:xfrm>
            <a:off x="9695544"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en-GB"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5484706"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9" name="TextBox 4">
            <a:extLst>
              <a:ext uri="{FF2B5EF4-FFF2-40B4-BE49-F238E27FC236}">
                <a16:creationId xmlns:a16="http://schemas.microsoft.com/office/drawing/2014/main" id="{2CD7B7E4-430F-492F-AE79-EDAE65BABEA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Tekst en 3 afbeelding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99767931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020748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Info">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extBox 4">
            <a:extLst>
              <a:ext uri="{FF2B5EF4-FFF2-40B4-BE49-F238E27FC236}">
                <a16:creationId xmlns:a16="http://schemas.microsoft.com/office/drawing/2014/main" id="{22214A23-4B57-4EDB-9FCA-6715CD113D98}"/>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Info slide</a:t>
            </a:r>
            <a:endParaRPr lang="en-US" sz="1333" b="1">
              <a:solidFill>
                <a:schemeClr val="tx1"/>
              </a:solidFill>
              <a:latin typeface="+mn-lt"/>
              <a:cs typeface="Arial" panose="020B0604020202020204" pitchFamily="34" charset="0"/>
            </a:endParaRPr>
          </a:p>
        </p:txBody>
      </p:sp>
      <p:sp>
        <p:nvSpPr>
          <p:cNvPr id="36" name="TextBox 36">
            <a:extLst>
              <a:ext uri="{FF2B5EF4-FFF2-40B4-BE49-F238E27FC236}">
                <a16:creationId xmlns:a16="http://schemas.microsoft.com/office/drawing/2014/main" id="{44C7C4AE-D418-42DF-87C9-0EEE364DAA8B}"/>
              </a:ext>
            </a:extLst>
          </p:cNvPr>
          <p:cNvSpPr txBox="1"/>
          <p:nvPr/>
        </p:nvSpPr>
        <p:spPr>
          <a:xfrm>
            <a:off x="646745"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Afbeelding invoegen</a:t>
            </a:r>
            <a:endParaRPr lang="en-US" sz="933" b="1">
              <a:solidFill>
                <a:schemeClr val="tx2"/>
              </a:solidFill>
              <a:latin typeface="+mn-lt"/>
              <a:cs typeface="Arial" panose="020B0604020202020204" pitchFamily="34" charset="0"/>
            </a:endParaRPr>
          </a:p>
        </p:txBody>
      </p:sp>
      <p:cxnSp>
        <p:nvCxnSpPr>
          <p:cNvPr id="37" name="Straight Connector 37">
            <a:extLst>
              <a:ext uri="{FF2B5EF4-FFF2-40B4-BE49-F238E27FC236}">
                <a16:creationId xmlns:a16="http://schemas.microsoft.com/office/drawing/2014/main" id="{B40A38B9-2AAB-47E3-AE1F-C0AFE51A7A63}"/>
              </a:ext>
            </a:extLst>
          </p:cNvPr>
          <p:cNvCxnSpPr>
            <a:cxnSpLocks/>
          </p:cNvCxnSpPr>
          <p:nvPr/>
        </p:nvCxnSpPr>
        <p:spPr>
          <a:xfrm>
            <a:off x="687624" y="1467737"/>
            <a:ext cx="17805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8" name="TextBox 38">
            <a:extLst>
              <a:ext uri="{FF2B5EF4-FFF2-40B4-BE49-F238E27FC236}">
                <a16:creationId xmlns:a16="http://schemas.microsoft.com/office/drawing/2014/main" id="{536B82A6-6264-438B-A97E-741449A365B1}"/>
              </a:ext>
            </a:extLst>
          </p:cNvPr>
          <p:cNvSpPr txBox="1"/>
          <p:nvPr/>
        </p:nvSpPr>
        <p:spPr>
          <a:xfrm>
            <a:off x="637557" y="1520303"/>
            <a:ext cx="1834868" cy="605615"/>
          </a:xfrm>
          <a:prstGeom prst="rect">
            <a:avLst/>
          </a:prstGeom>
          <a:noFill/>
        </p:spPr>
        <p:txBody>
          <a:bodyPr wrap="square" rtlCol="0">
            <a:spAutoFit/>
          </a:bodyPr>
          <a:lstStyle/>
          <a:p>
            <a:r>
              <a:rPr lang="nl-NL" sz="667">
                <a:latin typeface="+mn-lt"/>
                <a:cs typeface="Arial" panose="020B0604020202020204" pitchFamily="34" charset="0"/>
              </a:rPr>
              <a:t>Klik op het pictogram dat vervolgens verschijnt om een afbeelding in te voegen.</a:t>
            </a:r>
          </a:p>
          <a:p>
            <a:endParaRPr lang="nl-NL" sz="667">
              <a:latin typeface="+mn-lt"/>
              <a:cs typeface="Arial" panose="020B0604020202020204" pitchFamily="34" charset="0"/>
            </a:endParaRPr>
          </a:p>
          <a:p>
            <a:r>
              <a:rPr lang="nl-NL" sz="667">
                <a:latin typeface="+mn-lt"/>
                <a:cs typeface="Arial" panose="020B0604020202020204" pitchFamily="34" charset="0"/>
              </a:rPr>
              <a:t>Voor </a:t>
            </a:r>
            <a:r>
              <a:rPr lang="nl-NL" sz="667" err="1">
                <a:latin typeface="+mn-lt"/>
                <a:cs typeface="Arial" panose="020B0604020202020204" pitchFamily="34" charset="0"/>
              </a:rPr>
              <a:t>copy+paste</a:t>
            </a:r>
            <a:r>
              <a:rPr lang="nl-NL" sz="667">
                <a:latin typeface="+mn-lt"/>
                <a:cs typeface="Arial" panose="020B0604020202020204" pitchFamily="34" charset="0"/>
              </a:rPr>
              <a:t> commando:</a:t>
            </a:r>
          </a:p>
          <a:p>
            <a:r>
              <a:rPr lang="nl-NL" sz="667">
                <a:latin typeface="+mn-lt"/>
                <a:cs typeface="Arial" panose="020B0604020202020204" pitchFamily="34" charset="0"/>
              </a:rPr>
              <a:t>Selecteer de </a:t>
            </a:r>
            <a:r>
              <a:rPr lang="nl-NL" sz="667" err="1">
                <a:latin typeface="+mn-lt"/>
                <a:cs typeface="Arial" panose="020B0604020202020204" pitchFamily="34" charset="0"/>
              </a:rPr>
              <a:t>placeholder</a:t>
            </a:r>
            <a:r>
              <a:rPr lang="nl-NL" sz="667">
                <a:latin typeface="+mn-lt"/>
                <a:cs typeface="Arial" panose="020B0604020202020204" pitchFamily="34" charset="0"/>
              </a:rPr>
              <a:t> en plak.de afbeelding</a:t>
            </a:r>
          </a:p>
        </p:txBody>
      </p:sp>
      <p:sp>
        <p:nvSpPr>
          <p:cNvPr id="39" name="TextBox 46">
            <a:extLst>
              <a:ext uri="{FF2B5EF4-FFF2-40B4-BE49-F238E27FC236}">
                <a16:creationId xmlns:a16="http://schemas.microsoft.com/office/drawing/2014/main" id="{F0FA5799-9C4C-446C-9207-94C4B5D748A3}"/>
              </a:ext>
            </a:extLst>
          </p:cNvPr>
          <p:cNvSpPr txBox="1"/>
          <p:nvPr/>
        </p:nvSpPr>
        <p:spPr>
          <a:xfrm>
            <a:off x="636566" y="2144266"/>
            <a:ext cx="1820913" cy="708271"/>
          </a:xfrm>
          <a:prstGeom prst="rect">
            <a:avLst/>
          </a:prstGeom>
          <a:noFill/>
        </p:spPr>
        <p:txBody>
          <a:bodyPr wrap="square" rtlCol="0">
            <a:spAutoFit/>
          </a:bodyPr>
          <a:lstStyle/>
          <a:p>
            <a:r>
              <a:rPr lang="nl-NL" sz="667">
                <a:latin typeface="+mn-lt"/>
                <a:cs typeface="Arial" panose="020B0604020202020204" pitchFamily="34" charset="0"/>
              </a:rPr>
              <a:t>Wanneer je de afbeelding wilt schalen of verslepen, ga dan naar </a:t>
            </a:r>
          </a:p>
          <a:p>
            <a:r>
              <a:rPr lang="nl-NL" sz="667" b="1">
                <a:latin typeface="+mn-lt"/>
                <a:cs typeface="Arial" panose="020B0604020202020204" pitchFamily="34" charset="0"/>
              </a:rPr>
              <a:t>‘Hulpmiddelen voor afbeeldingen’ </a:t>
            </a:r>
          </a:p>
          <a:p>
            <a:r>
              <a:rPr lang="nl-NL" sz="667">
                <a:latin typeface="+mn-lt"/>
                <a:cs typeface="Arial" panose="020B0604020202020204" pitchFamily="34" charset="0"/>
              </a:rPr>
              <a:t>en klik op </a:t>
            </a:r>
            <a:r>
              <a:rPr lang="nl-NL" sz="667" b="1">
                <a:latin typeface="+mn-lt"/>
                <a:cs typeface="Arial" panose="020B0604020202020204" pitchFamily="34" charset="0"/>
              </a:rPr>
              <a:t>‘Bijsnijden’. </a:t>
            </a:r>
            <a:r>
              <a:rPr lang="nl-NL" sz="667">
                <a:latin typeface="+mn-lt"/>
                <a:cs typeface="Arial" panose="020B0604020202020204" pitchFamily="34" charset="0"/>
              </a:rPr>
              <a:t>Met de witte bolletjes schaal je de afbeelding, met de zwarte haakjes schaal je het afbeeldingskader. </a:t>
            </a:r>
            <a:endParaRPr lang="en-US" sz="667">
              <a:latin typeface="+mn-lt"/>
              <a:cs typeface="Arial" panose="020B0604020202020204" pitchFamily="34" charset="0"/>
            </a:endParaRPr>
          </a:p>
        </p:txBody>
      </p:sp>
      <p:pic>
        <p:nvPicPr>
          <p:cNvPr id="40" name="Picture 5">
            <a:extLst>
              <a:ext uri="{FF2B5EF4-FFF2-40B4-BE49-F238E27FC236}">
                <a16:creationId xmlns:a16="http://schemas.microsoft.com/office/drawing/2014/main" id="{040BA48D-125B-4304-B3D5-BC245FDDC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828" y="2176143"/>
            <a:ext cx="180975" cy="317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Box 46">
            <a:extLst>
              <a:ext uri="{FF2B5EF4-FFF2-40B4-BE49-F238E27FC236}">
                <a16:creationId xmlns:a16="http://schemas.microsoft.com/office/drawing/2014/main" id="{3F368D08-D40E-4F7F-9166-57146C54B4FE}"/>
              </a:ext>
            </a:extLst>
          </p:cNvPr>
          <p:cNvSpPr txBox="1"/>
          <p:nvPr/>
        </p:nvSpPr>
        <p:spPr>
          <a:xfrm>
            <a:off x="2492982" y="2439358"/>
            <a:ext cx="1857099" cy="605615"/>
          </a:xfrm>
          <a:prstGeom prst="rect">
            <a:avLst/>
          </a:prstGeom>
          <a:noFill/>
        </p:spPr>
        <p:txBody>
          <a:bodyPr wrap="square" rtlCol="0">
            <a:spAutoFit/>
          </a:bodyPr>
          <a:lstStyle/>
          <a:p>
            <a:r>
              <a:rPr lang="nl-NL" sz="667">
                <a:latin typeface="+mn-lt"/>
                <a:cs typeface="Arial" panose="020B0604020202020204" pitchFamily="34" charset="0"/>
              </a:rPr>
              <a:t>Howest stock Afbeeldingen kan je downloaden op</a:t>
            </a:r>
          </a:p>
          <a:p>
            <a:r>
              <a:rPr lang="nl-NL" sz="667">
                <a:latin typeface="+mn-lt"/>
                <a:cs typeface="Arial" panose="020B0604020202020204" pitchFamily="34" charset="0"/>
              </a:rPr>
              <a:t> </a:t>
            </a:r>
            <a:r>
              <a:rPr lang="nl-BE" sz="667">
                <a:latin typeface="+mn-lt"/>
                <a:hlinkClick r:id="rId4"/>
              </a:rPr>
              <a:t>https://www.flickr.com/photos/howestbe/albums</a:t>
            </a:r>
            <a:endParaRPr lang="nl-NL" sz="667">
              <a:latin typeface="+mn-lt"/>
              <a:cs typeface="Arial" panose="020B0604020202020204" pitchFamily="34" charset="0"/>
            </a:endParaRPr>
          </a:p>
        </p:txBody>
      </p:sp>
      <p:sp>
        <p:nvSpPr>
          <p:cNvPr id="44" name="TextBox 36">
            <a:extLst>
              <a:ext uri="{FF2B5EF4-FFF2-40B4-BE49-F238E27FC236}">
                <a16:creationId xmlns:a16="http://schemas.microsoft.com/office/drawing/2014/main" id="{F1BAA920-A476-47C6-8DBB-C2C99C48688A}"/>
              </a:ext>
            </a:extLst>
          </p:cNvPr>
          <p:cNvSpPr txBox="1"/>
          <p:nvPr/>
        </p:nvSpPr>
        <p:spPr>
          <a:xfrm>
            <a:off x="2496479"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Afbeelding optimaliseren</a:t>
            </a:r>
            <a:endParaRPr lang="en-US" sz="933" b="1">
              <a:solidFill>
                <a:schemeClr val="tx2"/>
              </a:solidFill>
              <a:latin typeface="+mn-lt"/>
              <a:cs typeface="Arial" panose="020B0604020202020204" pitchFamily="34" charset="0"/>
            </a:endParaRPr>
          </a:p>
        </p:txBody>
      </p:sp>
      <p:cxnSp>
        <p:nvCxnSpPr>
          <p:cNvPr id="45" name="Straight Connector 37">
            <a:extLst>
              <a:ext uri="{FF2B5EF4-FFF2-40B4-BE49-F238E27FC236}">
                <a16:creationId xmlns:a16="http://schemas.microsoft.com/office/drawing/2014/main" id="{7C043D1C-A8E6-4EC8-BA0D-36E15F1CEC1E}"/>
              </a:ext>
            </a:extLst>
          </p:cNvPr>
          <p:cNvCxnSpPr>
            <a:cxnSpLocks/>
          </p:cNvCxnSpPr>
          <p:nvPr/>
        </p:nvCxnSpPr>
        <p:spPr>
          <a:xfrm>
            <a:off x="2562137" y="1476186"/>
            <a:ext cx="1767071"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46" name="TextBox 38">
            <a:extLst>
              <a:ext uri="{FF2B5EF4-FFF2-40B4-BE49-F238E27FC236}">
                <a16:creationId xmlns:a16="http://schemas.microsoft.com/office/drawing/2014/main" id="{79C207DC-6067-44B0-A786-DD106419929F}"/>
              </a:ext>
            </a:extLst>
          </p:cNvPr>
          <p:cNvSpPr txBox="1"/>
          <p:nvPr/>
        </p:nvSpPr>
        <p:spPr>
          <a:xfrm>
            <a:off x="2495490" y="1516716"/>
            <a:ext cx="1825251" cy="913583"/>
          </a:xfrm>
          <a:prstGeom prst="rect">
            <a:avLst/>
          </a:prstGeom>
          <a:noFill/>
        </p:spPr>
        <p:txBody>
          <a:bodyPr wrap="square" rtlCol="0">
            <a:spAutoFit/>
          </a:bodyPr>
          <a:lstStyle/>
          <a:p>
            <a:r>
              <a:rPr lang="nl-NL" sz="667">
                <a:latin typeface="+mn-lt"/>
                <a:cs typeface="Arial" panose="020B0604020202020204" pitchFamily="34" charset="0"/>
              </a:rPr>
              <a:t>Afbeeldingen maken je PPT vaak heel groot, indien nodig kan je ze comprimeren door ze te selecteren naar </a:t>
            </a:r>
            <a:r>
              <a:rPr lang="nl-NL" sz="667" b="1">
                <a:latin typeface="+mn-lt"/>
                <a:cs typeface="Arial" panose="020B0604020202020204" pitchFamily="34" charset="0"/>
              </a:rPr>
              <a:t>opmaak</a:t>
            </a:r>
            <a:r>
              <a:rPr lang="nl-NL" sz="667">
                <a:latin typeface="+mn-lt"/>
                <a:cs typeface="Arial" panose="020B0604020202020204" pitchFamily="34" charset="0"/>
              </a:rPr>
              <a:t> te gaan</a:t>
            </a:r>
          </a:p>
          <a:p>
            <a:endParaRPr lang="nl-NL" sz="667">
              <a:latin typeface="+mn-lt"/>
              <a:cs typeface="Arial" panose="020B0604020202020204" pitchFamily="34" charset="0"/>
            </a:endParaRPr>
          </a:p>
          <a:p>
            <a:r>
              <a:rPr lang="nl-NL" sz="667">
                <a:latin typeface="+mn-lt"/>
                <a:cs typeface="Arial" panose="020B0604020202020204" pitchFamily="34" charset="0"/>
              </a:rPr>
              <a:t>Daar kan je volgende optie vinden:</a:t>
            </a:r>
          </a:p>
          <a:p>
            <a:endParaRPr lang="nl-NL" sz="667">
              <a:latin typeface="+mn-lt"/>
              <a:cs typeface="Arial" panose="020B0604020202020204" pitchFamily="34" charset="0"/>
            </a:endParaRPr>
          </a:p>
          <a:p>
            <a:endParaRPr lang="nl-NL" sz="667">
              <a:latin typeface="+mn-lt"/>
              <a:cs typeface="Arial" panose="020B0604020202020204" pitchFamily="34" charset="0"/>
            </a:endParaRPr>
          </a:p>
          <a:p>
            <a:r>
              <a:rPr lang="nl-NL" sz="667">
                <a:latin typeface="+mn-lt"/>
                <a:cs typeface="Arial" panose="020B0604020202020204" pitchFamily="34" charset="0"/>
              </a:rPr>
              <a:t>Pas dit toe op enkel afbeelding of op allemaal.</a:t>
            </a:r>
          </a:p>
        </p:txBody>
      </p:sp>
      <p:pic>
        <p:nvPicPr>
          <p:cNvPr id="47" name="Afbeelding 46">
            <a:extLst>
              <a:ext uri="{FF2B5EF4-FFF2-40B4-BE49-F238E27FC236}">
                <a16:creationId xmlns:a16="http://schemas.microsoft.com/office/drawing/2014/main" id="{9624625B-2F92-4B10-AD60-3A18C86D1B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37706" y="2078542"/>
            <a:ext cx="1123950" cy="146050"/>
          </a:xfrm>
          <a:prstGeom prst="rect">
            <a:avLst/>
          </a:prstGeom>
        </p:spPr>
      </p:pic>
      <p:sp>
        <p:nvSpPr>
          <p:cNvPr id="48" name="TextBox 36">
            <a:extLst>
              <a:ext uri="{FF2B5EF4-FFF2-40B4-BE49-F238E27FC236}">
                <a16:creationId xmlns:a16="http://schemas.microsoft.com/office/drawing/2014/main" id="{A7BF0C0F-7298-4E03-99DD-ACBA17F57C1E}"/>
              </a:ext>
            </a:extLst>
          </p:cNvPr>
          <p:cNvSpPr txBox="1"/>
          <p:nvPr/>
        </p:nvSpPr>
        <p:spPr>
          <a:xfrm>
            <a:off x="6198334"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Gebruik iconen /logo`s</a:t>
            </a:r>
            <a:endParaRPr lang="en-US" sz="933" b="1">
              <a:solidFill>
                <a:schemeClr val="tx2"/>
              </a:solidFill>
              <a:latin typeface="+mn-lt"/>
              <a:cs typeface="Arial" panose="020B0604020202020204" pitchFamily="34" charset="0"/>
            </a:endParaRPr>
          </a:p>
        </p:txBody>
      </p:sp>
      <p:sp>
        <p:nvSpPr>
          <p:cNvPr id="50" name="TextBox 38">
            <a:extLst>
              <a:ext uri="{FF2B5EF4-FFF2-40B4-BE49-F238E27FC236}">
                <a16:creationId xmlns:a16="http://schemas.microsoft.com/office/drawing/2014/main" id="{20835A17-C1AD-4185-BDEC-29A8E07ACCF9}"/>
              </a:ext>
            </a:extLst>
          </p:cNvPr>
          <p:cNvSpPr txBox="1"/>
          <p:nvPr/>
        </p:nvSpPr>
        <p:spPr>
          <a:xfrm>
            <a:off x="6195704" y="1506901"/>
            <a:ext cx="1859022" cy="1118896"/>
          </a:xfrm>
          <a:prstGeom prst="rect">
            <a:avLst/>
          </a:prstGeom>
          <a:noFill/>
        </p:spPr>
        <p:txBody>
          <a:bodyPr wrap="square" rtlCol="0">
            <a:spAutoFit/>
          </a:bodyPr>
          <a:lstStyle/>
          <a:p>
            <a:r>
              <a:rPr lang="nl-NL" sz="667">
                <a:latin typeface="+mn-lt"/>
                <a:cs typeface="Arial" panose="020B0604020202020204" pitchFamily="34" charset="0"/>
              </a:rPr>
              <a:t>Copier de iconen/logo`s vanuit de extra slides deze kunnen zonder kwaliteitsverlies vergroot en verkleind worden, maar zorg steeds dat dit uniform is (breedte en hoogte verhoudingen moeten gelijk blijven).</a:t>
            </a:r>
          </a:p>
          <a:p>
            <a:endParaRPr lang="nl-NL" sz="667">
              <a:latin typeface="+mn-lt"/>
              <a:cs typeface="Arial" panose="020B0604020202020204" pitchFamily="34" charset="0"/>
            </a:endParaRPr>
          </a:p>
          <a:p>
            <a:r>
              <a:rPr lang="nl-NL" sz="667">
                <a:latin typeface="+mn-lt"/>
                <a:cs typeface="Arial" panose="020B0604020202020204" pitchFamily="34" charset="0"/>
              </a:rPr>
              <a:t> </a:t>
            </a:r>
            <a:r>
              <a:rPr lang="nl-NL" sz="667" b="1">
                <a:latin typeface="+mn-lt"/>
                <a:cs typeface="Arial" panose="020B0604020202020204" pitchFamily="34" charset="0"/>
              </a:rPr>
              <a:t>Sleep hiervoor aan de witte bolletjes op de hoeken maar hou SHIFT ingedrukt</a:t>
            </a:r>
          </a:p>
          <a:p>
            <a:endParaRPr lang="nl-NL" sz="667">
              <a:latin typeface="+mn-lt"/>
              <a:cs typeface="Arial" panose="020B0604020202020204" pitchFamily="34" charset="0"/>
            </a:endParaRPr>
          </a:p>
          <a:p>
            <a:endParaRPr lang="nl-NL" sz="667">
              <a:latin typeface="+mn-lt"/>
              <a:cs typeface="Arial" panose="020B0604020202020204" pitchFamily="34" charset="0"/>
            </a:endParaRPr>
          </a:p>
        </p:txBody>
      </p:sp>
      <p:sp>
        <p:nvSpPr>
          <p:cNvPr id="51" name="TextBox 36">
            <a:extLst>
              <a:ext uri="{FF2B5EF4-FFF2-40B4-BE49-F238E27FC236}">
                <a16:creationId xmlns:a16="http://schemas.microsoft.com/office/drawing/2014/main" id="{A49F9C38-87B6-450F-AEDC-3FCD28F601C2}"/>
              </a:ext>
            </a:extLst>
          </p:cNvPr>
          <p:cNvSpPr txBox="1"/>
          <p:nvPr/>
        </p:nvSpPr>
        <p:spPr>
          <a:xfrm>
            <a:off x="4346001" y="3797408"/>
            <a:ext cx="1584176" cy="379463"/>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Aanpassen datum en voettekst</a:t>
            </a:r>
            <a:endParaRPr lang="en-US" sz="933" b="1">
              <a:solidFill>
                <a:schemeClr val="tx2"/>
              </a:solidFill>
              <a:latin typeface="+mn-lt"/>
              <a:cs typeface="Arial" panose="020B0604020202020204" pitchFamily="34" charset="0"/>
            </a:endParaRPr>
          </a:p>
        </p:txBody>
      </p:sp>
      <p:sp>
        <p:nvSpPr>
          <p:cNvPr id="53" name="TextBox 38">
            <a:extLst>
              <a:ext uri="{FF2B5EF4-FFF2-40B4-BE49-F238E27FC236}">
                <a16:creationId xmlns:a16="http://schemas.microsoft.com/office/drawing/2014/main" id="{B01ED82F-70A2-429E-B6BF-0F3557673A03}"/>
              </a:ext>
            </a:extLst>
          </p:cNvPr>
          <p:cNvSpPr txBox="1"/>
          <p:nvPr/>
        </p:nvSpPr>
        <p:spPr>
          <a:xfrm>
            <a:off x="4340573" y="4291103"/>
            <a:ext cx="1839800" cy="1324209"/>
          </a:xfrm>
          <a:prstGeom prst="rect">
            <a:avLst/>
          </a:prstGeom>
          <a:noFill/>
        </p:spPr>
        <p:txBody>
          <a:bodyPr wrap="square" rtlCol="0">
            <a:spAutoFit/>
          </a:bodyPr>
          <a:lstStyle/>
          <a:p>
            <a:r>
              <a:rPr lang="nl-NL" sz="667">
                <a:latin typeface="+mn-lt"/>
                <a:cs typeface="Arial" panose="020B0604020202020204" pitchFamily="34" charset="0"/>
              </a:rPr>
              <a:t>Pas de voettekst niet rechtstreeks aan maar ga via invoegen en klik op:</a:t>
            </a: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endParaRPr lang="nl-NL" sz="667" b="1">
              <a:latin typeface="+mn-lt"/>
              <a:cs typeface="Arial" panose="020B0604020202020204" pitchFamily="34" charset="0"/>
            </a:endParaRPr>
          </a:p>
          <a:p>
            <a:r>
              <a:rPr lang="nl-NL" sz="667" b="0">
                <a:latin typeface="+mn-lt"/>
                <a:cs typeface="Arial" panose="020B0604020202020204" pitchFamily="34" charset="0"/>
              </a:rPr>
              <a:t>Daar kan je deze aanpassen en toepassen op de slide of op alle slides.</a:t>
            </a:r>
          </a:p>
          <a:p>
            <a:endParaRPr lang="nl-NL" sz="667">
              <a:latin typeface="+mn-lt"/>
              <a:cs typeface="Arial" panose="020B0604020202020204" pitchFamily="34" charset="0"/>
            </a:endParaRPr>
          </a:p>
          <a:p>
            <a:endParaRPr lang="nl-NL" sz="667">
              <a:latin typeface="+mn-lt"/>
              <a:cs typeface="Arial" panose="020B0604020202020204" pitchFamily="34" charset="0"/>
            </a:endParaRPr>
          </a:p>
        </p:txBody>
      </p:sp>
      <p:pic>
        <p:nvPicPr>
          <p:cNvPr id="54" name="Afbeelding 53">
            <a:extLst>
              <a:ext uri="{FF2B5EF4-FFF2-40B4-BE49-F238E27FC236}">
                <a16:creationId xmlns:a16="http://schemas.microsoft.com/office/drawing/2014/main" id="{B1027754-1E8B-4EB4-A7C1-3942817B50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29062" y="4624299"/>
            <a:ext cx="351611" cy="383099"/>
          </a:xfrm>
          <a:prstGeom prst="rect">
            <a:avLst/>
          </a:prstGeom>
        </p:spPr>
      </p:pic>
      <p:sp>
        <p:nvSpPr>
          <p:cNvPr id="55" name="TextBox 46">
            <a:extLst>
              <a:ext uri="{FF2B5EF4-FFF2-40B4-BE49-F238E27FC236}">
                <a16:creationId xmlns:a16="http://schemas.microsoft.com/office/drawing/2014/main" id="{1811EA10-E46A-4FD9-BEB9-88794940FB36}"/>
              </a:ext>
            </a:extLst>
          </p:cNvPr>
          <p:cNvSpPr txBox="1"/>
          <p:nvPr/>
        </p:nvSpPr>
        <p:spPr>
          <a:xfrm>
            <a:off x="9907276" y="4760340"/>
            <a:ext cx="1834868" cy="605615"/>
          </a:xfrm>
          <a:prstGeom prst="rect">
            <a:avLst/>
          </a:prstGeom>
          <a:noFill/>
        </p:spPr>
        <p:txBody>
          <a:bodyPr wrap="square" rtlCol="0">
            <a:spAutoFit/>
          </a:bodyPr>
          <a:lstStyle/>
          <a:p>
            <a:r>
              <a:rPr lang="nl-NL" sz="667">
                <a:latin typeface="+mn-lt"/>
                <a:cs typeface="Arial" panose="020B0604020202020204" pitchFamily="34" charset="0"/>
              </a:rPr>
              <a:t>Indien je per ongeluk elementen verschoven hebt in de </a:t>
            </a:r>
            <a:r>
              <a:rPr lang="nl-NL" sz="667" err="1">
                <a:latin typeface="+mn-lt"/>
                <a:cs typeface="Arial" panose="020B0604020202020204" pitchFamily="34" charset="0"/>
              </a:rPr>
              <a:t>layout</a:t>
            </a:r>
            <a:r>
              <a:rPr lang="nl-NL" sz="667">
                <a:latin typeface="+mn-lt"/>
                <a:cs typeface="Arial" panose="020B0604020202020204" pitchFamily="34" charset="0"/>
              </a:rPr>
              <a:t>, pas opnieuw de juiste template toe:</a:t>
            </a:r>
          </a:p>
          <a:p>
            <a:endParaRPr lang="nl-NL" sz="667" b="1">
              <a:latin typeface="+mn-lt"/>
              <a:cs typeface="Arial" panose="020B0604020202020204" pitchFamily="34" charset="0"/>
            </a:endParaRPr>
          </a:p>
          <a:p>
            <a:r>
              <a:rPr lang="nl-NL" sz="667" b="1">
                <a:latin typeface="+mn-lt"/>
                <a:cs typeface="Arial" panose="020B0604020202020204" pitchFamily="34" charset="0"/>
              </a:rPr>
              <a:t> (rechtsklikken op de slide &gt; indeling)</a:t>
            </a:r>
          </a:p>
        </p:txBody>
      </p:sp>
      <p:sp>
        <p:nvSpPr>
          <p:cNvPr id="56" name="TextBox 36">
            <a:extLst>
              <a:ext uri="{FF2B5EF4-FFF2-40B4-BE49-F238E27FC236}">
                <a16:creationId xmlns:a16="http://schemas.microsoft.com/office/drawing/2014/main" id="{C65E0A94-0AE2-4BF0-94F3-981F51FDAD58}"/>
              </a:ext>
            </a:extLst>
          </p:cNvPr>
          <p:cNvSpPr txBox="1"/>
          <p:nvPr/>
        </p:nvSpPr>
        <p:spPr>
          <a:xfrm>
            <a:off x="9904293" y="4271906"/>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Reset </a:t>
            </a:r>
            <a:r>
              <a:rPr lang="nl-NL" sz="933" b="1" err="1">
                <a:solidFill>
                  <a:schemeClr val="tx2"/>
                </a:solidFill>
                <a:latin typeface="+mn-lt"/>
                <a:cs typeface="Arial" panose="020B0604020202020204" pitchFamily="34" charset="0"/>
              </a:rPr>
              <a:t>layout</a:t>
            </a:r>
            <a:endParaRPr lang="en-US" sz="933" b="1">
              <a:solidFill>
                <a:schemeClr val="tx2"/>
              </a:solidFill>
              <a:latin typeface="+mn-lt"/>
              <a:cs typeface="Arial" panose="020B0604020202020204" pitchFamily="34" charset="0"/>
            </a:endParaRPr>
          </a:p>
        </p:txBody>
      </p:sp>
      <p:cxnSp>
        <p:nvCxnSpPr>
          <p:cNvPr id="57" name="Straight Connector 37">
            <a:extLst>
              <a:ext uri="{FF2B5EF4-FFF2-40B4-BE49-F238E27FC236}">
                <a16:creationId xmlns:a16="http://schemas.microsoft.com/office/drawing/2014/main" id="{31B0A778-7F67-4F32-A787-07E1420116D2}"/>
              </a:ext>
            </a:extLst>
          </p:cNvPr>
          <p:cNvCxnSpPr>
            <a:cxnSpLocks/>
          </p:cNvCxnSpPr>
          <p:nvPr/>
        </p:nvCxnSpPr>
        <p:spPr>
          <a:xfrm>
            <a:off x="9961056" y="4720137"/>
            <a:ext cx="1772145"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A83EF73B-00D5-4305-8A60-F766C7797476}"/>
              </a:ext>
            </a:extLst>
          </p:cNvPr>
          <p:cNvSpPr txBox="1"/>
          <p:nvPr/>
        </p:nvSpPr>
        <p:spPr>
          <a:xfrm>
            <a:off x="665795" y="550549"/>
            <a:ext cx="7584699" cy="451342"/>
          </a:xfrm>
          <a:prstGeom prst="rect">
            <a:avLst/>
          </a:prstGeom>
          <a:noFill/>
        </p:spPr>
        <p:txBody>
          <a:bodyPr wrap="square" lIns="0" tIns="0" rIns="0" bIns="0" rtlCol="0">
            <a:spAutoFit/>
          </a:bodyPr>
          <a:lstStyle/>
          <a:p>
            <a:r>
              <a:rPr lang="nl-NL" sz="2933">
                <a:latin typeface="Arial Rounded MT Bold" panose="020F0704030504030204" pitchFamily="34" charset="0"/>
              </a:rPr>
              <a:t>Gebruik Howest template </a:t>
            </a:r>
            <a:r>
              <a:rPr lang="nl-NL" sz="733">
                <a:latin typeface="Arial Rounded MT Bold" panose="020F0704030504030204" pitchFamily="34" charset="0"/>
              </a:rPr>
              <a:t>versie 1.0</a:t>
            </a:r>
            <a:endParaRPr lang="nl-BE" sz="733">
              <a:latin typeface="Arial Rounded MT Bold" panose="020F0704030504030204" pitchFamily="34" charset="0"/>
            </a:endParaRPr>
          </a:p>
        </p:txBody>
      </p:sp>
      <p:sp>
        <p:nvSpPr>
          <p:cNvPr id="58" name="TextBox 5">
            <a:extLst>
              <a:ext uri="{FF2B5EF4-FFF2-40B4-BE49-F238E27FC236}">
                <a16:creationId xmlns:a16="http://schemas.microsoft.com/office/drawing/2014/main" id="{0EE007A9-4C6B-4E19-8BD5-A5B91873D589}"/>
              </a:ext>
            </a:extLst>
          </p:cNvPr>
          <p:cNvSpPr txBox="1"/>
          <p:nvPr/>
        </p:nvSpPr>
        <p:spPr>
          <a:xfrm>
            <a:off x="4351345"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Tekst niveaus</a:t>
            </a:r>
            <a:endParaRPr lang="en-US" sz="933" b="1">
              <a:solidFill>
                <a:schemeClr val="tx2"/>
              </a:solidFill>
              <a:latin typeface="+mn-lt"/>
              <a:cs typeface="Arial" panose="020B0604020202020204" pitchFamily="34" charset="0"/>
            </a:endParaRPr>
          </a:p>
        </p:txBody>
      </p:sp>
      <p:sp>
        <p:nvSpPr>
          <p:cNvPr id="62" name="TextBox 10">
            <a:extLst>
              <a:ext uri="{FF2B5EF4-FFF2-40B4-BE49-F238E27FC236}">
                <a16:creationId xmlns:a16="http://schemas.microsoft.com/office/drawing/2014/main" id="{31597EE0-D92E-4F12-9898-CE26C4965B73}"/>
              </a:ext>
            </a:extLst>
          </p:cNvPr>
          <p:cNvSpPr txBox="1"/>
          <p:nvPr/>
        </p:nvSpPr>
        <p:spPr>
          <a:xfrm>
            <a:off x="4350311" y="1500550"/>
            <a:ext cx="1844051" cy="297646"/>
          </a:xfrm>
          <a:prstGeom prst="rect">
            <a:avLst/>
          </a:prstGeom>
          <a:noFill/>
        </p:spPr>
        <p:txBody>
          <a:bodyPr wrap="square" rtlCol="0">
            <a:spAutoFit/>
          </a:bodyPr>
          <a:lstStyle/>
          <a:p>
            <a:r>
              <a:rPr lang="nl-BE" sz="667"/>
              <a:t>Titelfont is </a:t>
            </a:r>
            <a:r>
              <a:rPr lang="nl-BE" sz="667" err="1"/>
              <a:t>Arial</a:t>
            </a:r>
            <a:r>
              <a:rPr lang="nl-BE" sz="667"/>
              <a:t> </a:t>
            </a:r>
            <a:r>
              <a:rPr lang="nl-BE" sz="667" err="1"/>
              <a:t>Rounded</a:t>
            </a:r>
            <a:r>
              <a:rPr lang="nl-BE" sz="667"/>
              <a:t> MT </a:t>
            </a:r>
            <a:r>
              <a:rPr lang="nl-BE" sz="667" err="1"/>
              <a:t>Bold</a:t>
            </a:r>
            <a:endParaRPr lang="nl-BE" sz="667"/>
          </a:p>
          <a:p>
            <a:r>
              <a:rPr lang="en-US" sz="667" err="1"/>
              <a:t>Daarnaast</a:t>
            </a:r>
            <a:r>
              <a:rPr lang="en-US" sz="667"/>
              <a:t> </a:t>
            </a:r>
            <a:r>
              <a:rPr lang="en-US" sz="667" err="1"/>
              <a:t>voor</a:t>
            </a:r>
            <a:r>
              <a:rPr lang="en-US" sz="667"/>
              <a:t> </a:t>
            </a:r>
            <a:r>
              <a:rPr lang="en-US" sz="667" err="1"/>
              <a:t>tekst</a:t>
            </a:r>
            <a:r>
              <a:rPr lang="en-US" sz="667"/>
              <a:t> Calibri </a:t>
            </a:r>
            <a:r>
              <a:rPr lang="en-US" sz="667" err="1"/>
              <a:t>gebruiken</a:t>
            </a:r>
            <a:endParaRPr lang="en-US" sz="667"/>
          </a:p>
        </p:txBody>
      </p:sp>
      <p:sp>
        <p:nvSpPr>
          <p:cNvPr id="66" name="TextBox 15">
            <a:extLst>
              <a:ext uri="{FF2B5EF4-FFF2-40B4-BE49-F238E27FC236}">
                <a16:creationId xmlns:a16="http://schemas.microsoft.com/office/drawing/2014/main" id="{B726A7B0-FC55-4FD2-B93B-47F52DFE16C4}"/>
              </a:ext>
            </a:extLst>
          </p:cNvPr>
          <p:cNvSpPr txBox="1"/>
          <p:nvPr/>
        </p:nvSpPr>
        <p:spPr>
          <a:xfrm>
            <a:off x="4341820" y="1968117"/>
            <a:ext cx="917969" cy="194990"/>
          </a:xfrm>
          <a:prstGeom prst="rect">
            <a:avLst/>
          </a:prstGeom>
          <a:noFill/>
        </p:spPr>
        <p:txBody>
          <a:bodyPr wrap="square" rtlCol="0">
            <a:spAutoFit/>
          </a:bodyPr>
          <a:lstStyle/>
          <a:p>
            <a:r>
              <a:rPr lang="nl-NL" sz="667" b="1">
                <a:solidFill>
                  <a:schemeClr val="tx2"/>
                </a:solidFill>
                <a:latin typeface="Arial" panose="020B0604020202020204" pitchFamily="34" charset="0"/>
                <a:cs typeface="Arial" panose="020B0604020202020204" pitchFamily="34" charset="0"/>
              </a:rPr>
              <a:t>Tekstgroottes</a:t>
            </a:r>
            <a:endParaRPr lang="en-US" sz="667" b="1">
              <a:solidFill>
                <a:schemeClr val="tx2"/>
              </a:solidFill>
              <a:latin typeface="Arial" panose="020B0604020202020204" pitchFamily="34" charset="0"/>
              <a:cs typeface="Arial" panose="020B0604020202020204" pitchFamily="34" charset="0"/>
            </a:endParaRPr>
          </a:p>
        </p:txBody>
      </p:sp>
      <p:sp>
        <p:nvSpPr>
          <p:cNvPr id="67" name="TextBox 16">
            <a:extLst>
              <a:ext uri="{FF2B5EF4-FFF2-40B4-BE49-F238E27FC236}">
                <a16:creationId xmlns:a16="http://schemas.microsoft.com/office/drawing/2014/main" id="{B45A2199-B972-4A30-9A14-4D403AB25F33}"/>
              </a:ext>
            </a:extLst>
          </p:cNvPr>
          <p:cNvSpPr txBox="1"/>
          <p:nvPr/>
        </p:nvSpPr>
        <p:spPr>
          <a:xfrm>
            <a:off x="4579340" y="2501377"/>
            <a:ext cx="1236137" cy="194990"/>
          </a:xfrm>
          <a:prstGeom prst="rect">
            <a:avLst/>
          </a:prstGeom>
          <a:noFill/>
        </p:spPr>
        <p:txBody>
          <a:bodyPr wrap="square" rtlCol="0">
            <a:spAutoFit/>
          </a:bodyPr>
          <a:lstStyle/>
          <a:p>
            <a:r>
              <a:rPr lang="nl-NL" sz="667">
                <a:latin typeface="+mj-lt"/>
                <a:cs typeface="Arial" panose="020B0604020202020204" pitchFamily="34" charset="0"/>
              </a:rPr>
              <a:t>Platte tekst (36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68" name="TextBox 17">
            <a:extLst>
              <a:ext uri="{FF2B5EF4-FFF2-40B4-BE49-F238E27FC236}">
                <a16:creationId xmlns:a16="http://schemas.microsoft.com/office/drawing/2014/main" id="{3DCF2DEA-CE41-45EC-9BEC-E689AE264D8C}"/>
              </a:ext>
            </a:extLst>
          </p:cNvPr>
          <p:cNvSpPr txBox="1"/>
          <p:nvPr/>
        </p:nvSpPr>
        <p:spPr>
          <a:xfrm>
            <a:off x="4577558" y="2681270"/>
            <a:ext cx="1236137" cy="194990"/>
          </a:xfrm>
          <a:prstGeom prst="rect">
            <a:avLst/>
          </a:prstGeom>
          <a:noFill/>
        </p:spPr>
        <p:txBody>
          <a:bodyPr wrap="square" rtlCol="0">
            <a:spAutoFit/>
          </a:bodyPr>
          <a:lstStyle/>
          <a:p>
            <a:pPr marL="114306" indent="-114306">
              <a:buFont typeface="Arial" panose="020B0604020202020204" pitchFamily="34" charset="0"/>
              <a:buChar char="•"/>
            </a:pPr>
            <a:r>
              <a:rPr lang="nl-NL" sz="667" err="1">
                <a:latin typeface="+mj-lt"/>
                <a:cs typeface="Arial" panose="020B0604020202020204" pitchFamily="34" charset="0"/>
              </a:rPr>
              <a:t>Bullet</a:t>
            </a:r>
            <a:r>
              <a:rPr lang="nl-NL" sz="667">
                <a:latin typeface="+mj-lt"/>
                <a:cs typeface="Arial" panose="020B0604020202020204" pitchFamily="34" charset="0"/>
              </a:rPr>
              <a:t> (36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69" name="TextBox 18">
            <a:extLst>
              <a:ext uri="{FF2B5EF4-FFF2-40B4-BE49-F238E27FC236}">
                <a16:creationId xmlns:a16="http://schemas.microsoft.com/office/drawing/2014/main" id="{24DD9C80-0A47-4BD6-9C48-115A5ED8F097}"/>
              </a:ext>
            </a:extLst>
          </p:cNvPr>
          <p:cNvSpPr txBox="1"/>
          <p:nvPr/>
        </p:nvSpPr>
        <p:spPr>
          <a:xfrm>
            <a:off x="4635006" y="2881166"/>
            <a:ext cx="1129079" cy="194990"/>
          </a:xfrm>
          <a:prstGeom prst="rect">
            <a:avLst/>
          </a:prstGeom>
          <a:noFill/>
        </p:spPr>
        <p:txBody>
          <a:bodyPr wrap="square" rtlCol="0">
            <a:spAutoFit/>
          </a:bodyPr>
          <a:lstStyle/>
          <a:p>
            <a:pPr marL="240254" lvl="1" indent="-120656">
              <a:buFont typeface="Arial" panose="020B0604020202020204" pitchFamily="34" charset="0"/>
              <a:buChar char="•"/>
            </a:pPr>
            <a:r>
              <a:rPr lang="nl-NL" sz="667">
                <a:latin typeface="+mj-lt"/>
                <a:cs typeface="Arial" panose="020B0604020202020204" pitchFamily="34" charset="0"/>
              </a:rPr>
              <a:t>Sub </a:t>
            </a:r>
            <a:r>
              <a:rPr lang="nl-NL" sz="667" err="1">
                <a:latin typeface="+mj-lt"/>
                <a:cs typeface="Arial" panose="020B0604020202020204" pitchFamily="34" charset="0"/>
              </a:rPr>
              <a:t>Bullet</a:t>
            </a:r>
            <a:r>
              <a:rPr lang="nl-NL" sz="667">
                <a:latin typeface="+mj-lt"/>
                <a:cs typeface="Arial" panose="020B0604020202020204" pitchFamily="34" charset="0"/>
              </a:rPr>
              <a:t> (30 </a:t>
            </a:r>
            <a:r>
              <a:rPr lang="nl-NL" sz="667" err="1">
                <a:latin typeface="+mj-lt"/>
                <a:cs typeface="Arial" panose="020B0604020202020204" pitchFamily="34" charset="0"/>
              </a:rPr>
              <a:t>pt</a:t>
            </a:r>
            <a:r>
              <a:rPr lang="nl-NL" sz="667">
                <a:latin typeface="+mj-lt"/>
                <a:cs typeface="Arial" panose="020B0604020202020204" pitchFamily="34" charset="0"/>
              </a:rPr>
              <a:t>.)</a:t>
            </a:r>
            <a:endParaRPr lang="en-US" sz="667">
              <a:latin typeface="+mj-lt"/>
              <a:cs typeface="Arial" panose="020B0604020202020204" pitchFamily="34" charset="0"/>
            </a:endParaRPr>
          </a:p>
        </p:txBody>
      </p:sp>
      <p:sp>
        <p:nvSpPr>
          <p:cNvPr id="70" name="TextBox 19">
            <a:extLst>
              <a:ext uri="{FF2B5EF4-FFF2-40B4-BE49-F238E27FC236}">
                <a16:creationId xmlns:a16="http://schemas.microsoft.com/office/drawing/2014/main" id="{CAEC4801-5397-41B9-9E72-5DDEA520036D}"/>
              </a:ext>
            </a:extLst>
          </p:cNvPr>
          <p:cNvSpPr txBox="1"/>
          <p:nvPr/>
        </p:nvSpPr>
        <p:spPr>
          <a:xfrm>
            <a:off x="4635006" y="3085450"/>
            <a:ext cx="1129079" cy="194990"/>
          </a:xfrm>
          <a:prstGeom prst="rect">
            <a:avLst/>
          </a:prstGeom>
          <a:noFill/>
        </p:spPr>
        <p:txBody>
          <a:bodyPr wrap="square" rtlCol="0">
            <a:spAutoFit/>
          </a:bodyPr>
          <a:lstStyle/>
          <a:p>
            <a:r>
              <a:rPr lang="nl-NL" sz="667" b="1">
                <a:solidFill>
                  <a:schemeClr val="tx2"/>
                </a:solidFill>
                <a:latin typeface="+mj-lt"/>
                <a:cs typeface="Arial" panose="020B0604020202020204" pitchFamily="34" charset="0"/>
              </a:rPr>
              <a:t>Kopje (24 </a:t>
            </a:r>
            <a:r>
              <a:rPr lang="nl-NL" sz="667" b="1" err="1">
                <a:solidFill>
                  <a:schemeClr val="tx2"/>
                </a:solidFill>
                <a:latin typeface="+mj-lt"/>
                <a:cs typeface="Arial" panose="020B0604020202020204" pitchFamily="34" charset="0"/>
              </a:rPr>
              <a:t>pt</a:t>
            </a:r>
            <a:r>
              <a:rPr lang="nl-NL" sz="667" b="1">
                <a:solidFill>
                  <a:schemeClr val="tx2"/>
                </a:solidFill>
                <a:latin typeface="+mj-lt"/>
                <a:cs typeface="Arial" panose="020B0604020202020204" pitchFamily="34" charset="0"/>
              </a:rPr>
              <a:t>)</a:t>
            </a:r>
            <a:endParaRPr lang="en-US" sz="667" b="1">
              <a:solidFill>
                <a:schemeClr val="tx2"/>
              </a:solidFill>
              <a:latin typeface="+mj-lt"/>
              <a:cs typeface="Arial" panose="020B0604020202020204" pitchFamily="34" charset="0"/>
            </a:endParaRPr>
          </a:p>
        </p:txBody>
      </p:sp>
      <p:sp>
        <p:nvSpPr>
          <p:cNvPr id="71" name="TextBox 20">
            <a:extLst>
              <a:ext uri="{FF2B5EF4-FFF2-40B4-BE49-F238E27FC236}">
                <a16:creationId xmlns:a16="http://schemas.microsoft.com/office/drawing/2014/main" id="{D9D1C5E5-2606-4C2B-AD14-1AC2583A5B60}"/>
              </a:ext>
            </a:extLst>
          </p:cNvPr>
          <p:cNvSpPr txBox="1"/>
          <p:nvPr/>
        </p:nvSpPr>
        <p:spPr>
          <a:xfrm>
            <a:off x="4628179" y="3289980"/>
            <a:ext cx="1129079" cy="194990"/>
          </a:xfrm>
          <a:prstGeom prst="rect">
            <a:avLst/>
          </a:prstGeom>
          <a:noFill/>
        </p:spPr>
        <p:txBody>
          <a:bodyPr wrap="square" rtlCol="0">
            <a:spAutoFit/>
          </a:bodyPr>
          <a:lstStyle/>
          <a:p>
            <a:r>
              <a:rPr lang="nl-NL" sz="667" i="1">
                <a:solidFill>
                  <a:schemeClr val="tx2"/>
                </a:solidFill>
                <a:latin typeface="+mj-lt"/>
                <a:cs typeface="Arial" panose="020B0604020202020204" pitchFamily="34" charset="0"/>
              </a:rPr>
              <a:t>Kopje (16 </a:t>
            </a:r>
            <a:r>
              <a:rPr lang="nl-NL" sz="667" i="1" err="1">
                <a:solidFill>
                  <a:schemeClr val="tx2"/>
                </a:solidFill>
                <a:latin typeface="+mj-lt"/>
                <a:cs typeface="Arial" panose="020B0604020202020204" pitchFamily="34" charset="0"/>
              </a:rPr>
              <a:t>pt</a:t>
            </a:r>
            <a:r>
              <a:rPr lang="nl-NL" sz="667" i="1">
                <a:solidFill>
                  <a:schemeClr val="tx2"/>
                </a:solidFill>
                <a:latin typeface="+mj-lt"/>
                <a:cs typeface="Arial" panose="020B0604020202020204" pitchFamily="34" charset="0"/>
              </a:rPr>
              <a:t>)</a:t>
            </a:r>
            <a:endParaRPr lang="en-US" sz="667" i="1">
              <a:solidFill>
                <a:schemeClr val="tx2"/>
              </a:solidFill>
              <a:latin typeface="+mj-lt"/>
              <a:cs typeface="Arial" panose="020B0604020202020204" pitchFamily="34" charset="0"/>
            </a:endParaRPr>
          </a:p>
        </p:txBody>
      </p:sp>
      <p:grpSp>
        <p:nvGrpSpPr>
          <p:cNvPr id="72" name="Group 21">
            <a:extLst>
              <a:ext uri="{FF2B5EF4-FFF2-40B4-BE49-F238E27FC236}">
                <a16:creationId xmlns:a16="http://schemas.microsoft.com/office/drawing/2014/main" id="{DCA6FBB8-0B5B-4B20-A40A-69E72333338B}"/>
              </a:ext>
            </a:extLst>
          </p:cNvPr>
          <p:cNvGrpSpPr/>
          <p:nvPr/>
        </p:nvGrpSpPr>
        <p:grpSpPr>
          <a:xfrm>
            <a:off x="4406980" y="2487045"/>
            <a:ext cx="192021" cy="215444"/>
            <a:chOff x="12492689" y="2721406"/>
            <a:chExt cx="288032" cy="323165"/>
          </a:xfrm>
          <a:solidFill>
            <a:srgbClr val="44C8F5"/>
          </a:solidFill>
        </p:grpSpPr>
        <p:sp>
          <p:nvSpPr>
            <p:cNvPr id="73" name="Rectangle 22">
              <a:extLst>
                <a:ext uri="{FF2B5EF4-FFF2-40B4-BE49-F238E27FC236}">
                  <a16:creationId xmlns:a16="http://schemas.microsoft.com/office/drawing/2014/main" id="{3303F621-D257-4446-9687-E7B2F2A348BB}"/>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4" name="TextBox 23">
              <a:extLst>
                <a:ext uri="{FF2B5EF4-FFF2-40B4-BE49-F238E27FC236}">
                  <a16:creationId xmlns:a16="http://schemas.microsoft.com/office/drawing/2014/main" id="{638D987B-415A-4A7F-B50E-3D051A5A2279}"/>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1</a:t>
              </a:r>
              <a:endParaRPr lang="en-US" sz="800" b="1">
                <a:solidFill>
                  <a:schemeClr val="tx1"/>
                </a:solidFill>
                <a:latin typeface="Arial" panose="020B0604020202020204" pitchFamily="34" charset="0"/>
                <a:cs typeface="Arial" panose="020B0604020202020204" pitchFamily="34" charset="0"/>
              </a:endParaRPr>
            </a:p>
          </p:txBody>
        </p:sp>
      </p:grpSp>
      <p:grpSp>
        <p:nvGrpSpPr>
          <p:cNvPr id="75" name="Group 24">
            <a:extLst>
              <a:ext uri="{FF2B5EF4-FFF2-40B4-BE49-F238E27FC236}">
                <a16:creationId xmlns:a16="http://schemas.microsoft.com/office/drawing/2014/main" id="{BCA00273-5CEB-457A-B685-1DA8F51D1E49}"/>
              </a:ext>
            </a:extLst>
          </p:cNvPr>
          <p:cNvGrpSpPr/>
          <p:nvPr/>
        </p:nvGrpSpPr>
        <p:grpSpPr>
          <a:xfrm>
            <a:off x="4406589" y="2682942"/>
            <a:ext cx="192021" cy="215444"/>
            <a:chOff x="12492689" y="2721406"/>
            <a:chExt cx="288032" cy="323165"/>
          </a:xfrm>
          <a:solidFill>
            <a:srgbClr val="44C8F5"/>
          </a:solidFill>
        </p:grpSpPr>
        <p:sp>
          <p:nvSpPr>
            <p:cNvPr id="76" name="Rectangle 25">
              <a:extLst>
                <a:ext uri="{FF2B5EF4-FFF2-40B4-BE49-F238E27FC236}">
                  <a16:creationId xmlns:a16="http://schemas.microsoft.com/office/drawing/2014/main" id="{9BE469DF-3E44-4806-BC3E-332EC0E9A62E}"/>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7" name="TextBox 26">
              <a:extLst>
                <a:ext uri="{FF2B5EF4-FFF2-40B4-BE49-F238E27FC236}">
                  <a16:creationId xmlns:a16="http://schemas.microsoft.com/office/drawing/2014/main" id="{FA9897B3-A75D-4D9B-8C4C-11A1188D6182}"/>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2</a:t>
              </a:r>
              <a:endParaRPr lang="en-US" sz="800" b="1">
                <a:solidFill>
                  <a:schemeClr val="tx1"/>
                </a:solidFill>
                <a:latin typeface="Arial" panose="020B0604020202020204" pitchFamily="34" charset="0"/>
                <a:cs typeface="Arial" panose="020B0604020202020204" pitchFamily="34" charset="0"/>
              </a:endParaRPr>
            </a:p>
          </p:txBody>
        </p:sp>
      </p:grpSp>
      <p:grpSp>
        <p:nvGrpSpPr>
          <p:cNvPr id="78" name="Group 27">
            <a:extLst>
              <a:ext uri="{FF2B5EF4-FFF2-40B4-BE49-F238E27FC236}">
                <a16:creationId xmlns:a16="http://schemas.microsoft.com/office/drawing/2014/main" id="{E6820C75-E2AB-4C6C-B67B-ED4C50FDF6F2}"/>
              </a:ext>
            </a:extLst>
          </p:cNvPr>
          <p:cNvGrpSpPr/>
          <p:nvPr/>
        </p:nvGrpSpPr>
        <p:grpSpPr>
          <a:xfrm>
            <a:off x="4406980" y="2881167"/>
            <a:ext cx="192021" cy="215444"/>
            <a:chOff x="12492689" y="2721406"/>
            <a:chExt cx="288032" cy="323165"/>
          </a:xfrm>
          <a:solidFill>
            <a:srgbClr val="44C8F5"/>
          </a:solidFill>
        </p:grpSpPr>
        <p:sp>
          <p:nvSpPr>
            <p:cNvPr id="79" name="Rectangle 28">
              <a:extLst>
                <a:ext uri="{FF2B5EF4-FFF2-40B4-BE49-F238E27FC236}">
                  <a16:creationId xmlns:a16="http://schemas.microsoft.com/office/drawing/2014/main" id="{34F4BD05-AF9E-4547-8D4D-A8FE59DADE92}"/>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0" name="TextBox 29">
              <a:extLst>
                <a:ext uri="{FF2B5EF4-FFF2-40B4-BE49-F238E27FC236}">
                  <a16:creationId xmlns:a16="http://schemas.microsoft.com/office/drawing/2014/main" id="{03C54032-59B5-401F-8867-DAD8B493A21D}"/>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3</a:t>
              </a:r>
              <a:endParaRPr lang="en-US" sz="800" b="1">
                <a:solidFill>
                  <a:schemeClr val="tx1"/>
                </a:solidFill>
                <a:latin typeface="Arial" panose="020B0604020202020204" pitchFamily="34" charset="0"/>
                <a:cs typeface="Arial" panose="020B0604020202020204" pitchFamily="34" charset="0"/>
              </a:endParaRPr>
            </a:p>
          </p:txBody>
        </p:sp>
      </p:grpSp>
      <p:grpSp>
        <p:nvGrpSpPr>
          <p:cNvPr id="81" name="Group 30">
            <a:extLst>
              <a:ext uri="{FF2B5EF4-FFF2-40B4-BE49-F238E27FC236}">
                <a16:creationId xmlns:a16="http://schemas.microsoft.com/office/drawing/2014/main" id="{3B0AE87D-B7D1-4FB1-BB7C-FBCC97F67006}"/>
              </a:ext>
            </a:extLst>
          </p:cNvPr>
          <p:cNvGrpSpPr/>
          <p:nvPr/>
        </p:nvGrpSpPr>
        <p:grpSpPr>
          <a:xfrm>
            <a:off x="4406980" y="3085451"/>
            <a:ext cx="192021" cy="215444"/>
            <a:chOff x="12492689" y="2721406"/>
            <a:chExt cx="288032" cy="323165"/>
          </a:xfrm>
          <a:solidFill>
            <a:srgbClr val="44C8F5"/>
          </a:solidFill>
        </p:grpSpPr>
        <p:sp>
          <p:nvSpPr>
            <p:cNvPr id="82" name="Rectangle 31">
              <a:extLst>
                <a:ext uri="{FF2B5EF4-FFF2-40B4-BE49-F238E27FC236}">
                  <a16:creationId xmlns:a16="http://schemas.microsoft.com/office/drawing/2014/main" id="{AA112DFC-4271-45A6-90DC-18F46981691F}"/>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3" name="TextBox 32">
              <a:extLst>
                <a:ext uri="{FF2B5EF4-FFF2-40B4-BE49-F238E27FC236}">
                  <a16:creationId xmlns:a16="http://schemas.microsoft.com/office/drawing/2014/main" id="{17A947B4-15D0-44C6-8C94-1B9A07B9A4B0}"/>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4</a:t>
              </a:r>
              <a:endParaRPr lang="en-US" sz="800" b="1">
                <a:solidFill>
                  <a:schemeClr val="tx1"/>
                </a:solidFill>
                <a:latin typeface="Arial" panose="020B0604020202020204" pitchFamily="34" charset="0"/>
                <a:cs typeface="Arial" panose="020B0604020202020204" pitchFamily="34" charset="0"/>
              </a:endParaRPr>
            </a:p>
          </p:txBody>
        </p:sp>
      </p:grpSp>
      <p:grpSp>
        <p:nvGrpSpPr>
          <p:cNvPr id="84" name="Group 33">
            <a:extLst>
              <a:ext uri="{FF2B5EF4-FFF2-40B4-BE49-F238E27FC236}">
                <a16:creationId xmlns:a16="http://schemas.microsoft.com/office/drawing/2014/main" id="{44113840-8227-48FF-87BE-83E5BFDBD726}"/>
              </a:ext>
            </a:extLst>
          </p:cNvPr>
          <p:cNvGrpSpPr/>
          <p:nvPr/>
        </p:nvGrpSpPr>
        <p:grpSpPr>
          <a:xfrm>
            <a:off x="4405440" y="3286110"/>
            <a:ext cx="192021" cy="215444"/>
            <a:chOff x="12492689" y="2721406"/>
            <a:chExt cx="288032" cy="323165"/>
          </a:xfrm>
          <a:solidFill>
            <a:srgbClr val="44C8F5"/>
          </a:solidFill>
        </p:grpSpPr>
        <p:sp>
          <p:nvSpPr>
            <p:cNvPr id="85" name="Rectangle 34">
              <a:extLst>
                <a:ext uri="{FF2B5EF4-FFF2-40B4-BE49-F238E27FC236}">
                  <a16:creationId xmlns:a16="http://schemas.microsoft.com/office/drawing/2014/main" id="{450D1A45-ABC5-4E22-9AF4-620CE759ADC0}"/>
                </a:ext>
              </a:extLst>
            </p:cNvPr>
            <p:cNvSpPr/>
            <p:nvPr/>
          </p:nvSpPr>
          <p:spPr>
            <a:xfrm>
              <a:off x="12507842" y="2721406"/>
              <a:ext cx="252028" cy="2520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86" name="TextBox 35">
              <a:extLst>
                <a:ext uri="{FF2B5EF4-FFF2-40B4-BE49-F238E27FC236}">
                  <a16:creationId xmlns:a16="http://schemas.microsoft.com/office/drawing/2014/main" id="{3F564AFC-0F26-4E76-8D99-F528D3C426BA}"/>
                </a:ext>
              </a:extLst>
            </p:cNvPr>
            <p:cNvSpPr txBox="1"/>
            <p:nvPr/>
          </p:nvSpPr>
          <p:spPr>
            <a:xfrm>
              <a:off x="12492689" y="2721406"/>
              <a:ext cx="288032" cy="323165"/>
            </a:xfrm>
            <a:prstGeom prst="rect">
              <a:avLst/>
            </a:prstGeom>
            <a:grpFill/>
          </p:spPr>
          <p:txBody>
            <a:bodyPr wrap="square" rtlCol="0">
              <a:spAutoFit/>
            </a:bodyPr>
            <a:lstStyle/>
            <a:p>
              <a:r>
                <a:rPr lang="nl-NL" sz="800" b="1">
                  <a:solidFill>
                    <a:schemeClr val="tx1"/>
                  </a:solidFill>
                  <a:latin typeface="Arial" panose="020B0604020202020204" pitchFamily="34" charset="0"/>
                  <a:cs typeface="Arial" panose="020B0604020202020204" pitchFamily="34" charset="0"/>
                </a:rPr>
                <a:t>5</a:t>
              </a:r>
              <a:endParaRPr lang="en-US" sz="800" b="1">
                <a:solidFill>
                  <a:schemeClr val="tx1"/>
                </a:solidFill>
                <a:latin typeface="Arial" panose="020B0604020202020204" pitchFamily="34" charset="0"/>
                <a:cs typeface="Arial" panose="020B0604020202020204" pitchFamily="34" charset="0"/>
              </a:endParaRPr>
            </a:p>
          </p:txBody>
        </p:sp>
      </p:grpSp>
      <p:sp>
        <p:nvSpPr>
          <p:cNvPr id="87" name="TextBox 36">
            <a:extLst>
              <a:ext uri="{FF2B5EF4-FFF2-40B4-BE49-F238E27FC236}">
                <a16:creationId xmlns:a16="http://schemas.microsoft.com/office/drawing/2014/main" id="{AA2F5529-00E8-4650-ABAF-4A6F7DD9C9DB}"/>
              </a:ext>
            </a:extLst>
          </p:cNvPr>
          <p:cNvSpPr txBox="1"/>
          <p:nvPr/>
        </p:nvSpPr>
        <p:spPr>
          <a:xfrm>
            <a:off x="6200269" y="240612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Kaart aanpassen</a:t>
            </a:r>
            <a:endParaRPr lang="en-US" sz="933" b="1">
              <a:solidFill>
                <a:schemeClr val="tx2"/>
              </a:solidFill>
              <a:latin typeface="+mn-lt"/>
              <a:cs typeface="Arial" panose="020B0604020202020204" pitchFamily="34" charset="0"/>
            </a:endParaRPr>
          </a:p>
        </p:txBody>
      </p:sp>
      <p:sp>
        <p:nvSpPr>
          <p:cNvPr id="89" name="TextBox 38">
            <a:extLst>
              <a:ext uri="{FF2B5EF4-FFF2-40B4-BE49-F238E27FC236}">
                <a16:creationId xmlns:a16="http://schemas.microsoft.com/office/drawing/2014/main" id="{EA78FF7D-82BB-436C-B986-A5CE702A00A3}"/>
              </a:ext>
            </a:extLst>
          </p:cNvPr>
          <p:cNvSpPr txBox="1"/>
          <p:nvPr/>
        </p:nvSpPr>
        <p:spPr>
          <a:xfrm>
            <a:off x="6206840" y="2899843"/>
            <a:ext cx="1847115" cy="605615"/>
          </a:xfrm>
          <a:prstGeom prst="rect">
            <a:avLst/>
          </a:prstGeom>
          <a:noFill/>
        </p:spPr>
        <p:txBody>
          <a:bodyPr wrap="square" rtlCol="0">
            <a:spAutoFit/>
          </a:bodyPr>
          <a:lstStyle/>
          <a:p>
            <a:r>
              <a:rPr lang="nl-NL" sz="667">
                <a:latin typeface="+mn-lt"/>
                <a:cs typeface="Arial" panose="020B0604020202020204" pitchFamily="34" charset="0"/>
              </a:rPr>
              <a:t>Selecteer eerst de kaart en vervolgens het deel dat je wenst te kleuren. Klik naast de kaart om deze weer te verlaten.</a:t>
            </a:r>
          </a:p>
          <a:p>
            <a:endParaRPr lang="nl-NL" sz="667">
              <a:latin typeface="+mn-lt"/>
              <a:cs typeface="Arial" panose="020B0604020202020204" pitchFamily="34" charset="0"/>
            </a:endParaRPr>
          </a:p>
          <a:p>
            <a:r>
              <a:rPr lang="nl-NL" sz="667">
                <a:latin typeface="+mn-lt"/>
                <a:cs typeface="Arial" panose="020B0604020202020204" pitchFamily="34" charset="0"/>
              </a:rPr>
              <a:t>Copier de </a:t>
            </a:r>
            <a:r>
              <a:rPr lang="nl-NL" sz="667" err="1">
                <a:latin typeface="+mn-lt"/>
                <a:cs typeface="Arial" panose="020B0604020202020204" pitchFamily="34" charset="0"/>
              </a:rPr>
              <a:t>pushpin</a:t>
            </a:r>
            <a:r>
              <a:rPr lang="nl-NL" sz="667">
                <a:latin typeface="+mn-lt"/>
                <a:cs typeface="Arial" panose="020B0604020202020204" pitchFamily="34" charset="0"/>
              </a:rPr>
              <a:t> waar nodig.</a:t>
            </a:r>
          </a:p>
        </p:txBody>
      </p:sp>
      <p:sp>
        <p:nvSpPr>
          <p:cNvPr id="90" name="TextBox 36">
            <a:extLst>
              <a:ext uri="{FF2B5EF4-FFF2-40B4-BE49-F238E27FC236}">
                <a16:creationId xmlns:a16="http://schemas.microsoft.com/office/drawing/2014/main" id="{6DBAA09B-77BC-46DD-9C2D-C9B2FF1BDD67}"/>
              </a:ext>
            </a:extLst>
          </p:cNvPr>
          <p:cNvSpPr txBox="1"/>
          <p:nvPr/>
        </p:nvSpPr>
        <p:spPr>
          <a:xfrm>
            <a:off x="8057476" y="4260374"/>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Grafieken aanpassen</a:t>
            </a:r>
            <a:endParaRPr lang="en-US" sz="933" b="1">
              <a:solidFill>
                <a:schemeClr val="tx2"/>
              </a:solidFill>
              <a:latin typeface="+mn-lt"/>
              <a:cs typeface="Arial" panose="020B0604020202020204" pitchFamily="34" charset="0"/>
            </a:endParaRPr>
          </a:p>
        </p:txBody>
      </p:sp>
      <p:sp>
        <p:nvSpPr>
          <p:cNvPr id="92" name="TextBox 38">
            <a:extLst>
              <a:ext uri="{FF2B5EF4-FFF2-40B4-BE49-F238E27FC236}">
                <a16:creationId xmlns:a16="http://schemas.microsoft.com/office/drawing/2014/main" id="{3A1EC23F-6179-4B7D-99C6-F692362999F2}"/>
              </a:ext>
            </a:extLst>
          </p:cNvPr>
          <p:cNvSpPr txBox="1"/>
          <p:nvPr/>
        </p:nvSpPr>
        <p:spPr>
          <a:xfrm>
            <a:off x="8054023" y="4760657"/>
            <a:ext cx="1847114" cy="1016240"/>
          </a:xfrm>
          <a:prstGeom prst="rect">
            <a:avLst/>
          </a:prstGeom>
          <a:noFill/>
        </p:spPr>
        <p:txBody>
          <a:bodyPr wrap="square" rtlCol="0">
            <a:spAutoFit/>
          </a:bodyPr>
          <a:lstStyle/>
          <a:p>
            <a:r>
              <a:rPr lang="nl-NL" sz="667">
                <a:latin typeface="+mn-lt"/>
                <a:cs typeface="Arial" panose="020B0604020202020204" pitchFamily="34" charset="0"/>
              </a:rPr>
              <a:t>Klik rechts op de grafiek en kies voor:</a:t>
            </a:r>
          </a:p>
          <a:p>
            <a:endParaRPr lang="nl-NL" sz="667">
              <a:latin typeface="+mn-lt"/>
              <a:cs typeface="Arial" panose="020B0604020202020204" pitchFamily="34" charset="0"/>
            </a:endParaRPr>
          </a:p>
          <a:p>
            <a:endParaRPr lang="nl-NL" sz="667">
              <a:latin typeface="+mn-lt"/>
              <a:cs typeface="Arial" panose="020B0604020202020204" pitchFamily="34" charset="0"/>
            </a:endParaRPr>
          </a:p>
          <a:p>
            <a:endParaRPr lang="nl-NL" sz="667">
              <a:latin typeface="+mn-lt"/>
              <a:cs typeface="Arial" panose="020B0604020202020204" pitchFamily="34" charset="0"/>
            </a:endParaRPr>
          </a:p>
          <a:p>
            <a:endParaRPr lang="nl-NL" sz="667">
              <a:latin typeface="+mn-lt"/>
              <a:cs typeface="Arial" panose="020B0604020202020204" pitchFamily="34" charset="0"/>
            </a:endParaRPr>
          </a:p>
          <a:p>
            <a:r>
              <a:rPr lang="nl-NL" sz="667">
                <a:latin typeface="+mn-lt"/>
                <a:cs typeface="Arial" panose="020B0604020202020204" pitchFamily="34" charset="0"/>
              </a:rPr>
              <a:t>Kies steeds voor voldoende duidelijke kleuren in de grafieken. Eventueel kies je voor een patroonopvulling (via rechtsklik &gt; vorm opmaken) </a:t>
            </a:r>
          </a:p>
        </p:txBody>
      </p:sp>
      <p:pic>
        <p:nvPicPr>
          <p:cNvPr id="93" name="chart">
            <a:extLst>
              <a:ext uri="{FF2B5EF4-FFF2-40B4-BE49-F238E27FC236}">
                <a16:creationId xmlns:a16="http://schemas.microsoft.com/office/drawing/2014/main" id="{A2A04AF4-78CB-4D09-A7E2-599E51065672}"/>
              </a:ext>
            </a:extLst>
          </p:cNvPr>
          <p:cNvPicPr>
            <a:picLocks noChangeAspect="1"/>
          </p:cNvPicPr>
          <p:nvPr/>
        </p:nvPicPr>
        <p:blipFill rotWithShape="1">
          <a:blip r:embed="rId7" cstate="email">
            <a:extLst>
              <a:ext uri="{28A0092B-C50C-407E-A947-70E740481C1C}">
                <a14:useLocalDpi xmlns:a14="http://schemas.microsoft.com/office/drawing/2010/main" val="0"/>
              </a:ext>
            </a:extLst>
          </a:blip>
          <a:srcRect/>
          <a:stretch/>
        </p:blipFill>
        <p:spPr>
          <a:xfrm>
            <a:off x="8547627" y="4971614"/>
            <a:ext cx="896747" cy="164873"/>
          </a:xfrm>
          <a:prstGeom prst="rect">
            <a:avLst/>
          </a:prstGeom>
        </p:spPr>
      </p:pic>
      <p:sp>
        <p:nvSpPr>
          <p:cNvPr id="94" name="TextBox 36">
            <a:extLst>
              <a:ext uri="{FF2B5EF4-FFF2-40B4-BE49-F238E27FC236}">
                <a16:creationId xmlns:a16="http://schemas.microsoft.com/office/drawing/2014/main" id="{4F7CAB68-4C68-4C04-91CF-D69844A9EAC1}"/>
              </a:ext>
            </a:extLst>
          </p:cNvPr>
          <p:cNvSpPr txBox="1"/>
          <p:nvPr/>
        </p:nvSpPr>
        <p:spPr>
          <a:xfrm>
            <a:off x="9904525" y="3358883"/>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Vragen of hulp</a:t>
            </a:r>
            <a:endParaRPr lang="en-US" sz="933" b="1">
              <a:solidFill>
                <a:schemeClr val="tx2"/>
              </a:solidFill>
              <a:latin typeface="+mn-lt"/>
              <a:cs typeface="Arial" panose="020B0604020202020204" pitchFamily="34" charset="0"/>
            </a:endParaRPr>
          </a:p>
        </p:txBody>
      </p:sp>
      <p:sp>
        <p:nvSpPr>
          <p:cNvPr id="96" name="TextBox 38">
            <a:extLst>
              <a:ext uri="{FF2B5EF4-FFF2-40B4-BE49-F238E27FC236}">
                <a16:creationId xmlns:a16="http://schemas.microsoft.com/office/drawing/2014/main" id="{6D7CAE6B-E18B-4842-93CE-2304F8AB88F4}"/>
              </a:ext>
            </a:extLst>
          </p:cNvPr>
          <p:cNvSpPr txBox="1"/>
          <p:nvPr/>
        </p:nvSpPr>
        <p:spPr>
          <a:xfrm>
            <a:off x="9910874" y="3838076"/>
            <a:ext cx="1833450" cy="297646"/>
          </a:xfrm>
          <a:prstGeom prst="rect">
            <a:avLst/>
          </a:prstGeom>
          <a:noFill/>
        </p:spPr>
        <p:txBody>
          <a:bodyPr wrap="square" rtlCol="0">
            <a:spAutoFit/>
          </a:bodyPr>
          <a:lstStyle/>
          <a:p>
            <a:r>
              <a:rPr lang="nl-NL" sz="667">
                <a:latin typeface="+mn-lt"/>
                <a:cs typeface="Arial" panose="020B0604020202020204" pitchFamily="34" charset="0"/>
              </a:rPr>
              <a:t>Contacteer de dienst communicatie of </a:t>
            </a:r>
            <a:r>
              <a:rPr lang="nl-NL" sz="667">
                <a:latin typeface="+mn-lt"/>
                <a:cs typeface="Arial" panose="020B0604020202020204" pitchFamily="34" charset="0"/>
                <a:hlinkClick r:id="rId8"/>
              </a:rPr>
              <a:t>regis.le.roy@howest.be</a:t>
            </a:r>
            <a:r>
              <a:rPr lang="nl-NL" sz="667">
                <a:latin typeface="+mn-lt"/>
                <a:cs typeface="Arial" panose="020B0604020202020204" pitchFamily="34" charset="0"/>
              </a:rPr>
              <a:t> </a:t>
            </a:r>
          </a:p>
        </p:txBody>
      </p:sp>
      <p:sp>
        <p:nvSpPr>
          <p:cNvPr id="97" name="TextBox 36">
            <a:extLst>
              <a:ext uri="{FF2B5EF4-FFF2-40B4-BE49-F238E27FC236}">
                <a16:creationId xmlns:a16="http://schemas.microsoft.com/office/drawing/2014/main" id="{1C8AE7A2-7D59-4B12-8827-31714EDA2018}"/>
              </a:ext>
            </a:extLst>
          </p:cNvPr>
          <p:cNvSpPr txBox="1"/>
          <p:nvPr/>
        </p:nvSpPr>
        <p:spPr>
          <a:xfrm>
            <a:off x="8062705" y="1020220"/>
            <a:ext cx="1584176" cy="235898"/>
          </a:xfrm>
          <a:prstGeom prst="rect">
            <a:avLst/>
          </a:prstGeom>
          <a:noFill/>
        </p:spPr>
        <p:txBody>
          <a:bodyPr wrap="square" rtlCol="0">
            <a:spAutoFit/>
          </a:bodyPr>
          <a:lstStyle/>
          <a:p>
            <a:r>
              <a:rPr lang="nl-NL" sz="933" b="1" err="1">
                <a:solidFill>
                  <a:schemeClr val="tx2"/>
                </a:solidFill>
                <a:latin typeface="+mn-lt"/>
                <a:cs typeface="Arial" panose="020B0604020202020204" pitchFamily="34" charset="0"/>
              </a:rPr>
              <a:t>SmartArt</a:t>
            </a:r>
            <a:r>
              <a:rPr lang="nl-NL" sz="933" b="1">
                <a:solidFill>
                  <a:schemeClr val="tx2"/>
                </a:solidFill>
                <a:latin typeface="+mn-lt"/>
                <a:cs typeface="Arial" panose="020B0604020202020204" pitchFamily="34" charset="0"/>
              </a:rPr>
              <a:t> aanpassen</a:t>
            </a:r>
            <a:endParaRPr lang="en-US" sz="933" b="1">
              <a:solidFill>
                <a:schemeClr val="tx2"/>
              </a:solidFill>
              <a:latin typeface="+mn-lt"/>
              <a:cs typeface="Arial" panose="020B0604020202020204" pitchFamily="34" charset="0"/>
            </a:endParaRPr>
          </a:p>
        </p:txBody>
      </p:sp>
      <p:sp>
        <p:nvSpPr>
          <p:cNvPr id="99" name="TextBox 38">
            <a:extLst>
              <a:ext uri="{FF2B5EF4-FFF2-40B4-BE49-F238E27FC236}">
                <a16:creationId xmlns:a16="http://schemas.microsoft.com/office/drawing/2014/main" id="{4BCF1475-8589-479C-9632-7EAB42D84812}"/>
              </a:ext>
            </a:extLst>
          </p:cNvPr>
          <p:cNvSpPr txBox="1"/>
          <p:nvPr/>
        </p:nvSpPr>
        <p:spPr>
          <a:xfrm>
            <a:off x="8056069" y="1500551"/>
            <a:ext cx="1847115" cy="810928"/>
          </a:xfrm>
          <a:prstGeom prst="rect">
            <a:avLst/>
          </a:prstGeom>
          <a:noFill/>
        </p:spPr>
        <p:txBody>
          <a:bodyPr wrap="square" rtlCol="0">
            <a:spAutoFit/>
          </a:bodyPr>
          <a:lstStyle/>
          <a:p>
            <a:r>
              <a:rPr lang="nl-NL" sz="667">
                <a:latin typeface="+mn-lt"/>
                <a:cs typeface="Arial" panose="020B0604020202020204" pitchFamily="34" charset="0"/>
              </a:rPr>
              <a:t>Copier de </a:t>
            </a:r>
            <a:r>
              <a:rPr lang="nl-NL" sz="667" err="1">
                <a:latin typeface="+mn-lt"/>
                <a:cs typeface="Arial" panose="020B0604020202020204" pitchFamily="34" charset="0"/>
              </a:rPr>
              <a:t>smartart</a:t>
            </a:r>
            <a:r>
              <a:rPr lang="nl-NL" sz="667">
                <a:latin typeface="+mn-lt"/>
                <a:cs typeface="Arial" panose="020B0604020202020204" pitchFamily="34" charset="0"/>
              </a:rPr>
              <a:t> naar de template je slide.</a:t>
            </a:r>
          </a:p>
          <a:p>
            <a:endParaRPr lang="nl-NL" sz="667">
              <a:latin typeface="+mn-lt"/>
              <a:cs typeface="Arial" panose="020B0604020202020204" pitchFamily="34" charset="0"/>
            </a:endParaRPr>
          </a:p>
          <a:p>
            <a:r>
              <a:rPr lang="nl-NL" sz="667">
                <a:latin typeface="+mn-lt"/>
                <a:cs typeface="Arial" panose="020B0604020202020204" pitchFamily="34" charset="0"/>
              </a:rPr>
              <a:t>Klik op het pijltje in het midden-links, en voer de juiste gegevens in. Indien je ver der wilt aanpassen maar de smart Art laat het niet toe, klik rechts en kies voor converteren naar vormen </a:t>
            </a:r>
          </a:p>
        </p:txBody>
      </p:sp>
      <p:sp>
        <p:nvSpPr>
          <p:cNvPr id="113" name="TextBox 38">
            <a:extLst>
              <a:ext uri="{FF2B5EF4-FFF2-40B4-BE49-F238E27FC236}">
                <a16:creationId xmlns:a16="http://schemas.microsoft.com/office/drawing/2014/main" id="{850E5F4D-E92E-4DFD-BF6D-D0EC3EA4592A}"/>
              </a:ext>
            </a:extLst>
          </p:cNvPr>
          <p:cNvSpPr txBox="1"/>
          <p:nvPr/>
        </p:nvSpPr>
        <p:spPr>
          <a:xfrm>
            <a:off x="9904525" y="2439772"/>
            <a:ext cx="1839800" cy="502958"/>
          </a:xfrm>
          <a:prstGeom prst="rect">
            <a:avLst/>
          </a:prstGeom>
          <a:noFill/>
        </p:spPr>
        <p:txBody>
          <a:bodyPr wrap="square" rtlCol="0">
            <a:spAutoFit/>
          </a:bodyPr>
          <a:lstStyle/>
          <a:p>
            <a:r>
              <a:rPr lang="nl-BE" sz="667">
                <a:latin typeface="+mn-lt"/>
                <a:cs typeface="Arial" panose="020B0604020202020204" pitchFamily="34" charset="0"/>
              </a:rPr>
              <a:t>Gelieve steeds de laatste versie af te halen van dit bestand! Via het intranet op </a:t>
            </a:r>
          </a:p>
          <a:p>
            <a:r>
              <a:rPr lang="nl-BE" sz="667">
                <a:latin typeface="+mn-lt"/>
                <a:cs typeface="Arial" panose="020B0604020202020204" pitchFamily="34" charset="0"/>
                <a:hlinkClick r:id="rId9"/>
              </a:rPr>
              <a:t>https://start.howest.be/StrategieCommunicatie/Communicatie</a:t>
            </a:r>
            <a:endParaRPr lang="nl-BE" sz="667">
              <a:latin typeface="+mn-lt"/>
              <a:cs typeface="Arial" panose="020B0604020202020204" pitchFamily="34" charset="0"/>
            </a:endParaRPr>
          </a:p>
        </p:txBody>
      </p:sp>
      <p:sp>
        <p:nvSpPr>
          <p:cNvPr id="114" name="TextBox 36">
            <a:extLst>
              <a:ext uri="{FF2B5EF4-FFF2-40B4-BE49-F238E27FC236}">
                <a16:creationId xmlns:a16="http://schemas.microsoft.com/office/drawing/2014/main" id="{8B38AB47-D7F6-43A9-82FC-26DB1C7F11F0}"/>
              </a:ext>
            </a:extLst>
          </p:cNvPr>
          <p:cNvSpPr txBox="1"/>
          <p:nvPr/>
        </p:nvSpPr>
        <p:spPr>
          <a:xfrm>
            <a:off x="9904525" y="196799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Over deze template</a:t>
            </a:r>
            <a:endParaRPr lang="en-US" sz="933" b="1">
              <a:solidFill>
                <a:schemeClr val="tx2"/>
              </a:solidFill>
              <a:latin typeface="+mn-lt"/>
              <a:cs typeface="Arial" panose="020B0604020202020204" pitchFamily="34" charset="0"/>
            </a:endParaRPr>
          </a:p>
        </p:txBody>
      </p:sp>
      <p:sp>
        <p:nvSpPr>
          <p:cNvPr id="116" name="TextBox 36">
            <a:extLst>
              <a:ext uri="{FF2B5EF4-FFF2-40B4-BE49-F238E27FC236}">
                <a16:creationId xmlns:a16="http://schemas.microsoft.com/office/drawing/2014/main" id="{DE98C9ED-DA0E-4489-AFB6-87BCD764E8A7}"/>
              </a:ext>
            </a:extLst>
          </p:cNvPr>
          <p:cNvSpPr txBox="1"/>
          <p:nvPr/>
        </p:nvSpPr>
        <p:spPr>
          <a:xfrm>
            <a:off x="6194815" y="3800271"/>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Kleuren</a:t>
            </a:r>
            <a:endParaRPr lang="en-US" sz="933" b="1">
              <a:solidFill>
                <a:schemeClr val="tx2"/>
              </a:solidFill>
              <a:latin typeface="+mn-lt"/>
              <a:cs typeface="Arial" panose="020B0604020202020204" pitchFamily="34" charset="0"/>
            </a:endParaRPr>
          </a:p>
        </p:txBody>
      </p:sp>
      <p:cxnSp>
        <p:nvCxnSpPr>
          <p:cNvPr id="117" name="Straight Connector 37">
            <a:extLst>
              <a:ext uri="{FF2B5EF4-FFF2-40B4-BE49-F238E27FC236}">
                <a16:creationId xmlns:a16="http://schemas.microsoft.com/office/drawing/2014/main" id="{3EED5409-45F2-4D7E-8B14-5980F8596974}"/>
              </a:ext>
            </a:extLst>
          </p:cNvPr>
          <p:cNvCxnSpPr>
            <a:cxnSpLocks/>
          </p:cNvCxnSpPr>
          <p:nvPr/>
        </p:nvCxnSpPr>
        <p:spPr>
          <a:xfrm>
            <a:off x="6263344" y="4248921"/>
            <a:ext cx="1775563"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grpSp>
        <p:nvGrpSpPr>
          <p:cNvPr id="119" name="Groep 118">
            <a:extLst>
              <a:ext uri="{FF2B5EF4-FFF2-40B4-BE49-F238E27FC236}">
                <a16:creationId xmlns:a16="http://schemas.microsoft.com/office/drawing/2014/main" id="{A8B5B5E1-95C0-4AEC-B273-7921DC462D82}"/>
              </a:ext>
            </a:extLst>
          </p:cNvPr>
          <p:cNvGrpSpPr/>
          <p:nvPr/>
        </p:nvGrpSpPr>
        <p:grpSpPr>
          <a:xfrm>
            <a:off x="6268338" y="4284273"/>
            <a:ext cx="1247378" cy="1221553"/>
            <a:chOff x="15665503" y="2139926"/>
            <a:chExt cx="1871067" cy="1832330"/>
          </a:xfrm>
        </p:grpSpPr>
        <p:sp>
          <p:nvSpPr>
            <p:cNvPr id="103" name="Rechthoek 102">
              <a:extLst>
                <a:ext uri="{FF2B5EF4-FFF2-40B4-BE49-F238E27FC236}">
                  <a16:creationId xmlns:a16="http://schemas.microsoft.com/office/drawing/2014/main" id="{04E0274B-4A23-4599-8B39-A2CDABB5ECA3}"/>
                </a:ext>
              </a:extLst>
            </p:cNvPr>
            <p:cNvSpPr/>
            <p:nvPr/>
          </p:nvSpPr>
          <p:spPr>
            <a:xfrm>
              <a:off x="15665506" y="2356874"/>
              <a:ext cx="142875" cy="142875"/>
            </a:xfrm>
            <a:prstGeom prst="rect">
              <a:avLst/>
            </a:prstGeom>
            <a:solidFill>
              <a:srgbClr val="44C8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4" name="Rechthoek 103">
              <a:extLst>
                <a:ext uri="{FF2B5EF4-FFF2-40B4-BE49-F238E27FC236}">
                  <a16:creationId xmlns:a16="http://schemas.microsoft.com/office/drawing/2014/main" id="{E1C80EC1-5F77-4E24-97DC-457FB1A14657}"/>
                </a:ext>
              </a:extLst>
            </p:cNvPr>
            <p:cNvSpPr/>
            <p:nvPr/>
          </p:nvSpPr>
          <p:spPr>
            <a:xfrm>
              <a:off x="15665505" y="2658102"/>
              <a:ext cx="142875" cy="1428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5" name="Rechthoek 104">
              <a:extLst>
                <a:ext uri="{FF2B5EF4-FFF2-40B4-BE49-F238E27FC236}">
                  <a16:creationId xmlns:a16="http://schemas.microsoft.com/office/drawing/2014/main" id="{032FF1D0-E9B8-496A-AD2B-856323BFB5F3}"/>
                </a:ext>
              </a:extLst>
            </p:cNvPr>
            <p:cNvSpPr/>
            <p:nvPr/>
          </p:nvSpPr>
          <p:spPr>
            <a:xfrm>
              <a:off x="15665505" y="2959330"/>
              <a:ext cx="142875" cy="14287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6" name="Rechthoek 105">
              <a:extLst>
                <a:ext uri="{FF2B5EF4-FFF2-40B4-BE49-F238E27FC236}">
                  <a16:creationId xmlns:a16="http://schemas.microsoft.com/office/drawing/2014/main" id="{7F705A8C-EA5F-4F41-AD15-B86434C8BD00}"/>
                </a:ext>
              </a:extLst>
            </p:cNvPr>
            <p:cNvSpPr/>
            <p:nvPr/>
          </p:nvSpPr>
          <p:spPr>
            <a:xfrm>
              <a:off x="15665504" y="3260558"/>
              <a:ext cx="142875" cy="142875"/>
            </a:xfrm>
            <a:prstGeom prst="rect">
              <a:avLst/>
            </a:prstGeom>
            <a:solidFill>
              <a:srgbClr val="EC008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07" name="Rechthoek 106">
              <a:extLst>
                <a:ext uri="{FF2B5EF4-FFF2-40B4-BE49-F238E27FC236}">
                  <a16:creationId xmlns:a16="http://schemas.microsoft.com/office/drawing/2014/main" id="{A0474411-4E19-4BC3-8560-FCFC981AB516}"/>
                </a:ext>
              </a:extLst>
            </p:cNvPr>
            <p:cNvSpPr/>
            <p:nvPr/>
          </p:nvSpPr>
          <p:spPr>
            <a:xfrm>
              <a:off x="15665503" y="3561785"/>
              <a:ext cx="142875" cy="142875"/>
            </a:xfrm>
            <a:prstGeom prst="rect">
              <a:avLst/>
            </a:prstGeom>
            <a:solidFill>
              <a:srgbClr val="FFF2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solidFill>
                  <a:srgbClr val="44C8F5"/>
                </a:solidFill>
              </a:endParaRPr>
            </a:p>
          </p:txBody>
        </p:sp>
        <p:sp>
          <p:nvSpPr>
            <p:cNvPr id="118" name="TextBox 38">
              <a:extLst>
                <a:ext uri="{FF2B5EF4-FFF2-40B4-BE49-F238E27FC236}">
                  <a16:creationId xmlns:a16="http://schemas.microsoft.com/office/drawing/2014/main" id="{287A7DDB-E8BB-46B2-9EC3-C6D16541431F}"/>
                </a:ext>
              </a:extLst>
            </p:cNvPr>
            <p:cNvSpPr txBox="1"/>
            <p:nvPr/>
          </p:nvSpPr>
          <p:spPr>
            <a:xfrm>
              <a:off x="15808378" y="2139926"/>
              <a:ext cx="1728192" cy="1832330"/>
            </a:xfrm>
            <a:prstGeom prst="rect">
              <a:avLst/>
            </a:prstGeom>
            <a:noFill/>
          </p:spPr>
          <p:txBody>
            <a:bodyPr wrap="square" rtlCol="0">
              <a:spAutoFit/>
            </a:bodyPr>
            <a:lstStyle/>
            <a:p>
              <a:pPr marL="0" indent="0" algn="l">
                <a:buFontTx/>
                <a:buNone/>
              </a:pPr>
              <a:r>
                <a:rPr lang="en-US" sz="667"/>
                <a:t>H</a:t>
              </a:r>
              <a:r>
                <a:rPr lang="nl-BE" sz="667" err="1"/>
                <a:t>oofdkleur</a:t>
              </a:r>
              <a:endParaRPr lang="nl-BE" sz="667"/>
            </a:p>
            <a:p>
              <a:pPr marL="0" indent="0" algn="l">
                <a:buFontTx/>
                <a:buNone/>
              </a:pPr>
              <a:r>
                <a:rPr lang="nl-BE" sz="667"/>
                <a:t>Blauw (RGB: 68,200,245)</a:t>
              </a:r>
            </a:p>
            <a:p>
              <a:pPr marL="0" indent="0">
                <a:buFontTx/>
                <a:buNone/>
              </a:pPr>
              <a:r>
                <a:rPr lang="en-US" sz="667"/>
                <a:t>1</a:t>
              </a:r>
              <a:r>
                <a:rPr lang="en-US" sz="667" baseline="30000"/>
                <a:t>ste </a:t>
              </a:r>
              <a:r>
                <a:rPr lang="nl-BE" sz="667"/>
                <a:t> Tekstkleur </a:t>
              </a:r>
            </a:p>
            <a:p>
              <a:pPr marL="0" indent="0">
                <a:buFontTx/>
                <a:buNone/>
              </a:pPr>
              <a:r>
                <a:rPr lang="nl-BE" sz="667"/>
                <a:t>Wit (RGB:255,255,255)</a:t>
              </a:r>
            </a:p>
            <a:p>
              <a:pPr marL="0" indent="0">
                <a:buFontTx/>
                <a:buNone/>
              </a:pPr>
              <a:r>
                <a:rPr lang="en-US" sz="667"/>
                <a:t>2</a:t>
              </a:r>
              <a:r>
                <a:rPr lang="en-US" sz="667" baseline="30000"/>
                <a:t>de</a:t>
              </a:r>
              <a:r>
                <a:rPr lang="en-US" sz="667"/>
                <a:t>   </a:t>
              </a:r>
              <a:r>
                <a:rPr lang="en-US" sz="667" err="1"/>
                <a:t>Tekstkleur</a:t>
              </a:r>
              <a:endParaRPr lang="en-US" sz="667"/>
            </a:p>
            <a:p>
              <a:pPr marL="0" indent="0">
                <a:buFontTx/>
                <a:buNone/>
              </a:pPr>
              <a:r>
                <a:rPr lang="en-US" sz="667"/>
                <a:t>Z</a:t>
              </a:r>
              <a:r>
                <a:rPr lang="nl-BE" sz="667"/>
                <a:t>wart (RGB:0,0,0)</a:t>
              </a:r>
            </a:p>
            <a:p>
              <a:pPr marL="0" indent="0">
                <a:buFontTx/>
                <a:buNone/>
              </a:pPr>
              <a:r>
                <a:rPr lang="en-US" sz="667"/>
                <a:t>Extra: </a:t>
              </a:r>
            </a:p>
            <a:p>
              <a:pPr marL="0" indent="0">
                <a:buFontTx/>
                <a:buNone/>
              </a:pPr>
              <a:r>
                <a:rPr lang="en-US" sz="667"/>
                <a:t>Magenta</a:t>
              </a:r>
              <a:r>
                <a:rPr lang="nl-BE" sz="667"/>
                <a:t> (RGB: 236,0,140)</a:t>
              </a:r>
            </a:p>
            <a:p>
              <a:pPr marL="0" indent="0">
                <a:buFontTx/>
                <a:buNone/>
              </a:pPr>
              <a:r>
                <a:rPr lang="nl-BE" sz="667"/>
                <a:t>Extra:</a:t>
              </a:r>
            </a:p>
            <a:p>
              <a:pPr marL="0" indent="0">
                <a:buFontTx/>
                <a:buNone/>
              </a:pPr>
              <a:r>
                <a:rPr lang="nl-BE" sz="667"/>
                <a:t>Geel (RGB: 255,242,0) (niet gebruiken op wit)</a:t>
              </a:r>
            </a:p>
          </p:txBody>
        </p:sp>
      </p:grpSp>
      <p:sp>
        <p:nvSpPr>
          <p:cNvPr id="120" name="TextBox 36">
            <a:extLst>
              <a:ext uri="{FF2B5EF4-FFF2-40B4-BE49-F238E27FC236}">
                <a16:creationId xmlns:a16="http://schemas.microsoft.com/office/drawing/2014/main" id="{3EAF5BE9-EF67-47E5-A682-94D24FB13906}"/>
              </a:ext>
            </a:extLst>
          </p:cNvPr>
          <p:cNvSpPr txBox="1"/>
          <p:nvPr/>
        </p:nvSpPr>
        <p:spPr>
          <a:xfrm>
            <a:off x="9895398" y="1020220"/>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Hulplijnen tonen aanpassen</a:t>
            </a:r>
            <a:endParaRPr lang="en-US" sz="933" b="1">
              <a:solidFill>
                <a:schemeClr val="tx2"/>
              </a:solidFill>
              <a:latin typeface="+mn-lt"/>
              <a:cs typeface="Arial" panose="020B0604020202020204" pitchFamily="34" charset="0"/>
            </a:endParaRPr>
          </a:p>
        </p:txBody>
      </p:sp>
      <p:cxnSp>
        <p:nvCxnSpPr>
          <p:cNvPr id="121" name="Straight Connector 37">
            <a:extLst>
              <a:ext uri="{FF2B5EF4-FFF2-40B4-BE49-F238E27FC236}">
                <a16:creationId xmlns:a16="http://schemas.microsoft.com/office/drawing/2014/main" id="{819FD590-9EA9-40CE-B351-6A5B55A4522C}"/>
              </a:ext>
            </a:extLst>
          </p:cNvPr>
          <p:cNvCxnSpPr>
            <a:cxnSpLocks/>
          </p:cNvCxnSpPr>
          <p:nvPr/>
        </p:nvCxnSpPr>
        <p:spPr>
          <a:xfrm>
            <a:off x="9967407" y="146138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122" name="TextBox 38">
            <a:extLst>
              <a:ext uri="{FF2B5EF4-FFF2-40B4-BE49-F238E27FC236}">
                <a16:creationId xmlns:a16="http://schemas.microsoft.com/office/drawing/2014/main" id="{4B3EA554-D090-4E0C-B829-633532215D24}"/>
              </a:ext>
            </a:extLst>
          </p:cNvPr>
          <p:cNvSpPr txBox="1"/>
          <p:nvPr/>
        </p:nvSpPr>
        <p:spPr>
          <a:xfrm>
            <a:off x="9897210" y="1505951"/>
            <a:ext cx="1847115" cy="400302"/>
          </a:xfrm>
          <a:prstGeom prst="rect">
            <a:avLst/>
          </a:prstGeom>
          <a:noFill/>
        </p:spPr>
        <p:txBody>
          <a:bodyPr wrap="square" rtlCol="0">
            <a:spAutoFit/>
          </a:bodyPr>
          <a:lstStyle/>
          <a:p>
            <a:r>
              <a:rPr lang="nl-NL" sz="667">
                <a:latin typeface="+mn-lt"/>
                <a:cs typeface="Arial" panose="020B0604020202020204" pitchFamily="34" charset="0"/>
              </a:rPr>
              <a:t>In elke slide </a:t>
            </a:r>
            <a:r>
              <a:rPr lang="nl-NL" sz="667" err="1">
                <a:latin typeface="+mn-lt"/>
                <a:cs typeface="Arial" panose="020B0604020202020204" pitchFamily="34" charset="0"/>
              </a:rPr>
              <a:t>layout</a:t>
            </a:r>
            <a:r>
              <a:rPr lang="nl-NL" sz="667">
                <a:latin typeface="+mn-lt"/>
                <a:cs typeface="Arial" panose="020B0604020202020204" pitchFamily="34" charset="0"/>
              </a:rPr>
              <a:t> zijn er hulplijnen beschikbaar, deze kan je tonen/verbergen via Beeld &gt; hulplijnen  </a:t>
            </a:r>
          </a:p>
        </p:txBody>
      </p:sp>
      <p:cxnSp>
        <p:nvCxnSpPr>
          <p:cNvPr id="100" name="Straight Connector 37">
            <a:extLst>
              <a:ext uri="{FF2B5EF4-FFF2-40B4-BE49-F238E27FC236}">
                <a16:creationId xmlns:a16="http://schemas.microsoft.com/office/drawing/2014/main" id="{6F7C9DAC-41A9-4153-AE22-D38B2FBB1ADB}"/>
              </a:ext>
            </a:extLst>
          </p:cNvPr>
          <p:cNvCxnSpPr>
            <a:cxnSpLocks/>
          </p:cNvCxnSpPr>
          <p:nvPr/>
        </p:nvCxnSpPr>
        <p:spPr>
          <a:xfrm>
            <a:off x="9960359" y="2392973"/>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1" name="Straight Connector 37">
            <a:extLst>
              <a:ext uri="{FF2B5EF4-FFF2-40B4-BE49-F238E27FC236}">
                <a16:creationId xmlns:a16="http://schemas.microsoft.com/office/drawing/2014/main" id="{EC732D33-6040-427E-9F3D-46B5263A9C64}"/>
              </a:ext>
            </a:extLst>
          </p:cNvPr>
          <p:cNvCxnSpPr>
            <a:cxnSpLocks/>
          </p:cNvCxnSpPr>
          <p:nvPr/>
        </p:nvCxnSpPr>
        <p:spPr>
          <a:xfrm>
            <a:off x="9967406" y="378412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2" name="Straight Connector 37">
            <a:extLst>
              <a:ext uri="{FF2B5EF4-FFF2-40B4-BE49-F238E27FC236}">
                <a16:creationId xmlns:a16="http://schemas.microsoft.com/office/drawing/2014/main" id="{26947BBD-0A4B-44D3-A915-652A012A7A58}"/>
              </a:ext>
            </a:extLst>
          </p:cNvPr>
          <p:cNvCxnSpPr>
            <a:cxnSpLocks/>
          </p:cNvCxnSpPr>
          <p:nvPr/>
        </p:nvCxnSpPr>
        <p:spPr>
          <a:xfrm>
            <a:off x="8115304" y="146138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8" name="Straight Connector 37">
            <a:extLst>
              <a:ext uri="{FF2B5EF4-FFF2-40B4-BE49-F238E27FC236}">
                <a16:creationId xmlns:a16="http://schemas.microsoft.com/office/drawing/2014/main" id="{0D0046EC-C8CD-4C56-9DC8-1478BB78D138}"/>
              </a:ext>
            </a:extLst>
          </p:cNvPr>
          <p:cNvCxnSpPr>
            <a:cxnSpLocks/>
          </p:cNvCxnSpPr>
          <p:nvPr/>
        </p:nvCxnSpPr>
        <p:spPr>
          <a:xfrm>
            <a:off x="6272799" y="146773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09" name="Straight Connector 37">
            <a:extLst>
              <a:ext uri="{FF2B5EF4-FFF2-40B4-BE49-F238E27FC236}">
                <a16:creationId xmlns:a16="http://schemas.microsoft.com/office/drawing/2014/main" id="{B2DDD7FA-819F-4750-AE5F-4436241AE3CB}"/>
              </a:ext>
            </a:extLst>
          </p:cNvPr>
          <p:cNvCxnSpPr>
            <a:cxnSpLocks/>
          </p:cNvCxnSpPr>
          <p:nvPr/>
        </p:nvCxnSpPr>
        <p:spPr>
          <a:xfrm>
            <a:off x="4405440" y="1467737"/>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0" name="Straight Connector 37">
            <a:extLst>
              <a:ext uri="{FF2B5EF4-FFF2-40B4-BE49-F238E27FC236}">
                <a16:creationId xmlns:a16="http://schemas.microsoft.com/office/drawing/2014/main" id="{5C1725D8-6592-425C-9718-5A8059E62B2B}"/>
              </a:ext>
            </a:extLst>
          </p:cNvPr>
          <p:cNvCxnSpPr>
            <a:cxnSpLocks/>
          </p:cNvCxnSpPr>
          <p:nvPr/>
        </p:nvCxnSpPr>
        <p:spPr>
          <a:xfrm>
            <a:off x="4397359" y="4246581"/>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1" name="Straight Connector 37">
            <a:extLst>
              <a:ext uri="{FF2B5EF4-FFF2-40B4-BE49-F238E27FC236}">
                <a16:creationId xmlns:a16="http://schemas.microsoft.com/office/drawing/2014/main" id="{CA82EA55-5530-4901-8B06-125D61B51802}"/>
              </a:ext>
            </a:extLst>
          </p:cNvPr>
          <p:cNvCxnSpPr>
            <a:cxnSpLocks/>
          </p:cNvCxnSpPr>
          <p:nvPr/>
        </p:nvCxnSpPr>
        <p:spPr>
          <a:xfrm>
            <a:off x="6264335" y="2858911"/>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112" name="Straight Connector 37">
            <a:extLst>
              <a:ext uri="{FF2B5EF4-FFF2-40B4-BE49-F238E27FC236}">
                <a16:creationId xmlns:a16="http://schemas.microsoft.com/office/drawing/2014/main" id="{668DCCB7-376A-483D-AFAB-A8639131083C}"/>
              </a:ext>
            </a:extLst>
          </p:cNvPr>
          <p:cNvCxnSpPr>
            <a:cxnSpLocks/>
          </p:cNvCxnSpPr>
          <p:nvPr/>
        </p:nvCxnSpPr>
        <p:spPr>
          <a:xfrm>
            <a:off x="8129940" y="4722856"/>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cxnSp>
        <p:nvCxnSpPr>
          <p:cNvPr id="88" name="Straight Connector 37">
            <a:extLst>
              <a:ext uri="{FF2B5EF4-FFF2-40B4-BE49-F238E27FC236}">
                <a16:creationId xmlns:a16="http://schemas.microsoft.com/office/drawing/2014/main" id="{8FB72589-A4DA-4C84-8350-C97570E4F447}"/>
              </a:ext>
            </a:extLst>
          </p:cNvPr>
          <p:cNvCxnSpPr>
            <a:cxnSpLocks/>
          </p:cNvCxnSpPr>
          <p:nvPr/>
        </p:nvCxnSpPr>
        <p:spPr>
          <a:xfrm>
            <a:off x="4403621" y="2400233"/>
            <a:ext cx="1775563"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sp>
        <p:nvSpPr>
          <p:cNvPr id="91" name="TextBox 36">
            <a:extLst>
              <a:ext uri="{FF2B5EF4-FFF2-40B4-BE49-F238E27FC236}">
                <a16:creationId xmlns:a16="http://schemas.microsoft.com/office/drawing/2014/main" id="{D7713FE1-89B6-48B8-BAF6-7D35FD23F464}"/>
              </a:ext>
            </a:extLst>
          </p:cNvPr>
          <p:cNvSpPr txBox="1"/>
          <p:nvPr/>
        </p:nvSpPr>
        <p:spPr>
          <a:xfrm>
            <a:off x="8054239" y="2400298"/>
            <a:ext cx="1584176" cy="235898"/>
          </a:xfrm>
          <a:prstGeom prst="rect">
            <a:avLst/>
          </a:prstGeom>
          <a:noFill/>
        </p:spPr>
        <p:txBody>
          <a:bodyPr wrap="square" rtlCol="0">
            <a:spAutoFit/>
          </a:bodyPr>
          <a:lstStyle/>
          <a:p>
            <a:r>
              <a:rPr lang="nl-NL" sz="933" b="1">
                <a:solidFill>
                  <a:schemeClr val="tx2"/>
                </a:solidFill>
                <a:latin typeface="+mn-lt"/>
                <a:cs typeface="Arial" panose="020B0604020202020204" pitchFamily="34" charset="0"/>
              </a:rPr>
              <a:t>Tabellen aanpassen</a:t>
            </a:r>
            <a:endParaRPr lang="en-US" sz="933" b="1">
              <a:solidFill>
                <a:schemeClr val="tx2"/>
              </a:solidFill>
              <a:latin typeface="+mn-lt"/>
              <a:cs typeface="Arial" panose="020B0604020202020204" pitchFamily="34" charset="0"/>
            </a:endParaRPr>
          </a:p>
        </p:txBody>
      </p:sp>
      <p:sp>
        <p:nvSpPr>
          <p:cNvPr id="95" name="TextBox 38">
            <a:extLst>
              <a:ext uri="{FF2B5EF4-FFF2-40B4-BE49-F238E27FC236}">
                <a16:creationId xmlns:a16="http://schemas.microsoft.com/office/drawing/2014/main" id="{CF99A2DF-E6DD-48A7-B7C5-F9C05A360C92}"/>
              </a:ext>
            </a:extLst>
          </p:cNvPr>
          <p:cNvSpPr txBox="1"/>
          <p:nvPr/>
        </p:nvSpPr>
        <p:spPr>
          <a:xfrm>
            <a:off x="8056069" y="2894355"/>
            <a:ext cx="1847115" cy="1118896"/>
          </a:xfrm>
          <a:prstGeom prst="rect">
            <a:avLst/>
          </a:prstGeom>
          <a:noFill/>
        </p:spPr>
        <p:txBody>
          <a:bodyPr wrap="square" rtlCol="0">
            <a:spAutoFit/>
          </a:bodyPr>
          <a:lstStyle/>
          <a:p>
            <a:r>
              <a:rPr lang="nl-NL" sz="667">
                <a:latin typeface="+mn-lt"/>
                <a:cs typeface="Arial" panose="020B0604020202020204" pitchFamily="34" charset="0"/>
              </a:rPr>
              <a:t>Tabellen werkt niet altijd even vlot in PowerPoint. </a:t>
            </a:r>
          </a:p>
          <a:p>
            <a:endParaRPr lang="nl-NL" sz="667">
              <a:latin typeface="+mn-lt"/>
              <a:cs typeface="Arial" panose="020B0604020202020204" pitchFamily="34" charset="0"/>
            </a:endParaRPr>
          </a:p>
          <a:p>
            <a:r>
              <a:rPr lang="nl-NL" sz="667">
                <a:latin typeface="+mn-lt"/>
                <a:cs typeface="Arial" panose="020B0604020202020204" pitchFamily="34" charset="0"/>
              </a:rPr>
              <a:t>Indien je de template gebruikt, klik op het icoontje voor een nieuwe tabel. Het aantal kolommen wordt automatisch verdeeld over de volledige breedte. De hoogte is zelf aan te passen. Gebruik de hulplijnen als gids.</a:t>
            </a:r>
          </a:p>
          <a:p>
            <a:endParaRPr lang="nl-NL" sz="667">
              <a:latin typeface="+mn-lt"/>
              <a:cs typeface="Arial" panose="020B0604020202020204" pitchFamily="34" charset="0"/>
            </a:endParaRPr>
          </a:p>
          <a:p>
            <a:r>
              <a:rPr lang="nl-NL" sz="667">
                <a:latin typeface="+mn-lt"/>
                <a:cs typeface="Arial" panose="020B0604020202020204" pitchFamily="34" charset="0"/>
              </a:rPr>
              <a:t>Pas bij ontwerpen de kleuren aan naar blauw.</a:t>
            </a:r>
          </a:p>
        </p:txBody>
      </p:sp>
      <p:cxnSp>
        <p:nvCxnSpPr>
          <p:cNvPr id="98" name="Straight Connector 37">
            <a:extLst>
              <a:ext uri="{FF2B5EF4-FFF2-40B4-BE49-F238E27FC236}">
                <a16:creationId xmlns:a16="http://schemas.microsoft.com/office/drawing/2014/main" id="{99AFE722-09B8-413F-829D-9216ACF9A7EF}"/>
              </a:ext>
            </a:extLst>
          </p:cNvPr>
          <p:cNvCxnSpPr>
            <a:cxnSpLocks/>
          </p:cNvCxnSpPr>
          <p:nvPr/>
        </p:nvCxnSpPr>
        <p:spPr>
          <a:xfrm>
            <a:off x="8115304" y="2855192"/>
            <a:ext cx="1776919" cy="0"/>
          </a:xfrm>
          <a:prstGeom prst="line">
            <a:avLst/>
          </a:prstGeom>
          <a:ln w="19050">
            <a:solidFill>
              <a:srgbClr val="44C8F5"/>
            </a:solidFill>
          </a:ln>
        </p:spPr>
        <p:style>
          <a:lnRef idx="1">
            <a:schemeClr val="accent1"/>
          </a:lnRef>
          <a:fillRef idx="0">
            <a:schemeClr val="accent1"/>
          </a:fillRef>
          <a:effectRef idx="0">
            <a:schemeClr val="accent1"/>
          </a:effectRef>
          <a:fontRef idx="minor">
            <a:schemeClr val="tx1"/>
          </a:fontRef>
        </p:style>
      </p:cxnSp>
      <p:pic>
        <p:nvPicPr>
          <p:cNvPr id="7" name="Afbeelding 6">
            <a:extLst>
              <a:ext uri="{FF2B5EF4-FFF2-40B4-BE49-F238E27FC236}">
                <a16:creationId xmlns:a16="http://schemas.microsoft.com/office/drawing/2014/main" id="{62AC454E-32D4-42BD-A1BE-ACA903B31E6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17738" y="3884725"/>
            <a:ext cx="1723775" cy="241133"/>
          </a:xfrm>
          <a:prstGeom prst="rect">
            <a:avLst/>
          </a:prstGeom>
        </p:spPr>
      </p:pic>
      <p:pic>
        <p:nvPicPr>
          <p:cNvPr id="115" name="Afbeelding 114">
            <a:extLst>
              <a:ext uri="{FF2B5EF4-FFF2-40B4-BE49-F238E27FC236}">
                <a16:creationId xmlns:a16="http://schemas.microsoft.com/office/drawing/2014/main" id="{5574E764-4DF0-401B-8634-39C5C89BB7CE}"/>
              </a:ext>
            </a:extLst>
          </p:cNvPr>
          <p:cNvPicPr>
            <a:picLocks noChangeAspect="1"/>
          </p:cNvPicPr>
          <p:nvPr/>
        </p:nvPicPr>
        <p:blipFill rotWithShape="1">
          <a:blip r:embed="rId11">
            <a:extLst>
              <a:ext uri="{28A0092B-C50C-407E-A947-70E740481C1C}">
                <a14:useLocalDpi xmlns:a14="http://schemas.microsoft.com/office/drawing/2010/main" val="0"/>
              </a:ext>
            </a:extLst>
          </a:blip>
          <a:srcRect t="4581"/>
          <a:stretch/>
        </p:blipFill>
        <p:spPr>
          <a:xfrm>
            <a:off x="712045" y="3021013"/>
            <a:ext cx="3511859" cy="3082197"/>
          </a:xfrm>
          <a:prstGeom prst="rect">
            <a:avLst/>
          </a:prstGeom>
        </p:spPr>
      </p:pic>
    </p:spTree>
    <p:extLst>
      <p:ext uri="{BB962C8B-B14F-4D97-AF65-F5344CB8AC3E}">
        <p14:creationId xmlns:p14="http://schemas.microsoft.com/office/powerpoint/2010/main" val="192802708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itle" preserve="1">
  <p:cSld name="Tussentit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3432810" y="2265535"/>
            <a:ext cx="8251191" cy="1309663"/>
          </a:xfrm>
        </p:spPr>
        <p:txBody>
          <a:bodyPr wrap="none" lIns="0" tIns="0" rIns="0" bIns="0" anchor="b">
            <a:noAutofit/>
          </a:bodyPr>
          <a:lstStyle>
            <a:lvl1pPr algn="l">
              <a:lnSpc>
                <a:spcPct val="64000"/>
              </a:lnSpc>
              <a:defRPr sz="3600">
                <a:solidFill>
                  <a:schemeClr val="bg1"/>
                </a:solidFill>
                <a:latin typeface="Arial Rounded MT Bold" panose="020F0704030504030204" pitchFamily="34" charset="0"/>
              </a:defRPr>
            </a:lvl1pPr>
          </a:lstStyle>
          <a:p>
            <a:r>
              <a:rPr lang="nl-BE" noProof="0"/>
              <a:t>Klik om Titel te bewerken</a:t>
            </a:r>
          </a:p>
        </p:txBody>
      </p:sp>
      <p:sp>
        <p:nvSpPr>
          <p:cNvPr id="3" name="Subtitle 2"/>
          <p:cNvSpPr>
            <a:spLocks noGrp="1"/>
          </p:cNvSpPr>
          <p:nvPr>
            <p:ph type="subTitle" idx="1" hasCustomPrompt="1"/>
          </p:nvPr>
        </p:nvSpPr>
        <p:spPr>
          <a:xfrm>
            <a:off x="3451860" y="3889020"/>
            <a:ext cx="8251191" cy="1812970"/>
          </a:xfrm>
        </p:spPr>
        <p:txBody>
          <a:bodyPr lIns="0" tIns="0" rIns="0" bIns="0"/>
          <a:lstStyle>
            <a:lvl1pPr marL="0" indent="0" algn="l">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Klikken om de ondertitelstijl </a:t>
            </a:r>
          </a:p>
          <a:p>
            <a:r>
              <a:rPr lang="nl-BE" noProof="0"/>
              <a:t>van het model </a:t>
            </a:r>
          </a:p>
          <a:p>
            <a:r>
              <a:rPr lang="nl-BE" noProof="0"/>
              <a:t>te bewerken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38" y="768980"/>
            <a:ext cx="1966095" cy="1007625"/>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Tussentitel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7758216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title" preserve="1">
  <p:cSld name="Titel">
    <p:spTree>
      <p:nvGrpSpPr>
        <p:cNvPr id="1" name=""/>
        <p:cNvGrpSpPr/>
        <p:nvPr/>
      </p:nvGrpSpPr>
      <p:grpSpPr>
        <a:xfrm>
          <a:off x="0" y="0"/>
          <a:ext cx="0" cy="0"/>
          <a:chOff x="0" y="0"/>
          <a:chExt cx="0" cy="0"/>
        </a:xfrm>
      </p:grpSpPr>
      <p:sp>
        <p:nvSpPr>
          <p:cNvPr id="10" name="Achtergrond Blauw">
            <a:extLst>
              <a:ext uri="{FF2B5EF4-FFF2-40B4-BE49-F238E27FC236}">
                <a16:creationId xmlns:a16="http://schemas.microsoft.com/office/drawing/2014/main" id="{127BD0DD-96EC-4659-8C98-AD33554F5AEF}"/>
              </a:ext>
            </a:extLst>
          </p:cNvPr>
          <p:cNvSpPr/>
          <p:nvPr/>
        </p:nvSpPr>
        <p:spPr>
          <a:xfrm>
            <a:off x="679450" y="-1"/>
            <a:ext cx="11514137" cy="6858001"/>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71206" h="10287001">
                <a:moveTo>
                  <a:pt x="17266444" y="0"/>
                </a:moveTo>
                <a:lnTo>
                  <a:pt x="3359944" y="1"/>
                </a:lnTo>
                <a:lnTo>
                  <a:pt x="0" y="10287001"/>
                </a:lnTo>
                <a:lnTo>
                  <a:pt x="17271206" y="10287001"/>
                </a:lnTo>
                <a:cubicBezTo>
                  <a:pt x="17260887" y="6854826"/>
                  <a:pt x="17276763" y="3432175"/>
                  <a:pt x="17266444" y="0"/>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pic>
        <p:nvPicPr>
          <p:cNvPr id="15" name="template Image TEMP" hidden="1">
            <a:extLst>
              <a:ext uri="{FF2B5EF4-FFF2-40B4-BE49-F238E27FC236}">
                <a16:creationId xmlns:a16="http://schemas.microsoft.com/office/drawing/2014/main" id="{4A45DE4B-E045-4661-8F27-4DF498AAD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p:cNvSpPr>
            <a:spLocks noGrp="1"/>
          </p:cNvSpPr>
          <p:nvPr>
            <p:ph type="ctrTitle" hasCustomPrompt="1"/>
          </p:nvPr>
        </p:nvSpPr>
        <p:spPr>
          <a:xfrm>
            <a:off x="3432810" y="2719009"/>
            <a:ext cx="8251191" cy="1309663"/>
          </a:xfrm>
        </p:spPr>
        <p:txBody>
          <a:bodyPr wrap="none" lIns="0" tIns="0" rIns="0" bIns="0" anchor="b">
            <a:noAutofit/>
          </a:bodyPr>
          <a:lstStyle>
            <a:lvl1pPr algn="l">
              <a:lnSpc>
                <a:spcPct val="100000"/>
              </a:lnSpc>
              <a:defRPr sz="3600">
                <a:solidFill>
                  <a:schemeClr val="bg1"/>
                </a:solidFill>
                <a:latin typeface="Arial Rounded MT Bold" panose="020F0704030504030204" pitchFamily="34" charset="0"/>
              </a:defRPr>
            </a:lvl1pPr>
          </a:lstStyle>
          <a:p>
            <a:br>
              <a:rPr lang="nl-BE" noProof="0"/>
            </a:br>
            <a:br>
              <a:rPr lang="nl-BE" noProof="0"/>
            </a:br>
            <a:r>
              <a:rPr lang="nl-BE" noProof="0"/>
              <a:t>Titel</a:t>
            </a:r>
          </a:p>
        </p:txBody>
      </p:sp>
      <p:sp>
        <p:nvSpPr>
          <p:cNvPr id="3" name="Subtitle 2"/>
          <p:cNvSpPr>
            <a:spLocks noGrp="1"/>
          </p:cNvSpPr>
          <p:nvPr>
            <p:ph type="subTitle" idx="1" hasCustomPrompt="1"/>
          </p:nvPr>
        </p:nvSpPr>
        <p:spPr>
          <a:xfrm>
            <a:off x="3451860" y="4461443"/>
            <a:ext cx="8251191" cy="1655762"/>
          </a:xfrm>
        </p:spPr>
        <p:txBody>
          <a:bodyPr lIns="0" tIns="0" rIns="0" bIns="0"/>
          <a:lstStyle>
            <a:lvl1pPr marL="0" indent="0" algn="l">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Ondertitel tekst</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901" y="243728"/>
            <a:ext cx="5045075" cy="2585601"/>
          </a:xfrm>
          <a:prstGeom prst="rect">
            <a:avLst/>
          </a:prstGeom>
        </p:spPr>
      </p:pic>
      <p:sp>
        <p:nvSpPr>
          <p:cNvPr id="8" name="TextBox 4">
            <a:extLst>
              <a:ext uri="{FF2B5EF4-FFF2-40B4-BE49-F238E27FC236}">
                <a16:creationId xmlns:a16="http://schemas.microsoft.com/office/drawing/2014/main" id="{3518A324-C96E-44BE-ACA2-A56AC1F14FF4}"/>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Titel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316218916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noProof="0"/>
          </a:p>
        </p:txBody>
      </p:sp>
      <p:sp>
        <p:nvSpPr>
          <p:cNvPr id="2" name="Title"/>
          <p:cNvSpPr>
            <a:spLocks noGrp="1"/>
          </p:cNvSpPr>
          <p:nvPr>
            <p:ph type="ctrTitle" hasCustomPrompt="1"/>
          </p:nvPr>
        </p:nvSpPr>
        <p:spPr>
          <a:xfrm>
            <a:off x="1310186" y="2374711"/>
            <a:ext cx="10392865" cy="2128486"/>
          </a:xfrm>
        </p:spPr>
        <p:txBody>
          <a:bodyPr wrap="none" lIns="0" tIns="0" rIns="0" bIns="0" anchor="b">
            <a:noAutofit/>
          </a:bodyPr>
          <a:lstStyle>
            <a:lvl1pPr algn="r">
              <a:lnSpc>
                <a:spcPct val="100000"/>
              </a:lnSpc>
              <a:defRPr sz="3200">
                <a:solidFill>
                  <a:schemeClr val="bg1"/>
                </a:solidFill>
                <a:latin typeface="Arial Rounded MT Bold" panose="020F0704030504030204" pitchFamily="34" charset="0"/>
              </a:defRPr>
            </a:lvl1pPr>
          </a:lstStyle>
          <a:p>
            <a:r>
              <a:rPr lang="nl-BE" noProof="0"/>
              <a:t>“Klik om quote </a:t>
            </a:r>
            <a:br>
              <a:rPr lang="nl-BE" noProof="0"/>
            </a:br>
            <a:r>
              <a:rPr lang="nl-BE" noProof="0"/>
              <a:t>in te Voegen”</a:t>
            </a:r>
          </a:p>
        </p:txBody>
      </p:sp>
      <p:sp>
        <p:nvSpPr>
          <p:cNvPr id="3" name="Subtitle 2"/>
          <p:cNvSpPr>
            <a:spLocks noGrp="1"/>
          </p:cNvSpPr>
          <p:nvPr>
            <p:ph type="subTitle" idx="1" hasCustomPrompt="1"/>
          </p:nvPr>
        </p:nvSpPr>
        <p:spPr>
          <a:xfrm>
            <a:off x="3451860" y="4774114"/>
            <a:ext cx="8251191" cy="1812970"/>
          </a:xfrm>
        </p:spPr>
        <p:txBody>
          <a:bodyPr lIns="0" tIns="0" rIns="0" bIns="0"/>
          <a:lstStyle>
            <a:lvl1pPr marL="0" indent="0" algn="r">
              <a:lnSpc>
                <a:spcPct val="65000"/>
              </a:lnSpc>
              <a:buNone/>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Klik om de Naam en Voornaam in te voegen</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38" y="768980"/>
            <a:ext cx="1966095" cy="1007625"/>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Quote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121751633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itle" preserve="1">
  <p:cSld name="Inhoudstafel">
    <p:spTree>
      <p:nvGrpSpPr>
        <p:cNvPr id="1" name=""/>
        <p:cNvGrpSpPr/>
        <p:nvPr/>
      </p:nvGrpSpPr>
      <p:grpSpPr>
        <a:xfrm>
          <a:off x="0" y="0"/>
          <a:ext cx="0" cy="0"/>
          <a:chOff x="0" y="0"/>
          <a:chExt cx="0" cy="0"/>
        </a:xfrm>
      </p:grpSpPr>
      <p:pic>
        <p:nvPicPr>
          <p:cNvPr id="5" name="Afbeelding 4" hidden="1">
            <a:extLst>
              <a:ext uri="{FF2B5EF4-FFF2-40B4-BE49-F238E27FC236}">
                <a16:creationId xmlns:a16="http://schemas.microsoft.com/office/drawing/2014/main" id="{6146C605-8F34-42B6-AD9C-0FA5DF4B76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Achtergrond">
            <a:extLst>
              <a:ext uri="{FF2B5EF4-FFF2-40B4-BE49-F238E27FC236}">
                <a16:creationId xmlns:a16="http://schemas.microsoft.com/office/drawing/2014/main" id="{127BD0DD-96EC-4659-8C98-AD33554F5AEF}"/>
              </a:ext>
            </a:extLst>
          </p:cNvPr>
          <p:cNvSpPr/>
          <p:nvPr/>
        </p:nvSpPr>
        <p:spPr>
          <a:xfrm>
            <a:off x="-908" y="-4233"/>
            <a:ext cx="12194495" cy="6862233"/>
          </a:xfrm>
          <a:custGeom>
            <a:avLst/>
            <a:gdLst>
              <a:gd name="connsiteX0" fmla="*/ 17335500 w 17335500"/>
              <a:gd name="connsiteY0" fmla="*/ 9525 h 10382250"/>
              <a:gd name="connsiteX1" fmla="*/ 3409950 w 17335500"/>
              <a:gd name="connsiteY1" fmla="*/ 0 h 10382250"/>
              <a:gd name="connsiteX2" fmla="*/ 0 w 17335500"/>
              <a:gd name="connsiteY2" fmla="*/ 10382250 h 10382250"/>
              <a:gd name="connsiteX3" fmla="*/ 17335500 w 17335500"/>
              <a:gd name="connsiteY3" fmla="*/ 10334625 h 10382250"/>
              <a:gd name="connsiteX4" fmla="*/ 17335500 w 17335500"/>
              <a:gd name="connsiteY4" fmla="*/ 9525 h 10382250"/>
              <a:gd name="connsiteX0" fmla="*/ 17335500 w 17335500"/>
              <a:gd name="connsiteY0" fmla="*/ 0 h 10372725"/>
              <a:gd name="connsiteX1" fmla="*/ 3398044 w 17335500"/>
              <a:gd name="connsiteY1" fmla="*/ 28575 h 10372725"/>
              <a:gd name="connsiteX2" fmla="*/ 0 w 17335500"/>
              <a:gd name="connsiteY2" fmla="*/ 10372725 h 10372725"/>
              <a:gd name="connsiteX3" fmla="*/ 17335500 w 17335500"/>
              <a:gd name="connsiteY3" fmla="*/ 10325100 h 10372725"/>
              <a:gd name="connsiteX4" fmla="*/ 17335500 w 17335500"/>
              <a:gd name="connsiteY4" fmla="*/ 0 h 10372725"/>
              <a:gd name="connsiteX0" fmla="*/ 16937831 w 17335500"/>
              <a:gd name="connsiteY0" fmla="*/ 481012 h 10344150"/>
              <a:gd name="connsiteX1" fmla="*/ 3398044 w 17335500"/>
              <a:gd name="connsiteY1" fmla="*/ 0 h 10344150"/>
              <a:gd name="connsiteX2" fmla="*/ 0 w 17335500"/>
              <a:gd name="connsiteY2" fmla="*/ 10344150 h 10344150"/>
              <a:gd name="connsiteX3" fmla="*/ 17335500 w 17335500"/>
              <a:gd name="connsiteY3" fmla="*/ 10296525 h 10344150"/>
              <a:gd name="connsiteX4" fmla="*/ 16937831 w 17335500"/>
              <a:gd name="connsiteY4" fmla="*/ 481012 h 10344150"/>
              <a:gd name="connsiteX0" fmla="*/ 17304544 w 17335500"/>
              <a:gd name="connsiteY0" fmla="*/ 0 h 10344151"/>
              <a:gd name="connsiteX1" fmla="*/ 3398044 w 17335500"/>
              <a:gd name="connsiteY1" fmla="*/ 1 h 10344151"/>
              <a:gd name="connsiteX2" fmla="*/ 0 w 17335500"/>
              <a:gd name="connsiteY2" fmla="*/ 10344151 h 10344151"/>
              <a:gd name="connsiteX3" fmla="*/ 17335500 w 17335500"/>
              <a:gd name="connsiteY3" fmla="*/ 10296526 h 10344151"/>
              <a:gd name="connsiteX4" fmla="*/ 17304544 w 17335500"/>
              <a:gd name="connsiteY4" fmla="*/ 0 h 10344151"/>
              <a:gd name="connsiteX0" fmla="*/ 17304544 w 17304622"/>
              <a:gd name="connsiteY0" fmla="*/ 0 h 10344151"/>
              <a:gd name="connsiteX1" fmla="*/ 3398044 w 17304622"/>
              <a:gd name="connsiteY1" fmla="*/ 1 h 10344151"/>
              <a:gd name="connsiteX2" fmla="*/ 0 w 17304622"/>
              <a:gd name="connsiteY2" fmla="*/ 10344151 h 10344151"/>
              <a:gd name="connsiteX3" fmla="*/ 16309181 w 17304622"/>
              <a:gd name="connsiteY3" fmla="*/ 9244014 h 10344151"/>
              <a:gd name="connsiteX4" fmla="*/ 17304544 w 17304622"/>
              <a:gd name="connsiteY4" fmla="*/ 0 h 10344151"/>
              <a:gd name="connsiteX0" fmla="*/ 17304544 w 17309306"/>
              <a:gd name="connsiteY0" fmla="*/ 0 h 10344151"/>
              <a:gd name="connsiteX1" fmla="*/ 3398044 w 17309306"/>
              <a:gd name="connsiteY1" fmla="*/ 1 h 10344151"/>
              <a:gd name="connsiteX2" fmla="*/ 0 w 17309306"/>
              <a:gd name="connsiteY2" fmla="*/ 10344151 h 10344151"/>
              <a:gd name="connsiteX3" fmla="*/ 17309306 w 17309306"/>
              <a:gd name="connsiteY3" fmla="*/ 10287001 h 10344151"/>
              <a:gd name="connsiteX4" fmla="*/ 17304544 w 17309306"/>
              <a:gd name="connsiteY4" fmla="*/ 0 h 10344151"/>
              <a:gd name="connsiteX0" fmla="*/ 16740188 w 16744950"/>
              <a:gd name="connsiteY0" fmla="*/ 0 h 10287001"/>
              <a:gd name="connsiteX1" fmla="*/ 2833688 w 16744950"/>
              <a:gd name="connsiteY1" fmla="*/ 1 h 10287001"/>
              <a:gd name="connsiteX2" fmla="*/ 0 w 16744950"/>
              <a:gd name="connsiteY2" fmla="*/ 10106026 h 10287001"/>
              <a:gd name="connsiteX3" fmla="*/ 16744950 w 16744950"/>
              <a:gd name="connsiteY3" fmla="*/ 10287001 h 10287001"/>
              <a:gd name="connsiteX4" fmla="*/ 16740188 w 16744950"/>
              <a:gd name="connsiteY4" fmla="*/ 0 h 10287001"/>
              <a:gd name="connsiteX0" fmla="*/ 17266444 w 17271206"/>
              <a:gd name="connsiteY0" fmla="*/ 0 h 10287001"/>
              <a:gd name="connsiteX1" fmla="*/ 3359944 w 17271206"/>
              <a:gd name="connsiteY1" fmla="*/ 1 h 10287001"/>
              <a:gd name="connsiteX2" fmla="*/ 0 w 17271206"/>
              <a:gd name="connsiteY2" fmla="*/ 10287001 h 10287001"/>
              <a:gd name="connsiteX3" fmla="*/ 17271206 w 17271206"/>
              <a:gd name="connsiteY3" fmla="*/ 10287001 h 10287001"/>
              <a:gd name="connsiteX4" fmla="*/ 17266444 w 17271206"/>
              <a:gd name="connsiteY4" fmla="*/ 0 h 10287001"/>
              <a:gd name="connsiteX0" fmla="*/ 17266444 w 17271206"/>
              <a:gd name="connsiteY0" fmla="*/ 0 h 10287001"/>
              <a:gd name="connsiteX1" fmla="*/ 3359944 w 17271206"/>
              <a:gd name="connsiteY1" fmla="*/ 1 h 10287001"/>
              <a:gd name="connsiteX2" fmla="*/ 1056368 w 17271206"/>
              <a:gd name="connsiteY2" fmla="*/ 7068458 h 10287001"/>
              <a:gd name="connsiteX3" fmla="*/ 0 w 17271206"/>
              <a:gd name="connsiteY3" fmla="*/ 10287001 h 10287001"/>
              <a:gd name="connsiteX4" fmla="*/ 17271206 w 17271206"/>
              <a:gd name="connsiteY4" fmla="*/ 10287001 h 10287001"/>
              <a:gd name="connsiteX5" fmla="*/ 17266444 w 17271206"/>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1019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0 h 10287001"/>
              <a:gd name="connsiteX1" fmla="*/ 4379119 w 18290381"/>
              <a:gd name="connsiteY1" fmla="*/ 1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3174 h 10290175"/>
              <a:gd name="connsiteX1" fmla="*/ 2709069 w 18290381"/>
              <a:gd name="connsiteY1" fmla="*/ 0 h 10290175"/>
              <a:gd name="connsiteX2" fmla="*/ 0 w 18290381"/>
              <a:gd name="connsiteY2" fmla="*/ 5866946 h 10290175"/>
              <a:gd name="connsiteX3" fmla="*/ 3175 w 18290381"/>
              <a:gd name="connsiteY3" fmla="*/ 10290175 h 10290175"/>
              <a:gd name="connsiteX4" fmla="*/ 18290381 w 18290381"/>
              <a:gd name="connsiteY4" fmla="*/ 10290175 h 10290175"/>
              <a:gd name="connsiteX5" fmla="*/ 18285619 w 18290381"/>
              <a:gd name="connsiteY5" fmla="*/ 3174 h 10290175"/>
              <a:gd name="connsiteX0" fmla="*/ 18285619 w 18290381"/>
              <a:gd name="connsiteY0" fmla="*/ 0 h 10287001"/>
              <a:gd name="connsiteX1" fmla="*/ 2699544 w 18290381"/>
              <a:gd name="connsiteY1" fmla="*/ 3176 h 10287001"/>
              <a:gd name="connsiteX2" fmla="*/ 0 w 18290381"/>
              <a:gd name="connsiteY2" fmla="*/ 5863772 h 10287001"/>
              <a:gd name="connsiteX3" fmla="*/ 3175 w 18290381"/>
              <a:gd name="connsiteY3" fmla="*/ 10287001 h 10287001"/>
              <a:gd name="connsiteX4" fmla="*/ 18290381 w 18290381"/>
              <a:gd name="connsiteY4" fmla="*/ 10287001 h 10287001"/>
              <a:gd name="connsiteX5" fmla="*/ 18285619 w 18290381"/>
              <a:gd name="connsiteY5" fmla="*/ 0 h 10287001"/>
              <a:gd name="connsiteX0" fmla="*/ 18285619 w 18290381"/>
              <a:gd name="connsiteY0" fmla="*/ 6349 h 10293350"/>
              <a:gd name="connsiteX1" fmla="*/ 2699544 w 18290381"/>
              <a:gd name="connsiteY1" fmla="*/ 0 h 10293350"/>
              <a:gd name="connsiteX2" fmla="*/ 0 w 18290381"/>
              <a:gd name="connsiteY2" fmla="*/ 5870121 h 10293350"/>
              <a:gd name="connsiteX3" fmla="*/ 3175 w 18290381"/>
              <a:gd name="connsiteY3" fmla="*/ 10293350 h 10293350"/>
              <a:gd name="connsiteX4" fmla="*/ 18290381 w 18290381"/>
              <a:gd name="connsiteY4" fmla="*/ 10293350 h 10293350"/>
              <a:gd name="connsiteX5" fmla="*/ 18285619 w 18290381"/>
              <a:gd name="connsiteY5" fmla="*/ 6349 h 10293350"/>
              <a:gd name="connsiteX0" fmla="*/ 18300133 w 18304895"/>
              <a:gd name="connsiteY0" fmla="*/ 6349 h 10293350"/>
              <a:gd name="connsiteX1" fmla="*/ 2714058 w 18304895"/>
              <a:gd name="connsiteY1" fmla="*/ 0 h 10293350"/>
              <a:gd name="connsiteX2" fmla="*/ 0 w 18304895"/>
              <a:gd name="connsiteY2" fmla="*/ 8250464 h 10293350"/>
              <a:gd name="connsiteX3" fmla="*/ 17689 w 18304895"/>
              <a:gd name="connsiteY3" fmla="*/ 10293350 h 10293350"/>
              <a:gd name="connsiteX4" fmla="*/ 18304895 w 18304895"/>
              <a:gd name="connsiteY4" fmla="*/ 10293350 h 10293350"/>
              <a:gd name="connsiteX5" fmla="*/ 18300133 w 18304895"/>
              <a:gd name="connsiteY5" fmla="*/ 6349 h 10293350"/>
              <a:gd name="connsiteX0" fmla="*/ 18282504 w 18287266"/>
              <a:gd name="connsiteY0" fmla="*/ 6349 h 10293350"/>
              <a:gd name="connsiteX1" fmla="*/ 2696429 w 18287266"/>
              <a:gd name="connsiteY1" fmla="*/ 0 h 10293350"/>
              <a:gd name="connsiteX2" fmla="*/ 11399 w 18287266"/>
              <a:gd name="connsiteY2" fmla="*/ 8743949 h 10293350"/>
              <a:gd name="connsiteX3" fmla="*/ 60 w 18287266"/>
              <a:gd name="connsiteY3" fmla="*/ 10293350 h 10293350"/>
              <a:gd name="connsiteX4" fmla="*/ 18287266 w 18287266"/>
              <a:gd name="connsiteY4" fmla="*/ 10293350 h 10293350"/>
              <a:gd name="connsiteX5" fmla="*/ 18282504 w 18287266"/>
              <a:gd name="connsiteY5" fmla="*/ 6349 h 10293350"/>
              <a:gd name="connsiteX0" fmla="*/ 18286980 w 18291742"/>
              <a:gd name="connsiteY0" fmla="*/ 6349 h 10293350"/>
              <a:gd name="connsiteX1" fmla="*/ 2700905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 name="connsiteX0" fmla="*/ 18286980 w 18291742"/>
              <a:gd name="connsiteY0" fmla="*/ 6349 h 10293350"/>
              <a:gd name="connsiteX1" fmla="*/ 2684237 w 18291742"/>
              <a:gd name="connsiteY1" fmla="*/ 0 h 10293350"/>
              <a:gd name="connsiteX2" fmla="*/ 0 w 18291742"/>
              <a:gd name="connsiteY2" fmla="*/ 8207374 h 10293350"/>
              <a:gd name="connsiteX3" fmla="*/ 4536 w 18291742"/>
              <a:gd name="connsiteY3" fmla="*/ 10293350 h 10293350"/>
              <a:gd name="connsiteX4" fmla="*/ 18291742 w 18291742"/>
              <a:gd name="connsiteY4" fmla="*/ 10293350 h 10293350"/>
              <a:gd name="connsiteX5" fmla="*/ 18286980 w 18291742"/>
              <a:gd name="connsiteY5" fmla="*/ 6349 h 1029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91742" h="10293350">
                <a:moveTo>
                  <a:pt x="18286980" y="6349"/>
                </a:moveTo>
                <a:lnTo>
                  <a:pt x="2684237" y="0"/>
                </a:lnTo>
                <a:lnTo>
                  <a:pt x="0" y="8207374"/>
                </a:lnTo>
                <a:cubicBezTo>
                  <a:pt x="1058" y="9681784"/>
                  <a:pt x="3478" y="8818940"/>
                  <a:pt x="4536" y="10293350"/>
                </a:cubicBezTo>
                <a:lnTo>
                  <a:pt x="18291742" y="10293350"/>
                </a:lnTo>
                <a:cubicBezTo>
                  <a:pt x="18281423" y="6861175"/>
                  <a:pt x="18297299" y="3438524"/>
                  <a:pt x="18286980" y="6349"/>
                </a:cubicBez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cNvSpPr>
            <a:spLocks noGrp="1"/>
          </p:cNvSpPr>
          <p:nvPr>
            <p:ph type="ctrTitle" hasCustomPrompt="1"/>
          </p:nvPr>
        </p:nvSpPr>
        <p:spPr>
          <a:xfrm>
            <a:off x="3302758" y="1433857"/>
            <a:ext cx="7335767" cy="758884"/>
          </a:xfrm>
        </p:spPr>
        <p:txBody>
          <a:bodyPr wrap="none" lIns="0" tIns="0" rIns="0" bIns="0" anchor="t">
            <a:noAutofit/>
          </a:bodyPr>
          <a:lstStyle>
            <a:lvl1pPr algn="l">
              <a:lnSpc>
                <a:spcPct val="100000"/>
              </a:lnSpc>
              <a:defRPr sz="2933">
                <a:solidFill>
                  <a:schemeClr val="bg1"/>
                </a:solidFill>
                <a:latin typeface="Arial Rounded MT Bold" panose="020F0704030504030204" pitchFamily="34" charset="0"/>
              </a:defRPr>
            </a:lvl1pPr>
          </a:lstStyle>
          <a:p>
            <a:r>
              <a:rPr lang="nl-BE" noProof="0"/>
              <a:t>Inhoudstafel / Agenda titel</a:t>
            </a:r>
          </a:p>
        </p:txBody>
      </p:sp>
      <p:sp>
        <p:nvSpPr>
          <p:cNvPr id="3" name="Subtitle 2"/>
          <p:cNvSpPr>
            <a:spLocks noGrp="1"/>
          </p:cNvSpPr>
          <p:nvPr>
            <p:ph type="subTitle" idx="1" hasCustomPrompt="1"/>
          </p:nvPr>
        </p:nvSpPr>
        <p:spPr>
          <a:xfrm>
            <a:off x="3302757" y="2514303"/>
            <a:ext cx="8251191" cy="3448222"/>
          </a:xfrm>
        </p:spPr>
        <p:txBody>
          <a:bodyPr lIns="0" tIns="0" rIns="0" bIns="0"/>
          <a:lstStyle>
            <a:lvl1pPr marL="495325" indent="-495325" algn="l">
              <a:lnSpc>
                <a:spcPct val="100000"/>
              </a:lnSpc>
              <a:buFont typeface="+mj-lt"/>
              <a:buAutoNum type="arabicPeriod"/>
              <a:defRPr sz="2400">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l-BE" noProof="0"/>
              <a:t>Agendapunt 1</a:t>
            </a:r>
          </a:p>
          <a:p>
            <a:r>
              <a:rPr lang="nl-BE" noProof="0"/>
              <a:t>Agendapunt 2</a:t>
            </a:r>
          </a:p>
          <a:p>
            <a:r>
              <a:rPr lang="nl-BE" noProof="0"/>
              <a:t>Agendapunt 3</a:t>
            </a:r>
          </a:p>
          <a:p>
            <a:r>
              <a:rPr lang="nl-BE" noProof="0"/>
              <a:t>Agendapunt 4</a:t>
            </a:r>
          </a:p>
          <a:p>
            <a:r>
              <a:rPr lang="nl-BE" noProof="0"/>
              <a:t>Agendapunt 5</a:t>
            </a:r>
          </a:p>
          <a:p>
            <a:r>
              <a:rPr lang="nl-BE" noProof="0"/>
              <a:t>Agendapunt 6</a:t>
            </a:r>
          </a:p>
        </p:txBody>
      </p:sp>
      <p:pic>
        <p:nvPicPr>
          <p:cNvPr id="11" name="Howest Logo">
            <a:extLst>
              <a:ext uri="{FF2B5EF4-FFF2-40B4-BE49-F238E27FC236}">
                <a16:creationId xmlns:a16="http://schemas.microsoft.com/office/drawing/2014/main" id="{F0A4337E-4309-4111-B746-78D887371E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838" y="768980"/>
            <a:ext cx="1966095" cy="1007625"/>
          </a:xfrm>
          <a:prstGeom prst="rect">
            <a:avLst/>
          </a:prstGeom>
        </p:spPr>
      </p:pic>
      <p:sp>
        <p:nvSpPr>
          <p:cNvPr id="8" name="TextBox 4">
            <a:extLst>
              <a:ext uri="{FF2B5EF4-FFF2-40B4-BE49-F238E27FC236}">
                <a16:creationId xmlns:a16="http://schemas.microsoft.com/office/drawing/2014/main" id="{DA42037B-F9D4-4CC2-9863-1CC1A6AE5F12}"/>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Inhoud slide</a:t>
            </a:r>
            <a:endParaRPr lang="en-US" sz="1333" b="1">
              <a:solidFill>
                <a:schemeClr val="tx1"/>
              </a:solidFill>
              <a:latin typeface="+mn-lt"/>
              <a:cs typeface="Arial" panose="020B0604020202020204" pitchFamily="34" charset="0"/>
            </a:endParaRPr>
          </a:p>
        </p:txBody>
      </p:sp>
    </p:spTree>
    <p:extLst>
      <p:ext uri="{BB962C8B-B14F-4D97-AF65-F5344CB8AC3E}">
        <p14:creationId xmlns:p14="http://schemas.microsoft.com/office/powerpoint/2010/main" val="206951339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Grote afbeelding">
    <p:spTree>
      <p:nvGrpSpPr>
        <p:cNvPr id="1" name=""/>
        <p:cNvGrpSpPr/>
        <p:nvPr/>
      </p:nvGrpSpPr>
      <p:grpSpPr>
        <a:xfrm>
          <a:off x="0" y="0"/>
          <a:ext cx="0" cy="0"/>
          <a:chOff x="0" y="0"/>
          <a:chExt cx="0" cy="0"/>
        </a:xfrm>
      </p:grpSpPr>
      <p:pic>
        <p:nvPicPr>
          <p:cNvPr id="8" name="template Image TEMP" hidden="1">
            <a:extLst>
              <a:ext uri="{FF2B5EF4-FFF2-40B4-BE49-F238E27FC236}">
                <a16:creationId xmlns:a16="http://schemas.microsoft.com/office/drawing/2014/main" id="{8B469C1A-565F-459B-93C7-43E5D877DA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665795" y="592589"/>
            <a:ext cx="11050419" cy="503845"/>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4" name="Date Placeholder 3"/>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5" name="Footer Placeholder 4"/>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1099200"/>
            <a:ext cx="12192000" cy="5003800"/>
          </a:xfrm>
        </p:spPr>
        <p:txBody>
          <a:bodyPr tIns="1440000">
            <a:normAutofit/>
          </a:bodyPr>
          <a:lstStyle>
            <a:lvl1pPr marL="0" indent="0" algn="ctr">
              <a:buNone/>
              <a:defRPr sz="1067"/>
            </a:lvl1pPr>
          </a:lstStyle>
          <a:p>
            <a:r>
              <a:rPr lang="en-US"/>
              <a:t>Click icon to add picture</a:t>
            </a:r>
            <a:endParaRPr lang="nl-BE"/>
          </a:p>
        </p:txBody>
      </p:sp>
      <p:sp>
        <p:nvSpPr>
          <p:cNvPr id="12" name="TextBox 4">
            <a:extLst>
              <a:ext uri="{FF2B5EF4-FFF2-40B4-BE49-F238E27FC236}">
                <a16:creationId xmlns:a16="http://schemas.microsoft.com/office/drawing/2014/main" id="{22214A23-4B57-4EDB-9FCA-6715CD113D98}"/>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Grote afbeelding slide</a:t>
            </a:r>
            <a:endParaRPr lang="en-US" sz="1333" b="1">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4E33BA09-67C0-408C-8B50-3F1EBDFBB6AD}"/>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11914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Grote afbeelding + floating titel">
    <p:spTree>
      <p:nvGrpSpPr>
        <p:cNvPr id="1" name=""/>
        <p:cNvGrpSpPr/>
        <p:nvPr/>
      </p:nvGrpSpPr>
      <p:grpSpPr>
        <a:xfrm>
          <a:off x="0" y="0"/>
          <a:ext cx="0" cy="0"/>
          <a:chOff x="0" y="0"/>
          <a:chExt cx="0" cy="0"/>
        </a:xfrm>
      </p:grpSpPr>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0" y="0"/>
            <a:ext cx="12192000" cy="6103000"/>
          </a:xfrm>
        </p:spPr>
        <p:txBody>
          <a:bodyPr tIns="1440000">
            <a:normAutofit/>
          </a:bodyPr>
          <a:lstStyle>
            <a:lvl1pPr marL="0" indent="0" algn="ctr">
              <a:buNone/>
              <a:defRPr sz="1067"/>
            </a:lvl1pPr>
          </a:lstStyle>
          <a:p>
            <a:r>
              <a:rPr lang="en-US"/>
              <a:t>Click icon to add picture</a:t>
            </a:r>
            <a:endParaRPr lang="nl-BE"/>
          </a:p>
        </p:txBody>
      </p:sp>
      <p:sp>
        <p:nvSpPr>
          <p:cNvPr id="4" name="Date Placeholder 3"/>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5" name="Footer Placeholder 4"/>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 name="Title 1"/>
          <p:cNvSpPr>
            <a:spLocks noGrp="1"/>
          </p:cNvSpPr>
          <p:nvPr>
            <p:ph type="title" hasCustomPrompt="1"/>
          </p:nvPr>
        </p:nvSpPr>
        <p:spPr>
          <a:xfrm>
            <a:off x="8088351" y="4704402"/>
            <a:ext cx="3620430" cy="503845"/>
          </a:xfrm>
          <a:noFill/>
        </p:spPr>
        <p:txBody>
          <a:bodyPr lIns="0" tIns="0" rIns="0" bIns="0" anchor="b">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16" name="Rechte verbindingslijn 15">
            <a:extLst>
              <a:ext uri="{FF2B5EF4-FFF2-40B4-BE49-F238E27FC236}">
                <a16:creationId xmlns:a16="http://schemas.microsoft.com/office/drawing/2014/main" id="{D2D76672-C87D-44F1-A41F-AA2A35C16DAA}"/>
              </a:ext>
            </a:extLst>
          </p:cNvPr>
          <p:cNvCxnSpPr>
            <a:cxnSpLocks/>
          </p:cNvCxnSpPr>
          <p:nvPr/>
        </p:nvCxnSpPr>
        <p:spPr>
          <a:xfrm>
            <a:off x="8088351" y="5336663"/>
            <a:ext cx="3620430"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2" name="TextBox 4">
            <a:extLst>
              <a:ext uri="{FF2B5EF4-FFF2-40B4-BE49-F238E27FC236}">
                <a16:creationId xmlns:a16="http://schemas.microsoft.com/office/drawing/2014/main" id="{44008270-98F6-42B1-97B7-B77ADCC6D3D0}"/>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Grote afbeelding + </a:t>
            </a:r>
            <a:r>
              <a:rPr lang="nl-NL" sz="1333" b="1" err="1">
                <a:solidFill>
                  <a:schemeClr val="tx1"/>
                </a:solidFill>
                <a:latin typeface="+mn-lt"/>
                <a:cs typeface="Arial" panose="020B0604020202020204" pitchFamily="34" charset="0"/>
              </a:rPr>
              <a:t>floating</a:t>
            </a:r>
            <a:r>
              <a:rPr lang="nl-NL" sz="1333" b="1">
                <a:solidFill>
                  <a:schemeClr val="tx1"/>
                </a:solidFill>
                <a:latin typeface="+mn-lt"/>
                <a:cs typeface="Arial" panose="020B0604020202020204" pitchFamily="34" charset="0"/>
              </a:rPr>
              <a:t> titel slide</a:t>
            </a:r>
            <a:endParaRPr lang="en-US" sz="1333" b="1">
              <a:solidFill>
                <a:schemeClr val="tx1"/>
              </a:solidFill>
              <a:latin typeface="+mn-lt"/>
              <a:cs typeface="Arial" panose="020B0604020202020204" pitchFamily="34" charset="0"/>
            </a:endParaRPr>
          </a:p>
        </p:txBody>
      </p:sp>
      <p:sp>
        <p:nvSpPr>
          <p:cNvPr id="13" name="TextBox 46">
            <a:extLst>
              <a:ext uri="{FF2B5EF4-FFF2-40B4-BE49-F238E27FC236}">
                <a16:creationId xmlns:a16="http://schemas.microsoft.com/office/drawing/2014/main" id="{7F1C870B-2989-4A2B-BF54-AD2979A953E7}"/>
              </a:ext>
            </a:extLst>
          </p:cNvPr>
          <p:cNvSpPr txBox="1"/>
          <p:nvPr/>
        </p:nvSpPr>
        <p:spPr>
          <a:xfrm>
            <a:off x="1" y="6858000"/>
            <a:ext cx="3444511" cy="502958"/>
          </a:xfrm>
          <a:prstGeom prst="rect">
            <a:avLst/>
          </a:prstGeom>
          <a:noFill/>
        </p:spPr>
        <p:txBody>
          <a:bodyPr wrap="square" rtlCol="0">
            <a:spAutoFit/>
          </a:bodyPr>
          <a:lstStyle/>
          <a:p>
            <a:r>
              <a:rPr lang="nl-NL" sz="667">
                <a:latin typeface="+mn-lt"/>
                <a:cs typeface="Arial" panose="020B0604020202020204" pitchFamily="34" charset="0"/>
              </a:rPr>
              <a:t>Verplaats na het invoegen van de foto deze weer naar de achtergrond zodat de titel terug vooraan kom te staan. </a:t>
            </a:r>
            <a:r>
              <a:rPr lang="nl-NL" sz="667" b="1">
                <a:latin typeface="+mn-lt"/>
                <a:cs typeface="Arial" panose="020B0604020202020204" pitchFamily="34" charset="0"/>
              </a:rPr>
              <a:t>(rechtsklikken&gt; naar achtergrond&gt; naar achtergrond)</a:t>
            </a:r>
          </a:p>
          <a:p>
            <a:endParaRPr lang="nl-NL" sz="667">
              <a:latin typeface="+mn-lt"/>
              <a:cs typeface="Arial" panose="020B0604020202020204" pitchFamily="34" charset="0"/>
            </a:endParaRPr>
          </a:p>
          <a:p>
            <a:r>
              <a:rPr lang="nl-NL" sz="667">
                <a:latin typeface="+mn-lt"/>
                <a:cs typeface="Arial" panose="020B0604020202020204" pitchFamily="34" charset="0"/>
              </a:rPr>
              <a:t>Indien de tekst niet genoeg zichtbaar is over de foto, verander de kleur van zwart naar wit.</a:t>
            </a:r>
          </a:p>
        </p:txBody>
      </p:sp>
      <p:sp>
        <p:nvSpPr>
          <p:cNvPr id="17" name="Slide Number Placeholder 5">
            <a:extLst>
              <a:ext uri="{FF2B5EF4-FFF2-40B4-BE49-F238E27FC236}">
                <a16:creationId xmlns:a16="http://schemas.microsoft.com/office/drawing/2014/main" id="{535CD291-C318-4F7C-BE2D-0968FAAC202A}"/>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2502918167"/>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11050419" cy="40692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2" name="TextBox 4">
            <a:extLst>
              <a:ext uri="{FF2B5EF4-FFF2-40B4-BE49-F238E27FC236}">
                <a16:creationId xmlns:a16="http://schemas.microsoft.com/office/drawing/2014/main" id="{88A2F8C1-53AF-4DEB-9965-55FC86D3788C}"/>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Tekst slide</a:t>
            </a:r>
            <a:endParaRPr lang="en-US" sz="1333" b="1">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754E2B3E-4C74-4A6A-953D-C55A6E902B8C}"/>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255666224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ab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4" name="Tijdelijke aanduiding voor tabel 3">
            <a:extLst>
              <a:ext uri="{FF2B5EF4-FFF2-40B4-BE49-F238E27FC236}">
                <a16:creationId xmlns:a16="http://schemas.microsoft.com/office/drawing/2014/main" id="{08476D39-8254-4D49-88E7-E952BF1FA19A}"/>
              </a:ext>
            </a:extLst>
          </p:cNvPr>
          <p:cNvSpPr>
            <a:spLocks noGrp="1" noChangeAspect="1"/>
          </p:cNvSpPr>
          <p:nvPr>
            <p:ph type="tbl" sz="quarter" idx="18"/>
          </p:nvPr>
        </p:nvSpPr>
        <p:spPr>
          <a:xfrm>
            <a:off x="704850" y="1119717"/>
            <a:ext cx="11050059" cy="4520142"/>
          </a:xfrm>
        </p:spPr>
        <p:txBody>
          <a:bodyPr>
            <a:normAutofit/>
          </a:bodyPr>
          <a:lstStyle>
            <a:lvl1pPr marL="0" indent="0" algn="ctr">
              <a:buNone/>
              <a:defRPr/>
            </a:lvl1pPr>
          </a:lstStyle>
          <a:p>
            <a:r>
              <a:rPr lang="en-US" noProof="0"/>
              <a:t>Click icon to add table</a:t>
            </a:r>
            <a:endParaRPr lang="nl-BE" noProof="0"/>
          </a:p>
        </p:txBody>
      </p:sp>
      <p:sp>
        <p:nvSpPr>
          <p:cNvPr id="16" name="TextBox 4">
            <a:extLst>
              <a:ext uri="{FF2B5EF4-FFF2-40B4-BE49-F238E27FC236}">
                <a16:creationId xmlns:a16="http://schemas.microsoft.com/office/drawing/2014/main" id="{8C7A8C97-A0A2-4491-BA0D-727C7CE0B7F3}"/>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Tabel slide</a:t>
            </a:r>
            <a:endParaRPr lang="en-US" sz="1333" b="1">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E298B6C7-E64D-451B-B8F5-BDD2AEEBAC0A}"/>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374245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Leeg met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2" name="TextBox 4">
            <a:extLst>
              <a:ext uri="{FF2B5EF4-FFF2-40B4-BE49-F238E27FC236}">
                <a16:creationId xmlns:a16="http://schemas.microsoft.com/office/drawing/2014/main" id="{892813D1-327F-45DC-8DDF-53948CE8C5F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Lege slide</a:t>
            </a:r>
            <a:endParaRPr lang="en-US" sz="1333" b="1">
              <a:solidFill>
                <a:schemeClr val="tx1"/>
              </a:solidFill>
              <a:latin typeface="+mn-lt"/>
              <a:cs typeface="Arial" panose="020B0604020202020204" pitchFamily="34" charset="0"/>
            </a:endParaRPr>
          </a:p>
        </p:txBody>
      </p:sp>
      <p:sp>
        <p:nvSpPr>
          <p:cNvPr id="10" name="Slide Number Placeholder 5">
            <a:extLst>
              <a:ext uri="{FF2B5EF4-FFF2-40B4-BE49-F238E27FC236}">
                <a16:creationId xmlns:a16="http://schemas.microsoft.com/office/drawing/2014/main" id="{E933CE10-84EB-48D5-9DBB-6D5D909491D9}"/>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2356340318"/>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Leeg zonder titel">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Date Placeholder 3">
            <a:extLst>
              <a:ext uri="{FF2B5EF4-FFF2-40B4-BE49-F238E27FC236}">
                <a16:creationId xmlns:a16="http://schemas.microsoft.com/office/drawing/2014/main" id="{BC003533-BC48-439B-A922-F888963D4AC7}"/>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F1F583E7-15C9-4A51-83EB-9FC4D7B086FC}"/>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9" name="TextBox 4">
            <a:extLst>
              <a:ext uri="{FF2B5EF4-FFF2-40B4-BE49-F238E27FC236}">
                <a16:creationId xmlns:a16="http://schemas.microsoft.com/office/drawing/2014/main" id="{C531524C-A1A5-4485-B21D-E97B5DC3BE3F}"/>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Leeg zonder titel slide</a:t>
            </a:r>
            <a:endParaRPr lang="en-US" sz="1333" b="1">
              <a:solidFill>
                <a:schemeClr val="tx1"/>
              </a:solidFill>
              <a:latin typeface="+mn-lt"/>
              <a:cs typeface="Arial" panose="020B0604020202020204" pitchFamily="34" charset="0"/>
            </a:endParaRPr>
          </a:p>
        </p:txBody>
      </p:sp>
      <p:sp>
        <p:nvSpPr>
          <p:cNvPr id="8" name="Slide Number Placeholder 5">
            <a:extLst>
              <a:ext uri="{FF2B5EF4-FFF2-40B4-BE49-F238E27FC236}">
                <a16:creationId xmlns:a16="http://schemas.microsoft.com/office/drawing/2014/main" id="{A7541285-D923-49F0-9255-B49296C75D20}"/>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702687271"/>
      </p:ext>
    </p:extLst>
  </p:cSld>
  <p:clrMapOvr>
    <a:masterClrMapping/>
  </p:clrMapOvr>
  <p:extLst>
    <p:ext uri="{DCECCB84-F9BA-43D5-87BE-67443E8EF086}">
      <p15:sldGuideLst xmlns:p15="http://schemas.microsoft.com/office/powerpoint/2012/main">
        <p15:guide id="4" pos="1109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1/2 Tekst en 1/2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262794"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5478357" cy="4074337"/>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5484706"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7B17C559-ED41-48AE-90A3-DAFE15716B7C}"/>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7FDB5F77-B327-47F1-9F88-CF970A7A21FD}"/>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TextBox 4">
            <a:extLst>
              <a:ext uri="{FF2B5EF4-FFF2-40B4-BE49-F238E27FC236}">
                <a16:creationId xmlns:a16="http://schemas.microsoft.com/office/drawing/2014/main" id="{6CBDB841-5208-4BD2-9409-EA7134D69442}"/>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1/2 Tekst en 1/2 afbeelding</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E4EA7E3C-8D96-4688-A34D-5E20B15746F3}"/>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361068422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2_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5326" y="1099200"/>
            <a:ext cx="7341219"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3" name="Tijdelijke aanduiding voor tekst 2">
            <a:extLst>
              <a:ext uri="{FF2B5EF4-FFF2-40B4-BE49-F238E27FC236}">
                <a16:creationId xmlns:a16="http://schemas.microsoft.com/office/drawing/2014/main" id="{CBF26FD0-A3C3-48D7-9476-CC92E74B1F11}"/>
              </a:ext>
            </a:extLst>
          </p:cNvPr>
          <p:cNvSpPr>
            <a:spLocks noGrp="1"/>
          </p:cNvSpPr>
          <p:nvPr>
            <p:ph type="body" sz="quarter" idx="18" hasCustomPrompt="1"/>
          </p:nvPr>
        </p:nvSpPr>
        <p:spPr>
          <a:xfrm>
            <a:off x="680663" y="1569600"/>
            <a:ext cx="7339632"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1" name="afbeelding placeholder">
            <a:extLst>
              <a:ext uri="{FF2B5EF4-FFF2-40B4-BE49-F238E27FC236}">
                <a16:creationId xmlns:a16="http://schemas.microsoft.com/office/drawing/2014/main" id="{DF77DBF1-9A0F-498F-B871-134CB42F881D}"/>
              </a:ext>
            </a:extLst>
          </p:cNvPr>
          <p:cNvSpPr>
            <a:spLocks noGrp="1"/>
          </p:cNvSpPr>
          <p:nvPr>
            <p:ph type="pic" sz="quarter" idx="14"/>
          </p:nvPr>
        </p:nvSpPr>
        <p:spPr>
          <a:xfrm>
            <a:off x="8120222"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20" name="TextBox 4">
            <a:extLst>
              <a:ext uri="{FF2B5EF4-FFF2-40B4-BE49-F238E27FC236}">
                <a16:creationId xmlns:a16="http://schemas.microsoft.com/office/drawing/2014/main" id="{D974BD34-E475-4E02-86F0-8932E1B41725}"/>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2/3 Tekst en 1/3 afbeelding</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9B0C9453-241A-4033-BF7E-328616827151}"/>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329655680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Afbeelding en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5478357" cy="4999200"/>
          </a:xfrm>
        </p:spPr>
        <p:txBody>
          <a:bodyPr tIns="1440000">
            <a:normAutofit/>
          </a:bodyPr>
          <a:lstStyle>
            <a:lvl1pPr marL="0" indent="0" algn="ctr">
              <a:buNone/>
              <a:defRPr sz="1067"/>
            </a:lvl1pPr>
          </a:lstStyle>
          <a:p>
            <a:r>
              <a:rPr lang="en-US"/>
              <a:t>Click icon to add picture</a:t>
            </a:r>
            <a:endParaRPr lang="nl-BE"/>
          </a:p>
        </p:txBody>
      </p:sp>
      <p:sp>
        <p:nvSpPr>
          <p:cNvPr id="12" name="TextBox 4">
            <a:extLst>
              <a:ext uri="{FF2B5EF4-FFF2-40B4-BE49-F238E27FC236}">
                <a16:creationId xmlns:a16="http://schemas.microsoft.com/office/drawing/2014/main" id="{E2274F51-95F7-4E5E-815B-1F996E645FE7}"/>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Afbeelding en afbeelding slide</a:t>
            </a:r>
            <a:endParaRPr lang="en-US" sz="1333" b="1">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2D7ADE46-BC5E-4CF0-A652-DEEBD380AB61}"/>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328785881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2 x 2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92B1CA4A-0389-4751-BD3D-D8526698D99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2 x 2 afbeeldingen slide</a:t>
            </a:r>
            <a:endParaRPr lang="en-US" sz="1333" b="1">
              <a:solidFill>
                <a:schemeClr val="tx1"/>
              </a:solidFill>
              <a:latin typeface="+mn-lt"/>
              <a:cs typeface="Arial" panose="020B0604020202020204" pitchFamily="34" charset="0"/>
            </a:endParaRPr>
          </a:p>
        </p:txBody>
      </p:sp>
      <p:sp>
        <p:nvSpPr>
          <p:cNvPr id="15" name="afbeelding placeholder">
            <a:extLst>
              <a:ext uri="{FF2B5EF4-FFF2-40B4-BE49-F238E27FC236}">
                <a16:creationId xmlns:a16="http://schemas.microsoft.com/office/drawing/2014/main" id="{82CCC512-3142-40C3-84D6-0EEE34ABAA8E}"/>
              </a:ext>
            </a:extLst>
          </p:cNvPr>
          <p:cNvSpPr>
            <a:spLocks noGrp="1"/>
          </p:cNvSpPr>
          <p:nvPr>
            <p:ph type="pic" sz="quarter" idx="15"/>
          </p:nvPr>
        </p:nvSpPr>
        <p:spPr>
          <a:xfrm>
            <a:off x="693600" y="3648795"/>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22" name="afbeelding placeholder">
            <a:extLst>
              <a:ext uri="{FF2B5EF4-FFF2-40B4-BE49-F238E27FC236}">
                <a16:creationId xmlns:a16="http://schemas.microsoft.com/office/drawing/2014/main" id="{EFC31C83-3462-44CC-A863-6C9D9ADF81D9}"/>
              </a:ext>
            </a:extLst>
          </p:cNvPr>
          <p:cNvSpPr>
            <a:spLocks noGrp="1"/>
          </p:cNvSpPr>
          <p:nvPr>
            <p:ph type="pic" sz="quarter" idx="16"/>
          </p:nvPr>
        </p:nvSpPr>
        <p:spPr>
          <a:xfrm>
            <a:off x="6264000" y="3648795"/>
            <a:ext cx="5478357" cy="2448000"/>
          </a:xfrm>
        </p:spPr>
        <p:txBody>
          <a:bodyPr tIns="1440000">
            <a:normAutofit/>
          </a:bodyPr>
          <a:lstStyle>
            <a:lvl1pPr marL="0" indent="0" algn="ctr">
              <a:buNone/>
              <a:defRPr sz="1067"/>
            </a:lvl1pPr>
          </a:lstStyle>
          <a:p>
            <a:r>
              <a:rPr lang="en-US"/>
              <a:t>Click icon to add picture</a:t>
            </a:r>
            <a:endParaRPr lang="nl-BE"/>
          </a:p>
        </p:txBody>
      </p:sp>
      <p:sp>
        <p:nvSpPr>
          <p:cNvPr id="13" name="Slide Number Placeholder 5">
            <a:extLst>
              <a:ext uri="{FF2B5EF4-FFF2-40B4-BE49-F238E27FC236}">
                <a16:creationId xmlns:a16="http://schemas.microsoft.com/office/drawing/2014/main" id="{11AD4B49-588B-4FA0-AB7E-1A35BB2C644B}"/>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6691323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3 x Afbeelding">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8120222" y="1099200"/>
            <a:ext cx="3625850" cy="4999200"/>
          </a:xfrm>
        </p:spPr>
        <p:txBody>
          <a:bodyPr tIns="1440000">
            <a:normAutofit/>
          </a:bodyPr>
          <a:lstStyle>
            <a:lvl1pPr marL="0" indent="0" algn="ctr">
              <a:buNone/>
              <a:defRPr sz="1067"/>
            </a:lvl1pPr>
          </a:lstStyle>
          <a:p>
            <a:r>
              <a:rPr lang="en-US"/>
              <a:t>Click icon to add picture</a:t>
            </a:r>
            <a:endParaRPr lang="nl-BE"/>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4406900" y="1099200"/>
            <a:ext cx="3625850" cy="49992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009A3169-8C0D-4A2D-9C66-BE525BCD338D}"/>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3 x Afbeelding slide</a:t>
            </a:r>
            <a:endParaRPr lang="en-US" sz="1333" b="1">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A7D7A479-4D38-43A0-BAB1-00DE90D031CD}"/>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22453357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4 x Afbeelding">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NL"/>
              <a:t>Titel</a:t>
            </a:r>
            <a:endParaRPr lang="en-US"/>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3478266"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9047322" y="1099200"/>
            <a:ext cx="2698750" cy="4999200"/>
          </a:xfrm>
        </p:spPr>
        <p:txBody>
          <a:bodyPr tIns="1440000">
            <a:normAutofit/>
          </a:bodyPr>
          <a:lstStyle>
            <a:lvl1pPr marL="0" indent="0" algn="ctr">
              <a:buNone/>
              <a:defRPr sz="1067"/>
            </a:lvl1pPr>
          </a:lstStyle>
          <a:p>
            <a:r>
              <a:rPr lang="en-US"/>
              <a:t>Click icon to add picture</a:t>
            </a:r>
            <a:endParaRPr lang="nl-BE"/>
          </a:p>
        </p:txBody>
      </p:sp>
      <p:sp>
        <p:nvSpPr>
          <p:cNvPr id="21" name="TextBox 4">
            <a:extLst>
              <a:ext uri="{FF2B5EF4-FFF2-40B4-BE49-F238E27FC236}">
                <a16:creationId xmlns:a16="http://schemas.microsoft.com/office/drawing/2014/main" id="{BB27EBDF-C895-4A3E-8D3F-1D5142CF7789}"/>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4 x Afbeelding slide</a:t>
            </a:r>
            <a:endParaRPr lang="en-US" sz="1333" b="1">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71E88DA-619D-423F-AE47-6EC96B62FB4C}"/>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598671900"/>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3 x Afbeelding en tekst">
    <p:spTree>
      <p:nvGrpSpPr>
        <p:cNvPr id="1" name=""/>
        <p:cNvGrpSpPr/>
        <p:nvPr/>
      </p:nvGrpSpPr>
      <p:grpSpPr>
        <a:xfrm>
          <a:off x="0" y="0"/>
          <a:ext cx="0" cy="0"/>
          <a:chOff x="0" y="0"/>
          <a:chExt cx="0" cy="0"/>
        </a:xfrm>
      </p:grpSpPr>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8120222" y="1099200"/>
            <a:ext cx="3625850" cy="1759200"/>
          </a:xfrm>
        </p:spPr>
        <p:txBody>
          <a:bodyPr tIns="1440000">
            <a:normAutofit/>
          </a:bodyPr>
          <a:lstStyle>
            <a:lvl1pPr marL="0" indent="0" algn="ctr">
              <a:buNone/>
              <a:defRPr sz="1067"/>
            </a:lvl1pPr>
          </a:lstStyle>
          <a:p>
            <a:r>
              <a:rPr lang="en-US"/>
              <a:t>Click icon to add picture</a:t>
            </a:r>
            <a:endParaRPr lang="nl-BE"/>
          </a:p>
        </p:txBody>
      </p:sp>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0"/>
            <a:ext cx="3625850" cy="1759200"/>
          </a:xfrm>
        </p:spPr>
        <p:txBody>
          <a:bodyPr tIns="1440000">
            <a:normAutofit/>
          </a:bodyPr>
          <a:lstStyle>
            <a:lvl1pPr marL="0" indent="0" algn="ctr">
              <a:buNone/>
              <a:defRPr sz="1067"/>
            </a:lvl1pPr>
          </a:lstStyle>
          <a:p>
            <a:r>
              <a:rPr lang="en-US"/>
              <a:t>Click icon to add picture</a:t>
            </a:r>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4406900" y="1099200"/>
            <a:ext cx="3625850" cy="1759200"/>
          </a:xfrm>
        </p:spPr>
        <p:txBody>
          <a:bodyPr tIns="1440000">
            <a:normAutofit/>
          </a:bodyPr>
          <a:lstStyle>
            <a:lvl1pPr marL="0" indent="0" algn="ctr">
              <a:buNone/>
              <a:defRPr sz="1067"/>
            </a:lvl1pPr>
          </a:lstStyle>
          <a:p>
            <a:r>
              <a:rPr lang="en-US"/>
              <a:t>Click icon to add picture</a:t>
            </a:r>
            <a:endParaRPr lang="nl-BE"/>
          </a:p>
        </p:txBody>
      </p:sp>
      <p:sp>
        <p:nvSpPr>
          <p:cNvPr id="21" name="tekst 2">
            <a:extLst>
              <a:ext uri="{FF2B5EF4-FFF2-40B4-BE49-F238E27FC236}">
                <a16:creationId xmlns:a16="http://schemas.microsoft.com/office/drawing/2014/main" id="{2C9D76FB-B5C8-4189-9BD7-56BAEF2C5585}"/>
              </a:ext>
            </a:extLst>
          </p:cNvPr>
          <p:cNvSpPr>
            <a:spLocks noGrp="1"/>
          </p:cNvSpPr>
          <p:nvPr>
            <p:ph type="body" sz="quarter" idx="17" hasCustomPrompt="1"/>
          </p:nvPr>
        </p:nvSpPr>
        <p:spPr>
          <a:xfrm>
            <a:off x="700087" y="2842632"/>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99919468-E4E2-4DD7-A749-A135BF3C1605}"/>
              </a:ext>
            </a:extLst>
          </p:cNvPr>
          <p:cNvSpPr>
            <a:spLocks noGrp="1"/>
          </p:cNvSpPr>
          <p:nvPr>
            <p:ph type="body" sz="quarter" idx="18" hasCustomPrompt="1"/>
          </p:nvPr>
        </p:nvSpPr>
        <p:spPr>
          <a:xfrm>
            <a:off x="4406399" y="2841600"/>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115EA5E1-3426-4F50-8A79-52A1F52C5A34}"/>
              </a:ext>
            </a:extLst>
          </p:cNvPr>
          <p:cNvSpPr>
            <a:spLocks noGrp="1"/>
          </p:cNvSpPr>
          <p:nvPr>
            <p:ph type="body" sz="quarter" idx="19" hasCustomPrompt="1"/>
          </p:nvPr>
        </p:nvSpPr>
        <p:spPr>
          <a:xfrm>
            <a:off x="8119199" y="2841600"/>
            <a:ext cx="362640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xtBox 4">
            <a:extLst>
              <a:ext uri="{FF2B5EF4-FFF2-40B4-BE49-F238E27FC236}">
                <a16:creationId xmlns:a16="http://schemas.microsoft.com/office/drawing/2014/main" id="{88A38384-9998-4BC5-BA90-E15895259F2B}"/>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3 x Afbeelding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
        <p:nvSpPr>
          <p:cNvPr id="15" name="Slide Number Placeholder 5">
            <a:extLst>
              <a:ext uri="{FF2B5EF4-FFF2-40B4-BE49-F238E27FC236}">
                <a16:creationId xmlns:a16="http://schemas.microsoft.com/office/drawing/2014/main" id="{373E7580-50F0-4BA7-B9B0-F25DEFBE5C93}"/>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70929582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4 x Afbeelding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93738"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0" name="afbeelding placeholder">
            <a:extLst>
              <a:ext uri="{FF2B5EF4-FFF2-40B4-BE49-F238E27FC236}">
                <a16:creationId xmlns:a16="http://schemas.microsoft.com/office/drawing/2014/main" id="{8079D545-5B83-4040-948C-2702F46AFFC2}"/>
              </a:ext>
            </a:extLst>
          </p:cNvPr>
          <p:cNvSpPr>
            <a:spLocks noGrp="1"/>
          </p:cNvSpPr>
          <p:nvPr>
            <p:ph type="pic" sz="quarter" idx="14"/>
          </p:nvPr>
        </p:nvSpPr>
        <p:spPr>
          <a:xfrm>
            <a:off x="6262794"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a:extLst>
              <a:ext uri="{FF2B5EF4-FFF2-40B4-BE49-F238E27FC236}">
                <a16:creationId xmlns:a16="http://schemas.microsoft.com/office/drawing/2014/main" id="{5F2D9633-36C4-4FE7-93AA-868431641FFF}"/>
              </a:ext>
            </a:extLst>
          </p:cNvPr>
          <p:cNvSpPr>
            <a:spLocks noGrp="1"/>
          </p:cNvSpPr>
          <p:nvPr>
            <p:ph type="pic" sz="quarter" idx="15"/>
          </p:nvPr>
        </p:nvSpPr>
        <p:spPr>
          <a:xfrm>
            <a:off x="3478266"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13" name="afbeelding placeholder">
            <a:extLst>
              <a:ext uri="{FF2B5EF4-FFF2-40B4-BE49-F238E27FC236}">
                <a16:creationId xmlns:a16="http://schemas.microsoft.com/office/drawing/2014/main" id="{4622EB30-198A-45C2-B1E5-FA0B9C14C60D}"/>
              </a:ext>
            </a:extLst>
          </p:cNvPr>
          <p:cNvSpPr>
            <a:spLocks noGrp="1"/>
          </p:cNvSpPr>
          <p:nvPr>
            <p:ph type="pic" sz="quarter" idx="16"/>
          </p:nvPr>
        </p:nvSpPr>
        <p:spPr>
          <a:xfrm>
            <a:off x="9047322" y="1099201"/>
            <a:ext cx="2698750" cy="1758950"/>
          </a:xfrm>
        </p:spPr>
        <p:txBody>
          <a:bodyPr tIns="1440000">
            <a:normAutofit/>
          </a:bodyPr>
          <a:lstStyle>
            <a:lvl1pPr marL="0" indent="0" algn="ctr">
              <a:buNone/>
              <a:defRPr sz="1067"/>
            </a:lvl1pPr>
          </a:lstStyle>
          <a:p>
            <a:r>
              <a:rPr lang="en-US"/>
              <a:t>Click icon to add picture</a:t>
            </a:r>
            <a:endParaRPr lang="nl-BE"/>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700088" y="2842632"/>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3478265"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6262794"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9047322"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5" name="TextBox 4">
            <a:extLst>
              <a:ext uri="{FF2B5EF4-FFF2-40B4-BE49-F238E27FC236}">
                <a16:creationId xmlns:a16="http://schemas.microsoft.com/office/drawing/2014/main" id="{59DAB652-AFD5-4D77-ACBB-A5CC3110B332}"/>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4 x Afbeelding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
        <p:nvSpPr>
          <p:cNvPr id="26" name="Slide Number Placeholder 5">
            <a:extLst>
              <a:ext uri="{FF2B5EF4-FFF2-40B4-BE49-F238E27FC236}">
                <a16:creationId xmlns:a16="http://schemas.microsoft.com/office/drawing/2014/main" id="{B322D117-B4F5-4509-AFFC-9390DA3CF0C5}"/>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64666437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4 x Grafiek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16" name="Date Placeholder 3">
            <a:extLst>
              <a:ext uri="{FF2B5EF4-FFF2-40B4-BE49-F238E27FC236}">
                <a16:creationId xmlns:a16="http://schemas.microsoft.com/office/drawing/2014/main" id="{CBBEEC4F-5426-4F05-B96C-AD5513ABE5C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19" name="Footer Placeholder 4">
            <a:extLst>
              <a:ext uri="{FF2B5EF4-FFF2-40B4-BE49-F238E27FC236}">
                <a16:creationId xmlns:a16="http://schemas.microsoft.com/office/drawing/2014/main" id="{AE0DE597-1C12-43AF-8CDA-EAFFEDDDBEF7}"/>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1" name="tekst 2">
            <a:extLst>
              <a:ext uri="{FF2B5EF4-FFF2-40B4-BE49-F238E27FC236}">
                <a16:creationId xmlns:a16="http://schemas.microsoft.com/office/drawing/2014/main" id="{4122F8F5-104B-4819-A14B-2146F8DF983F}"/>
              </a:ext>
            </a:extLst>
          </p:cNvPr>
          <p:cNvSpPr>
            <a:spLocks noGrp="1"/>
          </p:cNvSpPr>
          <p:nvPr>
            <p:ph type="body" sz="quarter" idx="17" hasCustomPrompt="1"/>
          </p:nvPr>
        </p:nvSpPr>
        <p:spPr>
          <a:xfrm>
            <a:off x="700088" y="2842632"/>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2" name="tekst 2">
            <a:extLst>
              <a:ext uri="{FF2B5EF4-FFF2-40B4-BE49-F238E27FC236}">
                <a16:creationId xmlns:a16="http://schemas.microsoft.com/office/drawing/2014/main" id="{282FC339-B1B5-4159-8648-002E9F1CF62F}"/>
              </a:ext>
            </a:extLst>
          </p:cNvPr>
          <p:cNvSpPr>
            <a:spLocks noGrp="1"/>
          </p:cNvSpPr>
          <p:nvPr>
            <p:ph type="body" sz="quarter" idx="18" hasCustomPrompt="1"/>
          </p:nvPr>
        </p:nvSpPr>
        <p:spPr>
          <a:xfrm>
            <a:off x="3478265"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3" name="tekst 2">
            <a:extLst>
              <a:ext uri="{FF2B5EF4-FFF2-40B4-BE49-F238E27FC236}">
                <a16:creationId xmlns:a16="http://schemas.microsoft.com/office/drawing/2014/main" id="{04B33FD7-F31A-4199-B81F-93BB91AE4A7B}"/>
              </a:ext>
            </a:extLst>
          </p:cNvPr>
          <p:cNvSpPr>
            <a:spLocks noGrp="1"/>
          </p:cNvSpPr>
          <p:nvPr>
            <p:ph type="body" sz="quarter" idx="19" hasCustomPrompt="1"/>
          </p:nvPr>
        </p:nvSpPr>
        <p:spPr>
          <a:xfrm>
            <a:off x="6262794"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24" name="tekst 2">
            <a:extLst>
              <a:ext uri="{FF2B5EF4-FFF2-40B4-BE49-F238E27FC236}">
                <a16:creationId xmlns:a16="http://schemas.microsoft.com/office/drawing/2014/main" id="{092C2D3D-C7DF-408D-BE0C-A73771486B95}"/>
              </a:ext>
            </a:extLst>
          </p:cNvPr>
          <p:cNvSpPr>
            <a:spLocks noGrp="1"/>
          </p:cNvSpPr>
          <p:nvPr>
            <p:ph type="body" sz="quarter" idx="20" hasCustomPrompt="1"/>
          </p:nvPr>
        </p:nvSpPr>
        <p:spPr>
          <a:xfrm>
            <a:off x="9047322" y="2841600"/>
            <a:ext cx="2698750" cy="2856000"/>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3" name="Tijdelijke aanduiding voor grafiek 2">
            <a:extLst>
              <a:ext uri="{FF2B5EF4-FFF2-40B4-BE49-F238E27FC236}">
                <a16:creationId xmlns:a16="http://schemas.microsoft.com/office/drawing/2014/main" id="{954FC3A0-5B09-46B3-AF11-1AA71E7BE9D0}"/>
              </a:ext>
            </a:extLst>
          </p:cNvPr>
          <p:cNvSpPr>
            <a:spLocks noGrp="1"/>
          </p:cNvSpPr>
          <p:nvPr>
            <p:ph type="chart" sz="quarter" idx="21"/>
          </p:nvPr>
        </p:nvSpPr>
        <p:spPr>
          <a:xfrm>
            <a:off x="9047321" y="1099201"/>
            <a:ext cx="2698750" cy="1758949"/>
          </a:xfrm>
        </p:spPr>
        <p:txBody>
          <a:bodyPr>
            <a:normAutofit/>
          </a:bodyPr>
          <a:lstStyle>
            <a:lvl1pPr marL="0" indent="0" algn="ctr">
              <a:buNone/>
              <a:defRPr sz="1067"/>
            </a:lvl1pPr>
          </a:lstStyle>
          <a:p>
            <a:r>
              <a:rPr lang="en-US"/>
              <a:t>Click icon to add chart</a:t>
            </a:r>
            <a:endParaRPr lang="nl-BE"/>
          </a:p>
        </p:txBody>
      </p:sp>
      <p:sp>
        <p:nvSpPr>
          <p:cNvPr id="25" name="Tijdelijke aanduiding voor grafiek 2">
            <a:extLst>
              <a:ext uri="{FF2B5EF4-FFF2-40B4-BE49-F238E27FC236}">
                <a16:creationId xmlns:a16="http://schemas.microsoft.com/office/drawing/2014/main" id="{E8ED0ED7-31CC-4369-A3E5-B0BED19B6AC7}"/>
              </a:ext>
            </a:extLst>
          </p:cNvPr>
          <p:cNvSpPr>
            <a:spLocks noGrp="1"/>
          </p:cNvSpPr>
          <p:nvPr>
            <p:ph type="chart" sz="quarter" idx="22"/>
          </p:nvPr>
        </p:nvSpPr>
        <p:spPr>
          <a:xfrm>
            <a:off x="704851" y="1099200"/>
            <a:ext cx="2698750" cy="1758949"/>
          </a:xfrm>
        </p:spPr>
        <p:txBody>
          <a:bodyPr>
            <a:normAutofit/>
          </a:bodyPr>
          <a:lstStyle>
            <a:lvl1pPr marL="0" indent="0" algn="ctr">
              <a:buNone/>
              <a:defRPr sz="1067"/>
            </a:lvl1pPr>
          </a:lstStyle>
          <a:p>
            <a:r>
              <a:rPr lang="en-US"/>
              <a:t>Click icon to add chart</a:t>
            </a:r>
            <a:endParaRPr lang="nl-BE"/>
          </a:p>
        </p:txBody>
      </p:sp>
      <p:sp>
        <p:nvSpPr>
          <p:cNvPr id="26" name="Tijdelijke aanduiding voor grafiek 2">
            <a:extLst>
              <a:ext uri="{FF2B5EF4-FFF2-40B4-BE49-F238E27FC236}">
                <a16:creationId xmlns:a16="http://schemas.microsoft.com/office/drawing/2014/main" id="{208D46EB-D604-4977-8266-2D9F94EB29AA}"/>
              </a:ext>
            </a:extLst>
          </p:cNvPr>
          <p:cNvSpPr>
            <a:spLocks noGrp="1"/>
          </p:cNvSpPr>
          <p:nvPr>
            <p:ph type="chart" sz="quarter" idx="23"/>
          </p:nvPr>
        </p:nvSpPr>
        <p:spPr>
          <a:xfrm>
            <a:off x="3485674" y="1099200"/>
            <a:ext cx="2698750" cy="1758949"/>
          </a:xfrm>
        </p:spPr>
        <p:txBody>
          <a:bodyPr>
            <a:normAutofit/>
          </a:bodyPr>
          <a:lstStyle>
            <a:lvl1pPr marL="0" indent="0" algn="ctr">
              <a:buNone/>
              <a:defRPr sz="1067"/>
            </a:lvl1pPr>
          </a:lstStyle>
          <a:p>
            <a:r>
              <a:rPr lang="en-US"/>
              <a:t>Click icon to add chart</a:t>
            </a:r>
            <a:endParaRPr lang="nl-BE"/>
          </a:p>
        </p:txBody>
      </p:sp>
      <p:sp>
        <p:nvSpPr>
          <p:cNvPr id="27" name="Tijdelijke aanduiding voor grafiek 2">
            <a:extLst>
              <a:ext uri="{FF2B5EF4-FFF2-40B4-BE49-F238E27FC236}">
                <a16:creationId xmlns:a16="http://schemas.microsoft.com/office/drawing/2014/main" id="{82703302-D87B-48DC-ACE7-F126874EE444}"/>
              </a:ext>
            </a:extLst>
          </p:cNvPr>
          <p:cNvSpPr>
            <a:spLocks noGrp="1"/>
          </p:cNvSpPr>
          <p:nvPr>
            <p:ph type="chart" sz="quarter" idx="24"/>
          </p:nvPr>
        </p:nvSpPr>
        <p:spPr>
          <a:xfrm>
            <a:off x="6266498" y="1099200"/>
            <a:ext cx="2698750" cy="1758949"/>
          </a:xfrm>
        </p:spPr>
        <p:txBody>
          <a:bodyPr>
            <a:normAutofit/>
          </a:bodyPr>
          <a:lstStyle>
            <a:lvl1pPr marL="0" indent="0" algn="ctr">
              <a:buNone/>
              <a:defRPr sz="1067"/>
            </a:lvl1pPr>
          </a:lstStyle>
          <a:p>
            <a:r>
              <a:rPr lang="en-US"/>
              <a:t>Click icon to add chart</a:t>
            </a:r>
            <a:endParaRPr lang="nl-BE"/>
          </a:p>
        </p:txBody>
      </p:sp>
      <p:sp>
        <p:nvSpPr>
          <p:cNvPr id="20" name="TextBox 4">
            <a:extLst>
              <a:ext uri="{FF2B5EF4-FFF2-40B4-BE49-F238E27FC236}">
                <a16:creationId xmlns:a16="http://schemas.microsoft.com/office/drawing/2014/main" id="{DB6ED84B-8E7F-4228-B427-1EDE681C5A63}"/>
              </a:ext>
            </a:extLst>
          </p:cNvPr>
          <p:cNvSpPr txBox="1"/>
          <p:nvPr/>
        </p:nvSpPr>
        <p:spPr>
          <a:xfrm>
            <a:off x="8405793" y="-352283"/>
            <a:ext cx="3775968" cy="297454"/>
          </a:xfrm>
          <a:prstGeom prst="rect">
            <a:avLst/>
          </a:prstGeom>
          <a:noFill/>
        </p:spPr>
        <p:txBody>
          <a:bodyPr wrap="square" rtlCol="0">
            <a:spAutoFit/>
          </a:bodyPr>
          <a:lstStyle/>
          <a:p>
            <a:pPr algn="r"/>
            <a:r>
              <a:rPr lang="nl-BE" sz="1333" b="1">
                <a:solidFill>
                  <a:schemeClr val="tx1"/>
                </a:solidFill>
                <a:latin typeface="+mn-lt"/>
                <a:cs typeface="Arial" panose="020B0604020202020204" pitchFamily="34" charset="0"/>
              </a:rPr>
              <a:t>4 x Grafiek en tekst</a:t>
            </a:r>
            <a:r>
              <a:rPr lang="nl-NL" sz="1333" b="1">
                <a:solidFill>
                  <a:schemeClr val="tx1"/>
                </a:solidFill>
                <a:latin typeface="+mn-lt"/>
                <a:cs typeface="Arial" panose="020B0604020202020204" pitchFamily="34" charset="0"/>
              </a:rPr>
              <a:t> slide</a:t>
            </a:r>
            <a:endParaRPr lang="en-US" sz="1333" b="1">
              <a:solidFill>
                <a:schemeClr val="tx1"/>
              </a:solidFill>
              <a:latin typeface="+mn-lt"/>
              <a:cs typeface="Arial" panose="020B0604020202020204" pitchFamily="34" charset="0"/>
            </a:endParaRPr>
          </a:p>
        </p:txBody>
      </p:sp>
      <p:sp>
        <p:nvSpPr>
          <p:cNvPr id="28" name="Slide Number Placeholder 5">
            <a:extLst>
              <a:ext uri="{FF2B5EF4-FFF2-40B4-BE49-F238E27FC236}">
                <a16:creationId xmlns:a16="http://schemas.microsoft.com/office/drawing/2014/main" id="{C4CEE009-8E85-4C17-8940-2ECFA7416A87}"/>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66137578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ekst en 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0"/>
            <a:ext cx="3634019"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4402706" y="1099199"/>
            <a:ext cx="7338444" cy="4999200"/>
          </a:xfrm>
        </p:spPr>
        <p:txBody>
          <a:bodyPr>
            <a:normAutofit/>
          </a:bodyPr>
          <a:lstStyle>
            <a:lvl1pPr marL="0" indent="0" algn="ctr">
              <a:buNone/>
              <a:defRPr sz="1067"/>
            </a:lvl1pPr>
          </a:lstStyle>
          <a:p>
            <a:r>
              <a:rPr lang="en-US"/>
              <a:t>Click icon to add chart</a:t>
            </a:r>
            <a:endParaRPr lang="nl-BE"/>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3" name="TextBox 4">
            <a:extLst>
              <a:ext uri="{FF2B5EF4-FFF2-40B4-BE49-F238E27FC236}">
                <a16:creationId xmlns:a16="http://schemas.microsoft.com/office/drawing/2014/main" id="{A500405E-274E-4C95-9B93-F6B1F82EF01B}"/>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1/3 Tekst en 2/3 grafiek slide</a:t>
            </a:r>
            <a:endParaRPr lang="en-US" sz="1333" b="1">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0B746D04-F8B5-4633-8AF7-A2B6C0815590}"/>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129714156"/>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Grafiek">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sp>
        <p:nvSpPr>
          <p:cNvPr id="6" name="Tijdelijke aanduiding voor grafiek 5">
            <a:extLst>
              <a:ext uri="{FF2B5EF4-FFF2-40B4-BE49-F238E27FC236}">
                <a16:creationId xmlns:a16="http://schemas.microsoft.com/office/drawing/2014/main" id="{614134C0-F4E4-44CC-8706-88387C9D5861}"/>
              </a:ext>
            </a:extLst>
          </p:cNvPr>
          <p:cNvSpPr>
            <a:spLocks noGrp="1"/>
          </p:cNvSpPr>
          <p:nvPr>
            <p:ph type="chart" sz="quarter" idx="18"/>
          </p:nvPr>
        </p:nvSpPr>
        <p:spPr>
          <a:xfrm>
            <a:off x="701675" y="1099200"/>
            <a:ext cx="11039475" cy="4983689"/>
          </a:xfrm>
        </p:spPr>
        <p:txBody>
          <a:bodyPr>
            <a:normAutofit/>
          </a:bodyPr>
          <a:lstStyle>
            <a:lvl1pPr marL="0" indent="0" algn="ctr">
              <a:buNone/>
              <a:defRPr sz="1067"/>
            </a:lvl1pPr>
          </a:lstStyle>
          <a:p>
            <a:r>
              <a:rPr lang="en-US"/>
              <a:t>Click icon to add chart</a:t>
            </a:r>
            <a:endParaRPr lang="nl-BE"/>
          </a:p>
        </p:txBody>
      </p:sp>
      <p:cxnSp>
        <p:nvCxnSpPr>
          <p:cNvPr id="16" name="Rechte verbindingslijn 15">
            <a:extLst>
              <a:ext uri="{FF2B5EF4-FFF2-40B4-BE49-F238E27FC236}">
                <a16:creationId xmlns:a16="http://schemas.microsoft.com/office/drawing/2014/main" id="{4F905B5B-8045-449F-895D-38D309C4501E}"/>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9" name="Date Placeholder 3">
            <a:extLst>
              <a:ext uri="{FF2B5EF4-FFF2-40B4-BE49-F238E27FC236}">
                <a16:creationId xmlns:a16="http://schemas.microsoft.com/office/drawing/2014/main" id="{8B491326-6D81-4D11-8B65-BA927C226970}"/>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7054F025-F953-4787-9A33-0B39B2404125}"/>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2" name="TextBox 4">
            <a:extLst>
              <a:ext uri="{FF2B5EF4-FFF2-40B4-BE49-F238E27FC236}">
                <a16:creationId xmlns:a16="http://schemas.microsoft.com/office/drawing/2014/main" id="{C2C04373-6D00-42D5-86E3-4AF79B52EF61}"/>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Grafiek slide</a:t>
            </a:r>
            <a:endParaRPr lang="en-US" sz="1333" b="1">
              <a:solidFill>
                <a:schemeClr val="tx1"/>
              </a:solidFill>
              <a:latin typeface="+mn-lt"/>
              <a:cs typeface="Arial" panose="020B0604020202020204" pitchFamily="34" charset="0"/>
            </a:endParaRPr>
          </a:p>
        </p:txBody>
      </p:sp>
      <p:sp>
        <p:nvSpPr>
          <p:cNvPr id="13" name="Slide Number Placeholder 5">
            <a:extLst>
              <a:ext uri="{FF2B5EF4-FFF2-40B4-BE49-F238E27FC236}">
                <a16:creationId xmlns:a16="http://schemas.microsoft.com/office/drawing/2014/main" id="{BB1B3D76-87F5-4241-8BC7-B14883BF9BD9}"/>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418655176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ekst en tekst">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69601"/>
            <a:ext cx="5478357" cy="4071868"/>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6187200" y="1569601"/>
            <a:ext cx="5545263" cy="4071868"/>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Date Placeholder 3">
            <a:extLst>
              <a:ext uri="{FF2B5EF4-FFF2-40B4-BE49-F238E27FC236}">
                <a16:creationId xmlns:a16="http://schemas.microsoft.com/office/drawing/2014/main" id="{64A6FC45-6288-4234-BD0E-2E4FD3701752}"/>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0" name="Footer Placeholder 4">
            <a:extLst>
              <a:ext uri="{FF2B5EF4-FFF2-40B4-BE49-F238E27FC236}">
                <a16:creationId xmlns:a16="http://schemas.microsoft.com/office/drawing/2014/main" id="{5B38A2BD-CD2D-4371-8728-9584522E5B28}"/>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1" name="TextBox 4">
            <a:extLst>
              <a:ext uri="{FF2B5EF4-FFF2-40B4-BE49-F238E27FC236}">
                <a16:creationId xmlns:a16="http://schemas.microsoft.com/office/drawing/2014/main" id="{B76F8740-BA9B-4238-9C9D-5EB368209556}"/>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1/2 Tekst en 1/2 tekst slide</a:t>
            </a:r>
            <a:endParaRPr lang="en-US" sz="1333" b="1">
              <a:solidFill>
                <a:schemeClr val="tx1"/>
              </a:solidFill>
              <a:latin typeface="+mn-lt"/>
              <a:cs typeface="Arial" panose="020B0604020202020204" pitchFamily="34" charset="0"/>
            </a:endParaRPr>
          </a:p>
        </p:txBody>
      </p:sp>
      <p:sp>
        <p:nvSpPr>
          <p:cNvPr id="12" name="Slide Number Placeholder 5">
            <a:extLst>
              <a:ext uri="{FF2B5EF4-FFF2-40B4-BE49-F238E27FC236}">
                <a16:creationId xmlns:a16="http://schemas.microsoft.com/office/drawing/2014/main" id="{7FE107D6-62B0-4C84-B71F-6083B8886F21}"/>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185688293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ekst en tekst met titels">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088" y="1573782"/>
            <a:ext cx="5478357"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13" name="Rechte verbindingslijn 12">
            <a:extLst>
              <a:ext uri="{FF2B5EF4-FFF2-40B4-BE49-F238E27FC236}">
                <a16:creationId xmlns:a16="http://schemas.microsoft.com/office/drawing/2014/main" id="{7110FD9F-E4AC-400C-8565-106120363BBA}"/>
              </a:ext>
            </a:extLst>
          </p:cNvPr>
          <p:cNvCxnSpPr>
            <a:cxnSpLocks/>
          </p:cNvCxnSpPr>
          <p:nvPr/>
        </p:nvCxnSpPr>
        <p:spPr>
          <a:xfrm>
            <a:off x="693738" y="1099200"/>
            <a:ext cx="11039475"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16" name="Tijdelijke aanduiding voor tekst 2">
            <a:extLst>
              <a:ext uri="{FF2B5EF4-FFF2-40B4-BE49-F238E27FC236}">
                <a16:creationId xmlns:a16="http://schemas.microsoft.com/office/drawing/2014/main" id="{FD4BBC61-64E8-48C4-9538-1D4C3F6AC215}"/>
              </a:ext>
            </a:extLst>
          </p:cNvPr>
          <p:cNvSpPr>
            <a:spLocks noGrp="1"/>
          </p:cNvSpPr>
          <p:nvPr>
            <p:ph type="body" sz="quarter" idx="18" hasCustomPrompt="1"/>
          </p:nvPr>
        </p:nvSpPr>
        <p:spPr>
          <a:xfrm>
            <a:off x="6187950" y="1581714"/>
            <a:ext cx="5545263" cy="4520669"/>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9" name="Tijdelijke aanduiding voor tekst 2">
            <a:extLst>
              <a:ext uri="{FF2B5EF4-FFF2-40B4-BE49-F238E27FC236}">
                <a16:creationId xmlns:a16="http://schemas.microsoft.com/office/drawing/2014/main" id="{27C51278-DB61-42EE-9F33-A777E0DF1AC2}"/>
              </a:ext>
            </a:extLst>
          </p:cNvPr>
          <p:cNvSpPr>
            <a:spLocks noGrp="1"/>
          </p:cNvSpPr>
          <p:nvPr>
            <p:ph type="body" sz="quarter" idx="19" hasCustomPrompt="1"/>
          </p:nvPr>
        </p:nvSpPr>
        <p:spPr>
          <a:xfrm>
            <a:off x="700800" y="1120800"/>
            <a:ext cx="5478357" cy="325011"/>
          </a:xfrm>
        </p:spPr>
        <p:txBody>
          <a:bodyPr>
            <a:noAutofit/>
          </a:bodyPr>
          <a:lstStyle>
            <a:lvl1pPr marL="0" indent="0">
              <a:buNone/>
              <a:defRPr>
                <a:latin typeface="Arial Rounded MT Bold" panose="020F0704030504030204" pitchFamily="34" charset="0"/>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Titel</a:t>
            </a:r>
          </a:p>
        </p:txBody>
      </p:sp>
      <p:sp>
        <p:nvSpPr>
          <p:cNvPr id="20" name="Tijdelijke aanduiding voor tekst 2">
            <a:extLst>
              <a:ext uri="{FF2B5EF4-FFF2-40B4-BE49-F238E27FC236}">
                <a16:creationId xmlns:a16="http://schemas.microsoft.com/office/drawing/2014/main" id="{42CA813D-BD1A-4071-BC9A-FA47A2EE0923}"/>
              </a:ext>
            </a:extLst>
          </p:cNvPr>
          <p:cNvSpPr>
            <a:spLocks noGrp="1"/>
          </p:cNvSpPr>
          <p:nvPr>
            <p:ph type="body" sz="quarter" idx="20" hasCustomPrompt="1"/>
          </p:nvPr>
        </p:nvSpPr>
        <p:spPr>
          <a:xfrm>
            <a:off x="6187200" y="1120800"/>
            <a:ext cx="5545263" cy="325011"/>
          </a:xfrm>
        </p:spPr>
        <p:txBody>
          <a:bodyPr>
            <a:noAutofit/>
          </a:bodyPr>
          <a:lstStyle>
            <a:lvl1pPr marL="0" indent="0">
              <a:buNone/>
              <a:defRPr>
                <a:latin typeface="Arial Rounded MT Bold" panose="020F0704030504030204" pitchFamily="34" charset="0"/>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Titel</a:t>
            </a:r>
          </a:p>
        </p:txBody>
      </p:sp>
      <p:sp>
        <p:nvSpPr>
          <p:cNvPr id="21" name="Date Placeholder 3">
            <a:extLst>
              <a:ext uri="{FF2B5EF4-FFF2-40B4-BE49-F238E27FC236}">
                <a16:creationId xmlns:a16="http://schemas.microsoft.com/office/drawing/2014/main" id="{23797617-9A2A-42BE-91A7-557BA9A3B339}"/>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2" name="Footer Placeholder 4">
            <a:extLst>
              <a:ext uri="{FF2B5EF4-FFF2-40B4-BE49-F238E27FC236}">
                <a16:creationId xmlns:a16="http://schemas.microsoft.com/office/drawing/2014/main" id="{84F2FAB1-4F58-45C2-A410-C1CF7D683BA6}"/>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23" name="TextBox 4">
            <a:extLst>
              <a:ext uri="{FF2B5EF4-FFF2-40B4-BE49-F238E27FC236}">
                <a16:creationId xmlns:a16="http://schemas.microsoft.com/office/drawing/2014/main" id="{B415E543-5122-4ED4-A8AA-647C117F182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Titel slide</a:t>
            </a:r>
            <a:endParaRPr lang="en-US" sz="1333" b="1">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C622672D-881A-46AD-85C1-7DDEFA005E4F}"/>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27356462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ekst en 3 afbeeldingen">
    <p:spTree>
      <p:nvGrpSpPr>
        <p:cNvPr id="1" name=""/>
        <p:cNvGrpSpPr/>
        <p:nvPr/>
      </p:nvGrpSpPr>
      <p:grpSpPr>
        <a:xfrm>
          <a:off x="0" y="0"/>
          <a:ext cx="0" cy="0"/>
          <a:chOff x="0" y="0"/>
          <a:chExt cx="0" cy="0"/>
        </a:xfrm>
      </p:grpSpPr>
      <p:pic>
        <p:nvPicPr>
          <p:cNvPr id="7" name="template Image TEMP" hidden="1">
            <a:extLst>
              <a:ext uri="{FF2B5EF4-FFF2-40B4-BE49-F238E27FC236}">
                <a16:creationId xmlns:a16="http://schemas.microsoft.com/office/drawing/2014/main" id="{43D6F5A4-B7C8-4788-B1CD-3A803969C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 y="0"/>
            <a:ext cx="12192000" cy="6858000"/>
          </a:xfrm>
          <a:prstGeom prst="rect">
            <a:avLst/>
          </a:prstGeom>
        </p:spPr>
      </p:pic>
      <p:sp>
        <p:nvSpPr>
          <p:cNvPr id="10" name="afbeelding placeholder">
            <a:extLst>
              <a:ext uri="{FF2B5EF4-FFF2-40B4-BE49-F238E27FC236}">
                <a16:creationId xmlns:a16="http://schemas.microsoft.com/office/drawing/2014/main" id="{BF11F0D6-36C4-4080-A5EE-1C71DA09C63D}"/>
              </a:ext>
            </a:extLst>
          </p:cNvPr>
          <p:cNvSpPr>
            <a:spLocks noGrp="1"/>
          </p:cNvSpPr>
          <p:nvPr>
            <p:ph type="pic" sz="quarter" idx="13"/>
          </p:nvPr>
        </p:nvSpPr>
        <p:spPr>
          <a:xfrm>
            <a:off x="6262794" y="1099200"/>
            <a:ext cx="5478357" cy="3130551"/>
          </a:xfrm>
        </p:spPr>
        <p:txBody>
          <a:bodyPr tIns="1440000">
            <a:normAutofit/>
          </a:bodyPr>
          <a:lstStyle>
            <a:lvl1pPr marL="0" indent="0" algn="ctr">
              <a:buNone/>
              <a:defRPr sz="1067"/>
            </a:lvl1pPr>
          </a:lstStyle>
          <a:p>
            <a:r>
              <a:rPr lang="en-US"/>
              <a:t>Click icon to add picture</a:t>
            </a:r>
            <a:endParaRPr lang="nl-BE"/>
          </a:p>
        </p:txBody>
      </p:sp>
      <p:sp>
        <p:nvSpPr>
          <p:cNvPr id="12" name="afbeelding placeholder klein L">
            <a:extLst>
              <a:ext uri="{FF2B5EF4-FFF2-40B4-BE49-F238E27FC236}">
                <a16:creationId xmlns:a16="http://schemas.microsoft.com/office/drawing/2014/main" id="{5C550790-1878-4E4B-B46B-972377CCD569}"/>
              </a:ext>
            </a:extLst>
          </p:cNvPr>
          <p:cNvSpPr>
            <a:spLocks noGrp="1"/>
          </p:cNvSpPr>
          <p:nvPr>
            <p:ph type="pic" sz="quarter" idx="14"/>
          </p:nvPr>
        </p:nvSpPr>
        <p:spPr>
          <a:xfrm>
            <a:off x="6262793" y="4344459"/>
            <a:ext cx="2697162" cy="1752599"/>
          </a:xfrm>
        </p:spPr>
        <p:txBody>
          <a:bodyPr>
            <a:normAutofit/>
          </a:bodyPr>
          <a:lstStyle>
            <a:lvl1pPr marL="0" indent="0">
              <a:buNone/>
              <a:defRPr sz="1067"/>
            </a:lvl1pPr>
          </a:lstStyle>
          <a:p>
            <a:r>
              <a:rPr lang="en-US"/>
              <a:t>Click icon to add picture</a:t>
            </a:r>
            <a:endParaRPr lang="nl-BE"/>
          </a:p>
        </p:txBody>
      </p:sp>
      <p:sp>
        <p:nvSpPr>
          <p:cNvPr id="16" name="afbeelding placeholder klein R">
            <a:extLst>
              <a:ext uri="{FF2B5EF4-FFF2-40B4-BE49-F238E27FC236}">
                <a16:creationId xmlns:a16="http://schemas.microsoft.com/office/drawing/2014/main" id="{0AD5257D-D027-4510-AE37-6478FB52D6AC}"/>
              </a:ext>
            </a:extLst>
          </p:cNvPr>
          <p:cNvSpPr>
            <a:spLocks noGrp="1"/>
          </p:cNvSpPr>
          <p:nvPr>
            <p:ph type="pic" sz="quarter" idx="15"/>
          </p:nvPr>
        </p:nvSpPr>
        <p:spPr>
          <a:xfrm>
            <a:off x="9043988" y="4344459"/>
            <a:ext cx="2697162" cy="1752599"/>
          </a:xfrm>
        </p:spPr>
        <p:txBody>
          <a:bodyPr>
            <a:normAutofit/>
          </a:bodyPr>
          <a:lstStyle>
            <a:lvl1pPr marL="0" indent="0">
              <a:buNone/>
              <a:defRPr sz="1067"/>
            </a:lvl1pPr>
          </a:lstStyle>
          <a:p>
            <a:r>
              <a:rPr lang="en-US"/>
              <a:t>Click icon to add picture</a:t>
            </a:r>
            <a:endParaRPr lang="nl-BE"/>
          </a:p>
        </p:txBody>
      </p:sp>
      <p:sp>
        <p:nvSpPr>
          <p:cNvPr id="3" name="Tijdelijke aanduiding voor tekst 2">
            <a:extLst>
              <a:ext uri="{FF2B5EF4-FFF2-40B4-BE49-F238E27FC236}">
                <a16:creationId xmlns:a16="http://schemas.microsoft.com/office/drawing/2014/main" id="{4A7D640B-CDD8-4169-B1E1-C9092DA4F966}"/>
              </a:ext>
            </a:extLst>
          </p:cNvPr>
          <p:cNvSpPr>
            <a:spLocks noGrp="1"/>
          </p:cNvSpPr>
          <p:nvPr>
            <p:ph type="body" sz="quarter" idx="17" hasCustomPrompt="1"/>
          </p:nvPr>
        </p:nvSpPr>
        <p:spPr>
          <a:xfrm>
            <a:off x="700800" y="1569601"/>
            <a:ext cx="5478357" cy="4081187"/>
          </a:xfrm>
        </p:spPr>
        <p:txBody>
          <a:bodyPr>
            <a:noAutofit/>
          </a:bodyPr>
          <a:lstStyle>
            <a:lvl1pPr marL="0" indent="0">
              <a:buNone/>
              <a:defRPr>
                <a:latin typeface="+mn-lt"/>
              </a:defRPr>
            </a:lvl1pPr>
            <a:lvl2pPr marL="457223" indent="0">
              <a:buNone/>
              <a:defRPr>
                <a:latin typeface="+mn-lt"/>
              </a:defRPr>
            </a:lvl2pPr>
            <a:lvl3pPr marL="914446" indent="0">
              <a:buNone/>
              <a:defRPr>
                <a:latin typeface="+mn-lt"/>
              </a:defRPr>
            </a:lvl3pPr>
            <a:lvl4pPr marL="1371669" indent="0">
              <a:buNone/>
              <a:defRPr>
                <a:latin typeface="+mn-lt"/>
              </a:defRPr>
            </a:lvl4pPr>
            <a:lvl5pPr marL="1828891" indent="0">
              <a:buNone/>
              <a:defRPr>
                <a:latin typeface="+mn-lt"/>
              </a:defRPr>
            </a:lvl5p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18" name="Title 1">
            <a:extLst>
              <a:ext uri="{FF2B5EF4-FFF2-40B4-BE49-F238E27FC236}">
                <a16:creationId xmlns:a16="http://schemas.microsoft.com/office/drawing/2014/main" id="{205088BA-D60E-489A-ACC8-782DA263A712}"/>
              </a:ext>
            </a:extLst>
          </p:cNvPr>
          <p:cNvSpPr>
            <a:spLocks noGrp="1"/>
          </p:cNvSpPr>
          <p:nvPr>
            <p:ph type="title" hasCustomPrompt="1"/>
          </p:nvPr>
        </p:nvSpPr>
        <p:spPr>
          <a:xfrm>
            <a:off x="665795" y="592589"/>
            <a:ext cx="11050419" cy="420237"/>
          </a:xfrm>
        </p:spPr>
        <p:txBody>
          <a:bodyPr lIns="0" tIns="0" rIns="0" bIns="0" anchor="t">
            <a:noAutofit/>
          </a:bodyPr>
          <a:lstStyle>
            <a:lvl1pPr>
              <a:defRPr sz="2933">
                <a:solidFill>
                  <a:schemeClr val="tx1"/>
                </a:solidFill>
                <a:latin typeface="Arial Rounded MT Bold" panose="020F0704030504030204" pitchFamily="34" charset="0"/>
              </a:defRPr>
            </a:lvl1pPr>
          </a:lstStyle>
          <a:p>
            <a:r>
              <a:rPr lang="nl-BE" noProof="0"/>
              <a:t>Titel</a:t>
            </a:r>
          </a:p>
        </p:txBody>
      </p:sp>
      <p:cxnSp>
        <p:nvCxnSpPr>
          <p:cNvPr id="8" name="Rechte verbindingslijn 7">
            <a:extLst>
              <a:ext uri="{FF2B5EF4-FFF2-40B4-BE49-F238E27FC236}">
                <a16:creationId xmlns:a16="http://schemas.microsoft.com/office/drawing/2014/main" id="{6E916ED6-1D5C-4BD5-A13A-5B98D6CE638F}"/>
              </a:ext>
            </a:extLst>
          </p:cNvPr>
          <p:cNvCxnSpPr>
            <a:cxnSpLocks/>
          </p:cNvCxnSpPr>
          <p:nvPr/>
        </p:nvCxnSpPr>
        <p:spPr>
          <a:xfrm>
            <a:off x="693738" y="1099200"/>
            <a:ext cx="5484706" cy="0"/>
          </a:xfrm>
          <a:prstGeom prst="line">
            <a:avLst/>
          </a:prstGeom>
          <a:ln w="28575">
            <a:solidFill>
              <a:srgbClr val="44C8F5"/>
            </a:solidFill>
          </a:ln>
        </p:spPr>
        <p:style>
          <a:lnRef idx="1">
            <a:schemeClr val="accent1"/>
          </a:lnRef>
          <a:fillRef idx="0">
            <a:schemeClr val="accent1"/>
          </a:fillRef>
          <a:effectRef idx="0">
            <a:schemeClr val="accent1"/>
          </a:effectRef>
          <a:fontRef idx="minor">
            <a:schemeClr val="tx1"/>
          </a:fontRef>
        </p:style>
      </p:cxnSp>
      <p:sp>
        <p:nvSpPr>
          <p:cNvPr id="21" name="Date Placeholder 3">
            <a:extLst>
              <a:ext uri="{FF2B5EF4-FFF2-40B4-BE49-F238E27FC236}">
                <a16:creationId xmlns:a16="http://schemas.microsoft.com/office/drawing/2014/main" id="{42CB94D7-5D59-4DFC-94D3-DA4222132B33}"/>
              </a:ext>
            </a:extLst>
          </p:cNvPr>
          <p:cNvSpPr>
            <a:spLocks noGrp="1"/>
          </p:cNvSpPr>
          <p:nvPr>
            <p:ph type="dt" sz="half" idx="10"/>
          </p:nvPr>
        </p:nvSpPr>
        <p:spPr>
          <a:xfrm>
            <a:off x="704851" y="6204478"/>
            <a:ext cx="811743" cy="365125"/>
          </a:xfrm>
        </p:spPr>
        <p:txBody>
          <a:bodyPr lIns="0" tIns="0" rIns="0" bIns="0"/>
          <a:lstStyle>
            <a:lvl1pPr>
              <a:defRPr>
                <a:solidFill>
                  <a:schemeClr val="bg1"/>
                </a:solidFill>
              </a:defRPr>
            </a:lvl1pPr>
          </a:lstStyle>
          <a:p>
            <a:fld id="{05BECE69-6D6D-45FE-97AF-CD990EAE32BF}" type="datetime1">
              <a:rPr lang="nl-BE" smtClean="0"/>
              <a:t>17/02/2026</a:t>
            </a:fld>
            <a:endParaRPr lang="nl-BE"/>
          </a:p>
        </p:txBody>
      </p:sp>
      <p:sp>
        <p:nvSpPr>
          <p:cNvPr id="22" name="Footer Placeholder 4">
            <a:extLst>
              <a:ext uri="{FF2B5EF4-FFF2-40B4-BE49-F238E27FC236}">
                <a16:creationId xmlns:a16="http://schemas.microsoft.com/office/drawing/2014/main" id="{9D8DD6B7-D598-4C95-97E9-BC30A87EE5C1}"/>
              </a:ext>
            </a:extLst>
          </p:cNvPr>
          <p:cNvSpPr>
            <a:spLocks noGrp="1"/>
          </p:cNvSpPr>
          <p:nvPr>
            <p:ph type="ftr" sz="quarter" idx="11"/>
          </p:nvPr>
        </p:nvSpPr>
        <p:spPr>
          <a:xfrm>
            <a:off x="1516593" y="6204478"/>
            <a:ext cx="4114800" cy="365125"/>
          </a:xfrm>
        </p:spPr>
        <p:txBody>
          <a:bodyPr lIns="0" tIns="0" rIns="0" bIns="0"/>
          <a:lstStyle>
            <a:lvl1pPr algn="l">
              <a:defRPr>
                <a:solidFill>
                  <a:schemeClr val="bg1"/>
                </a:solidFill>
              </a:defRPr>
            </a:lvl1pPr>
          </a:lstStyle>
          <a:p>
            <a:r>
              <a:rPr lang="nl-BE"/>
              <a:t>Voettekst</a:t>
            </a:r>
          </a:p>
        </p:txBody>
      </p:sp>
      <p:sp>
        <p:nvSpPr>
          <p:cNvPr id="19" name="TextBox 4">
            <a:extLst>
              <a:ext uri="{FF2B5EF4-FFF2-40B4-BE49-F238E27FC236}">
                <a16:creationId xmlns:a16="http://schemas.microsoft.com/office/drawing/2014/main" id="{2CD7B7E4-430F-492F-AE79-EDAE65BABEA5}"/>
              </a:ext>
            </a:extLst>
          </p:cNvPr>
          <p:cNvSpPr txBox="1"/>
          <p:nvPr/>
        </p:nvSpPr>
        <p:spPr>
          <a:xfrm>
            <a:off x="8405793" y="-352283"/>
            <a:ext cx="3775968" cy="297454"/>
          </a:xfrm>
          <a:prstGeom prst="rect">
            <a:avLst/>
          </a:prstGeom>
          <a:noFill/>
        </p:spPr>
        <p:txBody>
          <a:bodyPr wrap="square" rtlCol="0">
            <a:spAutoFit/>
          </a:bodyPr>
          <a:lstStyle/>
          <a:p>
            <a:pPr algn="r"/>
            <a:r>
              <a:rPr lang="nl-NL" sz="1333" b="1">
                <a:solidFill>
                  <a:schemeClr val="tx1"/>
                </a:solidFill>
                <a:latin typeface="+mn-lt"/>
                <a:cs typeface="Arial" panose="020B0604020202020204" pitchFamily="34" charset="0"/>
              </a:rPr>
              <a:t>Tekst en 3 afbeelding slide</a:t>
            </a:r>
            <a:endParaRPr lang="en-US" sz="1333" b="1">
              <a:solidFill>
                <a:schemeClr val="tx1"/>
              </a:solidFill>
              <a:latin typeface="+mn-lt"/>
              <a:cs typeface="Arial" panose="020B0604020202020204" pitchFamily="34" charset="0"/>
            </a:endParaRPr>
          </a:p>
        </p:txBody>
      </p:sp>
      <p:sp>
        <p:nvSpPr>
          <p:cNvPr id="14" name="Slide Number Placeholder 5">
            <a:extLst>
              <a:ext uri="{FF2B5EF4-FFF2-40B4-BE49-F238E27FC236}">
                <a16:creationId xmlns:a16="http://schemas.microsoft.com/office/drawing/2014/main" id="{D298E6EB-9C9F-42C7-9A88-763E9F891878}"/>
              </a:ext>
            </a:extLst>
          </p:cNvPr>
          <p:cNvSpPr>
            <a:spLocks noGrp="1"/>
          </p:cNvSpPr>
          <p:nvPr>
            <p:ph type="sldNum" sz="quarter" idx="12"/>
          </p:nvPr>
        </p:nvSpPr>
        <p:spPr>
          <a:xfrm>
            <a:off x="8055105" y="6204478"/>
            <a:ext cx="667509" cy="365125"/>
          </a:xfrm>
        </p:spPr>
        <p:txBody>
          <a:bodyPr/>
          <a:lstStyle>
            <a:lvl1pPr>
              <a:defRPr>
                <a:solidFill>
                  <a:schemeClr val="bg1"/>
                </a:solidFill>
              </a:defRPr>
            </a:lvl1pPr>
          </a:lstStyle>
          <a:p>
            <a:fld id="{B7527A74-2D87-4307-9531-5A57D9647EEB}" type="slidenum">
              <a:rPr lang="nl-BE" smtClean="0"/>
              <a:pPr/>
              <a:t>‹#›</a:t>
            </a:fld>
            <a:endParaRPr lang="nl-BE"/>
          </a:p>
        </p:txBody>
      </p:sp>
    </p:spTree>
    <p:extLst>
      <p:ext uri="{BB962C8B-B14F-4D97-AF65-F5344CB8AC3E}">
        <p14:creationId xmlns:p14="http://schemas.microsoft.com/office/powerpoint/2010/main" val="356715091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36028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 Type="http://schemas.openxmlformats.org/officeDocument/2006/relationships/slideLayout" Target="../slideLayouts/slideLayout55.xml"/><Relationship Id="rId21" Type="http://schemas.openxmlformats.org/officeDocument/2006/relationships/slideLayout" Target="../slideLayouts/slideLayout73.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0" Type="http://schemas.openxmlformats.org/officeDocument/2006/relationships/slideLayout" Target="../slideLayouts/slideLayout72.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image" Target="../media/image10.png"/><Relationship Id="rId10" Type="http://schemas.openxmlformats.org/officeDocument/2006/relationships/slideLayout" Target="../slideLayouts/slideLayout62.xml"/><Relationship Id="rId19" Type="http://schemas.openxmlformats.org/officeDocument/2006/relationships/slideLayout" Target="../slideLayouts/slideLayout71.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 Type="http://schemas.openxmlformats.org/officeDocument/2006/relationships/slideLayout" Target="../slideLayouts/slideLayout81.xml"/><Relationship Id="rId21" Type="http://schemas.openxmlformats.org/officeDocument/2006/relationships/slideLayout" Target="../slideLayouts/slideLayout99.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image" Target="../media/image23.svg"/><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image" Target="../media/image22.png"/><Relationship Id="rId10" Type="http://schemas.openxmlformats.org/officeDocument/2006/relationships/slideLayout" Target="../slideLayouts/slideLayout88.xml"/><Relationship Id="rId19" Type="http://schemas.openxmlformats.org/officeDocument/2006/relationships/slideLayout" Target="../slideLayouts/slideLayout97.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2.xml"/><Relationship Id="rId13" Type="http://schemas.openxmlformats.org/officeDocument/2006/relationships/slideLayout" Target="../slideLayouts/slideLayout117.xml"/><Relationship Id="rId18" Type="http://schemas.openxmlformats.org/officeDocument/2006/relationships/slideLayout" Target="../slideLayouts/slideLayout122.xml"/><Relationship Id="rId26" Type="http://schemas.openxmlformats.org/officeDocument/2006/relationships/slideLayout" Target="../slideLayouts/slideLayout130.xml"/><Relationship Id="rId3" Type="http://schemas.openxmlformats.org/officeDocument/2006/relationships/slideLayout" Target="../slideLayouts/slideLayout107.xml"/><Relationship Id="rId21" Type="http://schemas.openxmlformats.org/officeDocument/2006/relationships/slideLayout" Target="../slideLayouts/slideLayout125.xml"/><Relationship Id="rId7" Type="http://schemas.openxmlformats.org/officeDocument/2006/relationships/slideLayout" Target="../slideLayouts/slideLayout111.xml"/><Relationship Id="rId12" Type="http://schemas.openxmlformats.org/officeDocument/2006/relationships/slideLayout" Target="../slideLayouts/slideLayout116.xml"/><Relationship Id="rId17" Type="http://schemas.openxmlformats.org/officeDocument/2006/relationships/slideLayout" Target="../slideLayouts/slideLayout121.xml"/><Relationship Id="rId25" Type="http://schemas.openxmlformats.org/officeDocument/2006/relationships/slideLayout" Target="../slideLayouts/slideLayout129.xml"/><Relationship Id="rId2" Type="http://schemas.openxmlformats.org/officeDocument/2006/relationships/slideLayout" Target="../slideLayouts/slideLayout106.xml"/><Relationship Id="rId16" Type="http://schemas.openxmlformats.org/officeDocument/2006/relationships/slideLayout" Target="../slideLayouts/slideLayout120.xml"/><Relationship Id="rId20" Type="http://schemas.openxmlformats.org/officeDocument/2006/relationships/slideLayout" Target="../slideLayouts/slideLayout124.xml"/><Relationship Id="rId29" Type="http://schemas.openxmlformats.org/officeDocument/2006/relationships/image" Target="../media/image23.svg"/><Relationship Id="rId1" Type="http://schemas.openxmlformats.org/officeDocument/2006/relationships/slideLayout" Target="../slideLayouts/slideLayout105.xml"/><Relationship Id="rId6" Type="http://schemas.openxmlformats.org/officeDocument/2006/relationships/slideLayout" Target="../slideLayouts/slideLayout110.xml"/><Relationship Id="rId11" Type="http://schemas.openxmlformats.org/officeDocument/2006/relationships/slideLayout" Target="../slideLayouts/slideLayout115.xml"/><Relationship Id="rId24" Type="http://schemas.openxmlformats.org/officeDocument/2006/relationships/slideLayout" Target="../slideLayouts/slideLayout128.xml"/><Relationship Id="rId5" Type="http://schemas.openxmlformats.org/officeDocument/2006/relationships/slideLayout" Target="../slideLayouts/slideLayout109.xml"/><Relationship Id="rId15" Type="http://schemas.openxmlformats.org/officeDocument/2006/relationships/slideLayout" Target="../slideLayouts/slideLayout119.xml"/><Relationship Id="rId23" Type="http://schemas.openxmlformats.org/officeDocument/2006/relationships/slideLayout" Target="../slideLayouts/slideLayout127.xml"/><Relationship Id="rId28" Type="http://schemas.openxmlformats.org/officeDocument/2006/relationships/image" Target="../media/image22.png"/><Relationship Id="rId10" Type="http://schemas.openxmlformats.org/officeDocument/2006/relationships/slideLayout" Target="../slideLayouts/slideLayout114.xml"/><Relationship Id="rId19" Type="http://schemas.openxmlformats.org/officeDocument/2006/relationships/slideLayout" Target="../slideLayouts/slideLayout123.xml"/><Relationship Id="rId4" Type="http://schemas.openxmlformats.org/officeDocument/2006/relationships/slideLayout" Target="../slideLayouts/slideLayout108.xml"/><Relationship Id="rId9" Type="http://schemas.openxmlformats.org/officeDocument/2006/relationships/slideLayout" Target="../slideLayouts/slideLayout113.xml"/><Relationship Id="rId14" Type="http://schemas.openxmlformats.org/officeDocument/2006/relationships/slideLayout" Target="../slideLayouts/slideLayout118.xml"/><Relationship Id="rId22" Type="http://schemas.openxmlformats.org/officeDocument/2006/relationships/slideLayout" Target="../slideLayouts/slideLayout126.xml"/><Relationship Id="rId27"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519672"/>
            <a:ext cx="2843784" cy="338328"/>
          </a:xfrm>
          <a:prstGeom prst="rect">
            <a:avLst/>
          </a:prstGeom>
        </p:spPr>
        <p:txBody>
          <a:bodyPr vert="horz" lIns="91440" tIns="45720" rIns="91440" bIns="45720" rtlCol="0" anchor="ctr"/>
          <a:lstStyle>
            <a:lvl1pPr algn="l">
              <a:defRPr sz="800">
                <a:solidFill>
                  <a:schemeClr val="tx1"/>
                </a:solidFill>
              </a:defRPr>
            </a:lvl1pPr>
          </a:lstStyle>
          <a:p>
            <a:fld id="{8A7B9ABC-2BDA-432C-8D53-84813DB6E36F}" type="datetime1">
              <a:rPr lang="en-US" smtClean="0"/>
              <a:t>2/17/2026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60536" y="6519672"/>
            <a:ext cx="2642616" cy="338328"/>
          </a:xfrm>
          <a:prstGeom prst="rect">
            <a:avLst/>
          </a:prstGeom>
        </p:spPr>
        <p:txBody>
          <a:bodyPr vert="horz" lIns="91440" tIns="45720" rIns="91440" bIns="45720" rtlCol="0" anchor="ctr"/>
          <a:lstStyle>
            <a:lvl1pPr algn="r">
              <a:defRPr sz="8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75720" y="6519672"/>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04550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C71E187-E4DA-41C1-93D3-90841C153AB8}"/>
              </a:ext>
            </a:extLst>
          </p:cNvPr>
          <p:cNvSpPr/>
          <p:nvPr/>
        </p:nvSpPr>
        <p:spPr>
          <a:xfrm>
            <a:off x="-4763" y="6203950"/>
            <a:ext cx="10659259" cy="365653"/>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noProof="0"/>
          </a:p>
        </p:txBody>
      </p:sp>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698499" y="1558344"/>
            <a:ext cx="10515600" cy="4351338"/>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704850" y="620447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7B9ABC-2BDA-432C-8D53-84813DB6E36F}" type="datetime1">
              <a:rPr lang="en-US" smtClean="0"/>
              <a:t>2/17/2026</a:t>
            </a:fld>
            <a:endParaRPr lang="en-US"/>
          </a:p>
        </p:txBody>
      </p:sp>
      <p:sp>
        <p:nvSpPr>
          <p:cNvPr id="5" name="Footer Placeholder 4"/>
          <p:cNvSpPr>
            <a:spLocks noGrp="1"/>
          </p:cNvSpPr>
          <p:nvPr>
            <p:ph type="ftr" sz="quarter" idx="3"/>
          </p:nvPr>
        </p:nvSpPr>
        <p:spPr>
          <a:xfrm>
            <a:off x="3819526" y="620447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Sample Footer Text</a:t>
            </a:r>
          </a:p>
        </p:txBody>
      </p:sp>
      <p:sp>
        <p:nvSpPr>
          <p:cNvPr id="6" name="Slide Number Placeholder 5"/>
          <p:cNvSpPr>
            <a:spLocks noGrp="1"/>
          </p:cNvSpPr>
          <p:nvPr>
            <p:ph type="sldNum" sz="quarter" idx="4"/>
          </p:nvPr>
        </p:nvSpPr>
        <p:spPr>
          <a:xfrm>
            <a:off x="7934326" y="6204478"/>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57153-B650-4DEB-B370-79DDCFDCE934}" type="slidenum">
              <a:rPr lang="en-US" smtClean="0"/>
              <a:pPr/>
              <a:t>‹#›</a:t>
            </a:fld>
            <a:endParaRPr lang="en-US"/>
          </a:p>
        </p:txBody>
      </p:sp>
      <p:grpSp>
        <p:nvGrpSpPr>
          <p:cNvPr id="152" name="Groep 151" hidden="1">
            <a:extLst>
              <a:ext uri="{FF2B5EF4-FFF2-40B4-BE49-F238E27FC236}">
                <a16:creationId xmlns:a16="http://schemas.microsoft.com/office/drawing/2014/main" id="{96D591AC-52D8-450B-929B-963FCE587E09}"/>
              </a:ext>
            </a:extLst>
          </p:cNvPr>
          <p:cNvGrpSpPr/>
          <p:nvPr/>
        </p:nvGrpSpPr>
        <p:grpSpPr>
          <a:xfrm>
            <a:off x="6352" y="631824"/>
            <a:ext cx="11741149" cy="5938069"/>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 name="Rechthoek 7">
              <a:extLst>
                <a:ext uri="{FF2B5EF4-FFF2-40B4-BE49-F238E27FC236}">
                  <a16:creationId xmlns:a16="http://schemas.microsoft.com/office/drawing/2014/main" id="{0013E965-4C91-4629-BCBA-309E276519D8}"/>
                </a:ext>
              </a:extLst>
            </p:cNvPr>
            <p:cNvSpPr/>
            <p:nvPr/>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 name="Rechthoek 8">
              <a:extLst>
                <a:ext uri="{FF2B5EF4-FFF2-40B4-BE49-F238E27FC236}">
                  <a16:creationId xmlns:a16="http://schemas.microsoft.com/office/drawing/2014/main" id="{047CC3E9-FE23-40FA-9105-06386A47988D}"/>
                </a:ext>
              </a:extLst>
            </p:cNvPr>
            <p:cNvSpPr/>
            <p:nvPr/>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 name="Rechthoek 9">
              <a:extLst>
                <a:ext uri="{FF2B5EF4-FFF2-40B4-BE49-F238E27FC236}">
                  <a16:creationId xmlns:a16="http://schemas.microsoft.com/office/drawing/2014/main" id="{704AFB39-29E5-466B-8080-603EA16E9769}"/>
                </a:ext>
              </a:extLst>
            </p:cNvPr>
            <p:cNvSpPr/>
            <p:nvPr/>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 name="Rechthoek 10">
              <a:extLst>
                <a:ext uri="{FF2B5EF4-FFF2-40B4-BE49-F238E27FC236}">
                  <a16:creationId xmlns:a16="http://schemas.microsoft.com/office/drawing/2014/main" id="{DE95F01D-AC89-4487-8D71-820D19C2A798}"/>
                </a:ext>
              </a:extLst>
            </p:cNvPr>
            <p:cNvSpPr/>
            <p:nvPr/>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 name="Rechthoek 11">
              <a:extLst>
                <a:ext uri="{FF2B5EF4-FFF2-40B4-BE49-F238E27FC236}">
                  <a16:creationId xmlns:a16="http://schemas.microsoft.com/office/drawing/2014/main" id="{8EE87473-DF20-454E-956D-868992DD95E3}"/>
                </a:ext>
              </a:extLst>
            </p:cNvPr>
            <p:cNvSpPr/>
            <p:nvPr/>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 name="Rechthoek 12">
              <a:extLst>
                <a:ext uri="{FF2B5EF4-FFF2-40B4-BE49-F238E27FC236}">
                  <a16:creationId xmlns:a16="http://schemas.microsoft.com/office/drawing/2014/main" id="{874F403E-C1C5-49A1-AB1E-D952ECD1A3C0}"/>
                </a:ext>
              </a:extLst>
            </p:cNvPr>
            <p:cNvSpPr/>
            <p:nvPr/>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 name="Rechthoek 13">
              <a:extLst>
                <a:ext uri="{FF2B5EF4-FFF2-40B4-BE49-F238E27FC236}">
                  <a16:creationId xmlns:a16="http://schemas.microsoft.com/office/drawing/2014/main" id="{C9E884AD-0FEF-4BD2-A998-8599C8373C3C}"/>
                </a:ext>
              </a:extLst>
            </p:cNvPr>
            <p:cNvSpPr/>
            <p:nvPr/>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 name="Rechthoek 14">
              <a:extLst>
                <a:ext uri="{FF2B5EF4-FFF2-40B4-BE49-F238E27FC236}">
                  <a16:creationId xmlns:a16="http://schemas.microsoft.com/office/drawing/2014/main" id="{D256C055-1080-43A4-B77B-BE6AF35B62D4}"/>
                </a:ext>
              </a:extLst>
            </p:cNvPr>
            <p:cNvSpPr/>
            <p:nvPr/>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6" name="Rechthoek 15">
              <a:extLst>
                <a:ext uri="{FF2B5EF4-FFF2-40B4-BE49-F238E27FC236}">
                  <a16:creationId xmlns:a16="http://schemas.microsoft.com/office/drawing/2014/main" id="{49150C84-EC4E-49DC-A50B-8CB65A5B4E38}"/>
                </a:ext>
              </a:extLst>
            </p:cNvPr>
            <p:cNvSpPr/>
            <p:nvPr/>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7" name="Rechthoek 16">
              <a:extLst>
                <a:ext uri="{FF2B5EF4-FFF2-40B4-BE49-F238E27FC236}">
                  <a16:creationId xmlns:a16="http://schemas.microsoft.com/office/drawing/2014/main" id="{768696D7-C9AD-4261-951F-6EEC883DEF55}"/>
                </a:ext>
              </a:extLst>
            </p:cNvPr>
            <p:cNvSpPr/>
            <p:nvPr/>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8" name="Rechthoek 17">
              <a:extLst>
                <a:ext uri="{FF2B5EF4-FFF2-40B4-BE49-F238E27FC236}">
                  <a16:creationId xmlns:a16="http://schemas.microsoft.com/office/drawing/2014/main" id="{4F32DDC9-5209-4AF1-94DC-0436FEBA7E19}"/>
                </a:ext>
              </a:extLst>
            </p:cNvPr>
            <p:cNvSpPr/>
            <p:nvPr/>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9" name="Rechthoek 18">
              <a:extLst>
                <a:ext uri="{FF2B5EF4-FFF2-40B4-BE49-F238E27FC236}">
                  <a16:creationId xmlns:a16="http://schemas.microsoft.com/office/drawing/2014/main" id="{FE41BF45-0904-4462-9B83-6771D719E1DC}"/>
                </a:ext>
              </a:extLst>
            </p:cNvPr>
            <p:cNvSpPr/>
            <p:nvPr/>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0" name="Rechthoek 19">
              <a:extLst>
                <a:ext uri="{FF2B5EF4-FFF2-40B4-BE49-F238E27FC236}">
                  <a16:creationId xmlns:a16="http://schemas.microsoft.com/office/drawing/2014/main" id="{E6E4105E-EDE3-4A6A-9137-9B893F07821C}"/>
                </a:ext>
              </a:extLst>
            </p:cNvPr>
            <p:cNvSpPr/>
            <p:nvPr/>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1" name="Rechthoek 20">
              <a:extLst>
                <a:ext uri="{FF2B5EF4-FFF2-40B4-BE49-F238E27FC236}">
                  <a16:creationId xmlns:a16="http://schemas.microsoft.com/office/drawing/2014/main" id="{18BD591C-60CB-40FE-A88E-508FADBCFFE2}"/>
                </a:ext>
              </a:extLst>
            </p:cNvPr>
            <p:cNvSpPr/>
            <p:nvPr/>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2" name="Rechthoek 21">
              <a:extLst>
                <a:ext uri="{FF2B5EF4-FFF2-40B4-BE49-F238E27FC236}">
                  <a16:creationId xmlns:a16="http://schemas.microsoft.com/office/drawing/2014/main" id="{65DAAF1A-E757-47AD-BBA1-2678A21A485D}"/>
                </a:ext>
              </a:extLst>
            </p:cNvPr>
            <p:cNvSpPr/>
            <p:nvPr/>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3" name="Rechthoek 22">
              <a:extLst>
                <a:ext uri="{FF2B5EF4-FFF2-40B4-BE49-F238E27FC236}">
                  <a16:creationId xmlns:a16="http://schemas.microsoft.com/office/drawing/2014/main" id="{870D86A4-B151-4487-8A41-8610F56D0D9E}"/>
                </a:ext>
              </a:extLst>
            </p:cNvPr>
            <p:cNvSpPr/>
            <p:nvPr/>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4" name="Rechthoek 23">
              <a:extLst>
                <a:ext uri="{FF2B5EF4-FFF2-40B4-BE49-F238E27FC236}">
                  <a16:creationId xmlns:a16="http://schemas.microsoft.com/office/drawing/2014/main" id="{C4A5E95D-002F-40B3-A01A-A1CD9A8BD77A}"/>
                </a:ext>
              </a:extLst>
            </p:cNvPr>
            <p:cNvSpPr/>
            <p:nvPr/>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5" name="Rechthoek 24">
              <a:extLst>
                <a:ext uri="{FF2B5EF4-FFF2-40B4-BE49-F238E27FC236}">
                  <a16:creationId xmlns:a16="http://schemas.microsoft.com/office/drawing/2014/main" id="{DD99907A-EAED-43E6-A032-99E0A25FD405}"/>
                </a:ext>
              </a:extLst>
            </p:cNvPr>
            <p:cNvSpPr/>
            <p:nvPr/>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6" name="Rechthoek 25">
              <a:extLst>
                <a:ext uri="{FF2B5EF4-FFF2-40B4-BE49-F238E27FC236}">
                  <a16:creationId xmlns:a16="http://schemas.microsoft.com/office/drawing/2014/main" id="{AAAA5CBA-E6E7-402A-9803-6AB0B60E3008}"/>
                </a:ext>
              </a:extLst>
            </p:cNvPr>
            <p:cNvSpPr/>
            <p:nvPr/>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7" name="Rechthoek 26">
              <a:extLst>
                <a:ext uri="{FF2B5EF4-FFF2-40B4-BE49-F238E27FC236}">
                  <a16:creationId xmlns:a16="http://schemas.microsoft.com/office/drawing/2014/main" id="{70C87857-C1F4-4A6A-86EC-D9ABAD3EECFF}"/>
                </a:ext>
              </a:extLst>
            </p:cNvPr>
            <p:cNvSpPr/>
            <p:nvPr/>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8" name="Rechthoek 27">
              <a:extLst>
                <a:ext uri="{FF2B5EF4-FFF2-40B4-BE49-F238E27FC236}">
                  <a16:creationId xmlns:a16="http://schemas.microsoft.com/office/drawing/2014/main" id="{6AE32341-9677-4F5F-BC1E-F5B8066C8E55}"/>
                </a:ext>
              </a:extLst>
            </p:cNvPr>
            <p:cNvSpPr/>
            <p:nvPr/>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9" name="Rechthoek 28">
              <a:extLst>
                <a:ext uri="{FF2B5EF4-FFF2-40B4-BE49-F238E27FC236}">
                  <a16:creationId xmlns:a16="http://schemas.microsoft.com/office/drawing/2014/main" id="{790AE487-B602-4996-9005-2FB1EF049A62}"/>
                </a:ext>
              </a:extLst>
            </p:cNvPr>
            <p:cNvSpPr/>
            <p:nvPr/>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0" name="Rechthoek 29">
              <a:extLst>
                <a:ext uri="{FF2B5EF4-FFF2-40B4-BE49-F238E27FC236}">
                  <a16:creationId xmlns:a16="http://schemas.microsoft.com/office/drawing/2014/main" id="{A6FCA990-CADB-496F-A578-80BBCEC57B2B}"/>
                </a:ext>
              </a:extLst>
            </p:cNvPr>
            <p:cNvSpPr/>
            <p:nvPr/>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1" name="Rechthoek 30">
              <a:extLst>
                <a:ext uri="{FF2B5EF4-FFF2-40B4-BE49-F238E27FC236}">
                  <a16:creationId xmlns:a16="http://schemas.microsoft.com/office/drawing/2014/main" id="{480F65BC-7188-441F-8BC1-7B3F9F29B66F}"/>
                </a:ext>
              </a:extLst>
            </p:cNvPr>
            <p:cNvSpPr/>
            <p:nvPr/>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2" name="Rechthoek 31">
              <a:extLst>
                <a:ext uri="{FF2B5EF4-FFF2-40B4-BE49-F238E27FC236}">
                  <a16:creationId xmlns:a16="http://schemas.microsoft.com/office/drawing/2014/main" id="{9BFD8BBE-5047-424E-871B-1B15C1DF2259}"/>
                </a:ext>
              </a:extLst>
            </p:cNvPr>
            <p:cNvSpPr/>
            <p:nvPr/>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3" name="Rechthoek 32">
              <a:extLst>
                <a:ext uri="{FF2B5EF4-FFF2-40B4-BE49-F238E27FC236}">
                  <a16:creationId xmlns:a16="http://schemas.microsoft.com/office/drawing/2014/main" id="{F01F39E3-9401-4551-8EC1-959531EAEBB0}"/>
                </a:ext>
              </a:extLst>
            </p:cNvPr>
            <p:cNvSpPr/>
            <p:nvPr/>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4" name="Rechthoek 33">
              <a:extLst>
                <a:ext uri="{FF2B5EF4-FFF2-40B4-BE49-F238E27FC236}">
                  <a16:creationId xmlns:a16="http://schemas.microsoft.com/office/drawing/2014/main" id="{4638604A-5A5B-4EB0-84D7-3A112C38892D}"/>
                </a:ext>
              </a:extLst>
            </p:cNvPr>
            <p:cNvSpPr/>
            <p:nvPr/>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5" name="Rechthoek 34">
              <a:extLst>
                <a:ext uri="{FF2B5EF4-FFF2-40B4-BE49-F238E27FC236}">
                  <a16:creationId xmlns:a16="http://schemas.microsoft.com/office/drawing/2014/main" id="{90136574-DDF6-4FC5-BB12-2DBB04FF5282}"/>
                </a:ext>
              </a:extLst>
            </p:cNvPr>
            <p:cNvSpPr/>
            <p:nvPr/>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6" name="Rechthoek 35">
              <a:extLst>
                <a:ext uri="{FF2B5EF4-FFF2-40B4-BE49-F238E27FC236}">
                  <a16:creationId xmlns:a16="http://schemas.microsoft.com/office/drawing/2014/main" id="{C67C375E-8DB6-4F8F-AF37-1735B105F4E9}"/>
                </a:ext>
              </a:extLst>
            </p:cNvPr>
            <p:cNvSpPr/>
            <p:nvPr/>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7" name="Rechthoek 36">
              <a:extLst>
                <a:ext uri="{FF2B5EF4-FFF2-40B4-BE49-F238E27FC236}">
                  <a16:creationId xmlns:a16="http://schemas.microsoft.com/office/drawing/2014/main" id="{1F96FF38-CB0F-4E39-9E6C-BC93D6A770E7}"/>
                </a:ext>
              </a:extLst>
            </p:cNvPr>
            <p:cNvSpPr/>
            <p:nvPr/>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8" name="Rechthoek 37">
              <a:extLst>
                <a:ext uri="{FF2B5EF4-FFF2-40B4-BE49-F238E27FC236}">
                  <a16:creationId xmlns:a16="http://schemas.microsoft.com/office/drawing/2014/main" id="{DDA93778-B0C3-4B91-A932-441F99F61D4F}"/>
                </a:ext>
              </a:extLst>
            </p:cNvPr>
            <p:cNvSpPr/>
            <p:nvPr/>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9" name="Rechthoek 38">
              <a:extLst>
                <a:ext uri="{FF2B5EF4-FFF2-40B4-BE49-F238E27FC236}">
                  <a16:creationId xmlns:a16="http://schemas.microsoft.com/office/drawing/2014/main" id="{B634EDDC-A20B-4948-835C-49AEA4EE3351}"/>
                </a:ext>
              </a:extLst>
            </p:cNvPr>
            <p:cNvSpPr/>
            <p:nvPr/>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0" name="Rechthoek 39">
              <a:extLst>
                <a:ext uri="{FF2B5EF4-FFF2-40B4-BE49-F238E27FC236}">
                  <a16:creationId xmlns:a16="http://schemas.microsoft.com/office/drawing/2014/main" id="{53471B16-7ED3-4C2F-957C-190CE4E1F4F6}"/>
                </a:ext>
              </a:extLst>
            </p:cNvPr>
            <p:cNvSpPr/>
            <p:nvPr/>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1" name="Rechthoek 40">
              <a:extLst>
                <a:ext uri="{FF2B5EF4-FFF2-40B4-BE49-F238E27FC236}">
                  <a16:creationId xmlns:a16="http://schemas.microsoft.com/office/drawing/2014/main" id="{31636679-E456-4F98-BA01-79E337BD37A1}"/>
                </a:ext>
              </a:extLst>
            </p:cNvPr>
            <p:cNvSpPr/>
            <p:nvPr/>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2" name="Rechthoek 41">
              <a:extLst>
                <a:ext uri="{FF2B5EF4-FFF2-40B4-BE49-F238E27FC236}">
                  <a16:creationId xmlns:a16="http://schemas.microsoft.com/office/drawing/2014/main" id="{3E33FF96-84EB-414F-ABCD-14B9B2717855}"/>
                </a:ext>
              </a:extLst>
            </p:cNvPr>
            <p:cNvSpPr/>
            <p:nvPr/>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3" name="Rechthoek 42">
              <a:extLst>
                <a:ext uri="{FF2B5EF4-FFF2-40B4-BE49-F238E27FC236}">
                  <a16:creationId xmlns:a16="http://schemas.microsoft.com/office/drawing/2014/main" id="{B191276C-BEAD-496C-9003-D656D32B3B9C}"/>
                </a:ext>
              </a:extLst>
            </p:cNvPr>
            <p:cNvSpPr/>
            <p:nvPr/>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4" name="Rechthoek 43">
              <a:extLst>
                <a:ext uri="{FF2B5EF4-FFF2-40B4-BE49-F238E27FC236}">
                  <a16:creationId xmlns:a16="http://schemas.microsoft.com/office/drawing/2014/main" id="{5B8EF463-5AD6-4FCF-899E-72D7EE4833EE}"/>
                </a:ext>
              </a:extLst>
            </p:cNvPr>
            <p:cNvSpPr/>
            <p:nvPr/>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5" name="Rechthoek 44">
              <a:extLst>
                <a:ext uri="{FF2B5EF4-FFF2-40B4-BE49-F238E27FC236}">
                  <a16:creationId xmlns:a16="http://schemas.microsoft.com/office/drawing/2014/main" id="{3D4E124A-0400-4917-AC56-18310ADEEB89}"/>
                </a:ext>
              </a:extLst>
            </p:cNvPr>
            <p:cNvSpPr/>
            <p:nvPr/>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6" name="Rechthoek 45">
              <a:extLst>
                <a:ext uri="{FF2B5EF4-FFF2-40B4-BE49-F238E27FC236}">
                  <a16:creationId xmlns:a16="http://schemas.microsoft.com/office/drawing/2014/main" id="{D181E518-CEB9-4311-9137-8DB98177815F}"/>
                </a:ext>
              </a:extLst>
            </p:cNvPr>
            <p:cNvSpPr/>
            <p:nvPr/>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7" name="Rechthoek 46">
              <a:extLst>
                <a:ext uri="{FF2B5EF4-FFF2-40B4-BE49-F238E27FC236}">
                  <a16:creationId xmlns:a16="http://schemas.microsoft.com/office/drawing/2014/main" id="{39163085-7926-4628-AD5A-152BB33B0DA8}"/>
                </a:ext>
              </a:extLst>
            </p:cNvPr>
            <p:cNvSpPr/>
            <p:nvPr/>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8" name="Rechthoek 47">
              <a:extLst>
                <a:ext uri="{FF2B5EF4-FFF2-40B4-BE49-F238E27FC236}">
                  <a16:creationId xmlns:a16="http://schemas.microsoft.com/office/drawing/2014/main" id="{83734956-20CD-44A5-8156-18D16B078947}"/>
                </a:ext>
              </a:extLst>
            </p:cNvPr>
            <p:cNvSpPr/>
            <p:nvPr/>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9" name="Rechthoek 48">
              <a:extLst>
                <a:ext uri="{FF2B5EF4-FFF2-40B4-BE49-F238E27FC236}">
                  <a16:creationId xmlns:a16="http://schemas.microsoft.com/office/drawing/2014/main" id="{C2BD56DB-A479-4659-B8A8-FA8BD2A15593}"/>
                </a:ext>
              </a:extLst>
            </p:cNvPr>
            <p:cNvSpPr/>
            <p:nvPr/>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0" name="Rechthoek 49">
              <a:extLst>
                <a:ext uri="{FF2B5EF4-FFF2-40B4-BE49-F238E27FC236}">
                  <a16:creationId xmlns:a16="http://schemas.microsoft.com/office/drawing/2014/main" id="{3570E184-A710-447B-B9FF-99262392D498}"/>
                </a:ext>
              </a:extLst>
            </p:cNvPr>
            <p:cNvSpPr/>
            <p:nvPr/>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1" name="Rechthoek 50">
              <a:extLst>
                <a:ext uri="{FF2B5EF4-FFF2-40B4-BE49-F238E27FC236}">
                  <a16:creationId xmlns:a16="http://schemas.microsoft.com/office/drawing/2014/main" id="{D8EA7E2F-4E27-416D-861C-0095FB49F4E9}"/>
                </a:ext>
              </a:extLst>
            </p:cNvPr>
            <p:cNvSpPr/>
            <p:nvPr/>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2" name="Rechthoek 51">
              <a:extLst>
                <a:ext uri="{FF2B5EF4-FFF2-40B4-BE49-F238E27FC236}">
                  <a16:creationId xmlns:a16="http://schemas.microsoft.com/office/drawing/2014/main" id="{8636855F-D700-443F-81B1-672D7072F301}"/>
                </a:ext>
              </a:extLst>
            </p:cNvPr>
            <p:cNvSpPr/>
            <p:nvPr/>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3" name="Rechthoek 52">
              <a:extLst>
                <a:ext uri="{FF2B5EF4-FFF2-40B4-BE49-F238E27FC236}">
                  <a16:creationId xmlns:a16="http://schemas.microsoft.com/office/drawing/2014/main" id="{3430E2ED-BDD5-4076-99CB-8E8C712E3C51}"/>
                </a:ext>
              </a:extLst>
            </p:cNvPr>
            <p:cNvSpPr/>
            <p:nvPr/>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4" name="Rechthoek 53">
              <a:extLst>
                <a:ext uri="{FF2B5EF4-FFF2-40B4-BE49-F238E27FC236}">
                  <a16:creationId xmlns:a16="http://schemas.microsoft.com/office/drawing/2014/main" id="{ADDC9361-C617-4A5A-AEB6-FE7BDBD7B991}"/>
                </a:ext>
              </a:extLst>
            </p:cNvPr>
            <p:cNvSpPr/>
            <p:nvPr/>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5" name="Rechthoek 54">
              <a:extLst>
                <a:ext uri="{FF2B5EF4-FFF2-40B4-BE49-F238E27FC236}">
                  <a16:creationId xmlns:a16="http://schemas.microsoft.com/office/drawing/2014/main" id="{AC9D498F-4155-4D2F-A335-5B49628AF8FE}"/>
                </a:ext>
              </a:extLst>
            </p:cNvPr>
            <p:cNvSpPr/>
            <p:nvPr/>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6" name="Rechthoek 55">
              <a:extLst>
                <a:ext uri="{FF2B5EF4-FFF2-40B4-BE49-F238E27FC236}">
                  <a16:creationId xmlns:a16="http://schemas.microsoft.com/office/drawing/2014/main" id="{337532BF-6611-4233-81B0-16C5A86A45A8}"/>
                </a:ext>
              </a:extLst>
            </p:cNvPr>
            <p:cNvSpPr/>
            <p:nvPr/>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7" name="Rechthoek 56">
              <a:extLst>
                <a:ext uri="{FF2B5EF4-FFF2-40B4-BE49-F238E27FC236}">
                  <a16:creationId xmlns:a16="http://schemas.microsoft.com/office/drawing/2014/main" id="{3D587D00-FBD4-4B34-8068-E8BA96801328}"/>
                </a:ext>
              </a:extLst>
            </p:cNvPr>
            <p:cNvSpPr/>
            <p:nvPr/>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8" name="Rechthoek 57">
              <a:extLst>
                <a:ext uri="{FF2B5EF4-FFF2-40B4-BE49-F238E27FC236}">
                  <a16:creationId xmlns:a16="http://schemas.microsoft.com/office/drawing/2014/main" id="{11859AA9-5C67-4644-866E-DE73D0965300}"/>
                </a:ext>
              </a:extLst>
            </p:cNvPr>
            <p:cNvSpPr/>
            <p:nvPr/>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9" name="Rechthoek 58">
              <a:extLst>
                <a:ext uri="{FF2B5EF4-FFF2-40B4-BE49-F238E27FC236}">
                  <a16:creationId xmlns:a16="http://schemas.microsoft.com/office/drawing/2014/main" id="{FB2791C2-6CA0-4D2D-9ADD-178F7FAD88E8}"/>
                </a:ext>
              </a:extLst>
            </p:cNvPr>
            <p:cNvSpPr/>
            <p:nvPr/>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0" name="Rechthoek 59">
              <a:extLst>
                <a:ext uri="{FF2B5EF4-FFF2-40B4-BE49-F238E27FC236}">
                  <a16:creationId xmlns:a16="http://schemas.microsoft.com/office/drawing/2014/main" id="{904D5CC7-402A-4753-95BF-839E3B97E4EF}"/>
                </a:ext>
              </a:extLst>
            </p:cNvPr>
            <p:cNvSpPr/>
            <p:nvPr/>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1" name="Rechthoek 60">
              <a:extLst>
                <a:ext uri="{FF2B5EF4-FFF2-40B4-BE49-F238E27FC236}">
                  <a16:creationId xmlns:a16="http://schemas.microsoft.com/office/drawing/2014/main" id="{92C59641-77C0-4A74-B949-DCD6A7821951}"/>
                </a:ext>
              </a:extLst>
            </p:cNvPr>
            <p:cNvSpPr/>
            <p:nvPr/>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2" name="Rechthoek 61">
              <a:extLst>
                <a:ext uri="{FF2B5EF4-FFF2-40B4-BE49-F238E27FC236}">
                  <a16:creationId xmlns:a16="http://schemas.microsoft.com/office/drawing/2014/main" id="{59093287-1D7A-4502-838F-94D0F13784EB}"/>
                </a:ext>
              </a:extLst>
            </p:cNvPr>
            <p:cNvSpPr/>
            <p:nvPr/>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3" name="Rechthoek 62">
              <a:extLst>
                <a:ext uri="{FF2B5EF4-FFF2-40B4-BE49-F238E27FC236}">
                  <a16:creationId xmlns:a16="http://schemas.microsoft.com/office/drawing/2014/main" id="{512CACC4-6131-47E2-8C83-EC6F762CF25C}"/>
                </a:ext>
              </a:extLst>
            </p:cNvPr>
            <p:cNvSpPr/>
            <p:nvPr/>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4" name="Rechthoek 63">
              <a:extLst>
                <a:ext uri="{FF2B5EF4-FFF2-40B4-BE49-F238E27FC236}">
                  <a16:creationId xmlns:a16="http://schemas.microsoft.com/office/drawing/2014/main" id="{C258E187-3B1A-4611-9A01-4D42869C647B}"/>
                </a:ext>
              </a:extLst>
            </p:cNvPr>
            <p:cNvSpPr/>
            <p:nvPr/>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5" name="Rechthoek 64">
              <a:extLst>
                <a:ext uri="{FF2B5EF4-FFF2-40B4-BE49-F238E27FC236}">
                  <a16:creationId xmlns:a16="http://schemas.microsoft.com/office/drawing/2014/main" id="{B1D4C479-0E67-4180-903E-BE2119BFB3B4}"/>
                </a:ext>
              </a:extLst>
            </p:cNvPr>
            <p:cNvSpPr/>
            <p:nvPr/>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6" name="Rechthoek 65">
              <a:extLst>
                <a:ext uri="{FF2B5EF4-FFF2-40B4-BE49-F238E27FC236}">
                  <a16:creationId xmlns:a16="http://schemas.microsoft.com/office/drawing/2014/main" id="{9C8936E6-1ED5-4CE2-8879-07133E737D03}"/>
                </a:ext>
              </a:extLst>
            </p:cNvPr>
            <p:cNvSpPr/>
            <p:nvPr/>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7" name="Rechthoek 66">
              <a:extLst>
                <a:ext uri="{FF2B5EF4-FFF2-40B4-BE49-F238E27FC236}">
                  <a16:creationId xmlns:a16="http://schemas.microsoft.com/office/drawing/2014/main" id="{C9EEFD06-F5C0-4B9C-AC43-82E32C88DEAB}"/>
                </a:ext>
              </a:extLst>
            </p:cNvPr>
            <p:cNvSpPr/>
            <p:nvPr/>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8" name="Rechthoek 67">
              <a:extLst>
                <a:ext uri="{FF2B5EF4-FFF2-40B4-BE49-F238E27FC236}">
                  <a16:creationId xmlns:a16="http://schemas.microsoft.com/office/drawing/2014/main" id="{AFAB9AA9-7C6F-4F35-81E3-5E8DD8CE16FA}"/>
                </a:ext>
              </a:extLst>
            </p:cNvPr>
            <p:cNvSpPr/>
            <p:nvPr/>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9" name="Rechthoek 68">
              <a:extLst>
                <a:ext uri="{FF2B5EF4-FFF2-40B4-BE49-F238E27FC236}">
                  <a16:creationId xmlns:a16="http://schemas.microsoft.com/office/drawing/2014/main" id="{21E6D803-8ACD-497F-879D-509BAF7E77B4}"/>
                </a:ext>
              </a:extLst>
            </p:cNvPr>
            <p:cNvSpPr/>
            <p:nvPr/>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0" name="Rechthoek 69">
              <a:extLst>
                <a:ext uri="{FF2B5EF4-FFF2-40B4-BE49-F238E27FC236}">
                  <a16:creationId xmlns:a16="http://schemas.microsoft.com/office/drawing/2014/main" id="{3437667D-E52D-4864-B330-E11CEB796E68}"/>
                </a:ext>
              </a:extLst>
            </p:cNvPr>
            <p:cNvSpPr/>
            <p:nvPr/>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1" name="Rechthoek 70">
              <a:extLst>
                <a:ext uri="{FF2B5EF4-FFF2-40B4-BE49-F238E27FC236}">
                  <a16:creationId xmlns:a16="http://schemas.microsoft.com/office/drawing/2014/main" id="{AC8C857A-9782-4E0E-85FA-989D80A33D5B}"/>
                </a:ext>
              </a:extLst>
            </p:cNvPr>
            <p:cNvSpPr/>
            <p:nvPr/>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2" name="Rechthoek 71">
              <a:extLst>
                <a:ext uri="{FF2B5EF4-FFF2-40B4-BE49-F238E27FC236}">
                  <a16:creationId xmlns:a16="http://schemas.microsoft.com/office/drawing/2014/main" id="{13706F80-0AB1-47BD-BFBF-2135CE302E5E}"/>
                </a:ext>
              </a:extLst>
            </p:cNvPr>
            <p:cNvSpPr/>
            <p:nvPr/>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3" name="Rechthoek 72">
              <a:extLst>
                <a:ext uri="{FF2B5EF4-FFF2-40B4-BE49-F238E27FC236}">
                  <a16:creationId xmlns:a16="http://schemas.microsoft.com/office/drawing/2014/main" id="{DDB7FB69-42A6-4F4A-BBBB-EF910BD9517E}"/>
                </a:ext>
              </a:extLst>
            </p:cNvPr>
            <p:cNvSpPr/>
            <p:nvPr/>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4" name="Rechthoek 73">
              <a:extLst>
                <a:ext uri="{FF2B5EF4-FFF2-40B4-BE49-F238E27FC236}">
                  <a16:creationId xmlns:a16="http://schemas.microsoft.com/office/drawing/2014/main" id="{F70197D9-8207-423E-8355-C4718C41CBCF}"/>
                </a:ext>
              </a:extLst>
            </p:cNvPr>
            <p:cNvSpPr/>
            <p:nvPr/>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5" name="Rechthoek 74">
              <a:extLst>
                <a:ext uri="{FF2B5EF4-FFF2-40B4-BE49-F238E27FC236}">
                  <a16:creationId xmlns:a16="http://schemas.microsoft.com/office/drawing/2014/main" id="{1E0D3499-D858-46B1-B897-09933731A297}"/>
                </a:ext>
              </a:extLst>
            </p:cNvPr>
            <p:cNvSpPr/>
            <p:nvPr/>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6" name="Rechthoek 75">
              <a:extLst>
                <a:ext uri="{FF2B5EF4-FFF2-40B4-BE49-F238E27FC236}">
                  <a16:creationId xmlns:a16="http://schemas.microsoft.com/office/drawing/2014/main" id="{1361DF95-749D-4277-AA88-C357F0ABD665}"/>
                </a:ext>
              </a:extLst>
            </p:cNvPr>
            <p:cNvSpPr/>
            <p:nvPr/>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7" name="Rechthoek 76">
              <a:extLst>
                <a:ext uri="{FF2B5EF4-FFF2-40B4-BE49-F238E27FC236}">
                  <a16:creationId xmlns:a16="http://schemas.microsoft.com/office/drawing/2014/main" id="{B7B04DA8-812A-4895-95D5-4ACBBB770F2D}"/>
                </a:ext>
              </a:extLst>
            </p:cNvPr>
            <p:cNvSpPr/>
            <p:nvPr/>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8" name="Rechthoek 77">
              <a:extLst>
                <a:ext uri="{FF2B5EF4-FFF2-40B4-BE49-F238E27FC236}">
                  <a16:creationId xmlns:a16="http://schemas.microsoft.com/office/drawing/2014/main" id="{3BD13550-11F9-4DCB-B805-0C4E441C2ED0}"/>
                </a:ext>
              </a:extLst>
            </p:cNvPr>
            <p:cNvSpPr/>
            <p:nvPr/>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9" name="Rechthoek 78">
              <a:extLst>
                <a:ext uri="{FF2B5EF4-FFF2-40B4-BE49-F238E27FC236}">
                  <a16:creationId xmlns:a16="http://schemas.microsoft.com/office/drawing/2014/main" id="{D37F375B-825E-4443-9400-AB25E9BC9613}"/>
                </a:ext>
              </a:extLst>
            </p:cNvPr>
            <p:cNvSpPr/>
            <p:nvPr/>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0" name="Rechthoek 79">
              <a:extLst>
                <a:ext uri="{FF2B5EF4-FFF2-40B4-BE49-F238E27FC236}">
                  <a16:creationId xmlns:a16="http://schemas.microsoft.com/office/drawing/2014/main" id="{2F3CFAAB-65E3-406B-A195-F4BAA23DA276}"/>
                </a:ext>
              </a:extLst>
            </p:cNvPr>
            <p:cNvSpPr/>
            <p:nvPr/>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1" name="Rechthoek 80">
              <a:extLst>
                <a:ext uri="{FF2B5EF4-FFF2-40B4-BE49-F238E27FC236}">
                  <a16:creationId xmlns:a16="http://schemas.microsoft.com/office/drawing/2014/main" id="{0B7939F1-1A7B-4403-BD7B-B2890E6046E4}"/>
                </a:ext>
              </a:extLst>
            </p:cNvPr>
            <p:cNvSpPr/>
            <p:nvPr/>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2" name="Rechthoek 81">
              <a:extLst>
                <a:ext uri="{FF2B5EF4-FFF2-40B4-BE49-F238E27FC236}">
                  <a16:creationId xmlns:a16="http://schemas.microsoft.com/office/drawing/2014/main" id="{952856AF-170D-405F-B53F-42CFC4433DF9}"/>
                </a:ext>
              </a:extLst>
            </p:cNvPr>
            <p:cNvSpPr/>
            <p:nvPr/>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3" name="Rechthoek 82">
              <a:extLst>
                <a:ext uri="{FF2B5EF4-FFF2-40B4-BE49-F238E27FC236}">
                  <a16:creationId xmlns:a16="http://schemas.microsoft.com/office/drawing/2014/main" id="{8239B102-56CC-4A5F-BC32-4E48A711F149}"/>
                </a:ext>
              </a:extLst>
            </p:cNvPr>
            <p:cNvSpPr/>
            <p:nvPr/>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4" name="Rechthoek 83">
              <a:extLst>
                <a:ext uri="{FF2B5EF4-FFF2-40B4-BE49-F238E27FC236}">
                  <a16:creationId xmlns:a16="http://schemas.microsoft.com/office/drawing/2014/main" id="{61A45AEB-62C5-47DA-AB38-AADE12BC1314}"/>
                </a:ext>
              </a:extLst>
            </p:cNvPr>
            <p:cNvSpPr/>
            <p:nvPr/>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5" name="Rechthoek 84">
              <a:extLst>
                <a:ext uri="{FF2B5EF4-FFF2-40B4-BE49-F238E27FC236}">
                  <a16:creationId xmlns:a16="http://schemas.microsoft.com/office/drawing/2014/main" id="{A2270570-8C09-4EF4-952D-631F93D2F677}"/>
                </a:ext>
              </a:extLst>
            </p:cNvPr>
            <p:cNvSpPr/>
            <p:nvPr/>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6" name="Rechthoek 85">
              <a:extLst>
                <a:ext uri="{FF2B5EF4-FFF2-40B4-BE49-F238E27FC236}">
                  <a16:creationId xmlns:a16="http://schemas.microsoft.com/office/drawing/2014/main" id="{715C7321-53C7-4463-92A0-6EDBBEC24C08}"/>
                </a:ext>
              </a:extLst>
            </p:cNvPr>
            <p:cNvSpPr/>
            <p:nvPr/>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7" name="Rechthoek 86">
              <a:extLst>
                <a:ext uri="{FF2B5EF4-FFF2-40B4-BE49-F238E27FC236}">
                  <a16:creationId xmlns:a16="http://schemas.microsoft.com/office/drawing/2014/main" id="{BA084D0E-5ACF-4CAC-97C6-AEA9C5248263}"/>
                </a:ext>
              </a:extLst>
            </p:cNvPr>
            <p:cNvSpPr/>
            <p:nvPr/>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8" name="Rechthoek 87">
              <a:extLst>
                <a:ext uri="{FF2B5EF4-FFF2-40B4-BE49-F238E27FC236}">
                  <a16:creationId xmlns:a16="http://schemas.microsoft.com/office/drawing/2014/main" id="{19CC7CB0-0670-419C-A844-A28316F7CB4C}"/>
                </a:ext>
              </a:extLst>
            </p:cNvPr>
            <p:cNvSpPr/>
            <p:nvPr/>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9" name="Rechthoek 88">
              <a:extLst>
                <a:ext uri="{FF2B5EF4-FFF2-40B4-BE49-F238E27FC236}">
                  <a16:creationId xmlns:a16="http://schemas.microsoft.com/office/drawing/2014/main" id="{2153D52C-015D-414F-93A9-D4F1277B5E8D}"/>
                </a:ext>
              </a:extLst>
            </p:cNvPr>
            <p:cNvSpPr/>
            <p:nvPr/>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0" name="Rechthoek 89">
              <a:extLst>
                <a:ext uri="{FF2B5EF4-FFF2-40B4-BE49-F238E27FC236}">
                  <a16:creationId xmlns:a16="http://schemas.microsoft.com/office/drawing/2014/main" id="{3D42C007-B73B-4E21-ADDD-E70085762785}"/>
                </a:ext>
              </a:extLst>
            </p:cNvPr>
            <p:cNvSpPr/>
            <p:nvPr/>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1" name="Rechthoek 90">
              <a:extLst>
                <a:ext uri="{FF2B5EF4-FFF2-40B4-BE49-F238E27FC236}">
                  <a16:creationId xmlns:a16="http://schemas.microsoft.com/office/drawing/2014/main" id="{61531C16-91D5-4692-B4F7-B0C494DC636C}"/>
                </a:ext>
              </a:extLst>
            </p:cNvPr>
            <p:cNvSpPr/>
            <p:nvPr/>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2" name="Rechthoek 91">
              <a:extLst>
                <a:ext uri="{FF2B5EF4-FFF2-40B4-BE49-F238E27FC236}">
                  <a16:creationId xmlns:a16="http://schemas.microsoft.com/office/drawing/2014/main" id="{BE2A0FC4-BFB6-4C02-A005-42DE8103402C}"/>
                </a:ext>
              </a:extLst>
            </p:cNvPr>
            <p:cNvSpPr/>
            <p:nvPr/>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3" name="Rechthoek 92">
              <a:extLst>
                <a:ext uri="{FF2B5EF4-FFF2-40B4-BE49-F238E27FC236}">
                  <a16:creationId xmlns:a16="http://schemas.microsoft.com/office/drawing/2014/main" id="{5D1C530D-C8C3-459C-B166-283CAC72D972}"/>
                </a:ext>
              </a:extLst>
            </p:cNvPr>
            <p:cNvSpPr/>
            <p:nvPr/>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4" name="Rechthoek 93">
              <a:extLst>
                <a:ext uri="{FF2B5EF4-FFF2-40B4-BE49-F238E27FC236}">
                  <a16:creationId xmlns:a16="http://schemas.microsoft.com/office/drawing/2014/main" id="{44DB0356-E9F3-4648-A1C3-286D0DD3BC0D}"/>
                </a:ext>
              </a:extLst>
            </p:cNvPr>
            <p:cNvSpPr/>
            <p:nvPr/>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5" name="Rechthoek 94">
              <a:extLst>
                <a:ext uri="{FF2B5EF4-FFF2-40B4-BE49-F238E27FC236}">
                  <a16:creationId xmlns:a16="http://schemas.microsoft.com/office/drawing/2014/main" id="{A08248CC-0DD7-43D3-89D0-04B21B0E9D0C}"/>
                </a:ext>
              </a:extLst>
            </p:cNvPr>
            <p:cNvSpPr/>
            <p:nvPr/>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6" name="Rechthoek 95">
              <a:extLst>
                <a:ext uri="{FF2B5EF4-FFF2-40B4-BE49-F238E27FC236}">
                  <a16:creationId xmlns:a16="http://schemas.microsoft.com/office/drawing/2014/main" id="{F59B649C-327B-44EE-8FD8-DF5780C440C7}"/>
                </a:ext>
              </a:extLst>
            </p:cNvPr>
            <p:cNvSpPr/>
            <p:nvPr/>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7" name="Rechthoek 96">
              <a:extLst>
                <a:ext uri="{FF2B5EF4-FFF2-40B4-BE49-F238E27FC236}">
                  <a16:creationId xmlns:a16="http://schemas.microsoft.com/office/drawing/2014/main" id="{1F2749D9-7056-4A1E-B14A-865A1C4898A2}"/>
                </a:ext>
              </a:extLst>
            </p:cNvPr>
            <p:cNvSpPr/>
            <p:nvPr/>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8" name="Rechthoek 97">
              <a:extLst>
                <a:ext uri="{FF2B5EF4-FFF2-40B4-BE49-F238E27FC236}">
                  <a16:creationId xmlns:a16="http://schemas.microsoft.com/office/drawing/2014/main" id="{F6EBF245-88D1-459E-B383-814E41CEB42F}"/>
                </a:ext>
              </a:extLst>
            </p:cNvPr>
            <p:cNvSpPr/>
            <p:nvPr/>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9" name="Rechthoek 98">
              <a:extLst>
                <a:ext uri="{FF2B5EF4-FFF2-40B4-BE49-F238E27FC236}">
                  <a16:creationId xmlns:a16="http://schemas.microsoft.com/office/drawing/2014/main" id="{32242EEC-3065-40A9-84B6-634FB03612F2}"/>
                </a:ext>
              </a:extLst>
            </p:cNvPr>
            <p:cNvSpPr/>
            <p:nvPr/>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0" name="Rechthoek 99">
              <a:extLst>
                <a:ext uri="{FF2B5EF4-FFF2-40B4-BE49-F238E27FC236}">
                  <a16:creationId xmlns:a16="http://schemas.microsoft.com/office/drawing/2014/main" id="{6BDA72F4-8256-4DD6-A1E7-5F114F8D3F57}"/>
                </a:ext>
              </a:extLst>
            </p:cNvPr>
            <p:cNvSpPr/>
            <p:nvPr/>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1" name="Rechthoek 100">
              <a:extLst>
                <a:ext uri="{FF2B5EF4-FFF2-40B4-BE49-F238E27FC236}">
                  <a16:creationId xmlns:a16="http://schemas.microsoft.com/office/drawing/2014/main" id="{3611BD11-37AE-4C0E-8E96-7A342DF72BE8}"/>
                </a:ext>
              </a:extLst>
            </p:cNvPr>
            <p:cNvSpPr/>
            <p:nvPr/>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2" name="Rechthoek 101">
              <a:extLst>
                <a:ext uri="{FF2B5EF4-FFF2-40B4-BE49-F238E27FC236}">
                  <a16:creationId xmlns:a16="http://schemas.microsoft.com/office/drawing/2014/main" id="{7DADB5EF-A6F3-4933-A92B-2F254845B34F}"/>
                </a:ext>
              </a:extLst>
            </p:cNvPr>
            <p:cNvSpPr/>
            <p:nvPr/>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3" name="Rechthoek 102">
              <a:extLst>
                <a:ext uri="{FF2B5EF4-FFF2-40B4-BE49-F238E27FC236}">
                  <a16:creationId xmlns:a16="http://schemas.microsoft.com/office/drawing/2014/main" id="{4B69F43D-5BD8-4227-805D-D131D0CC9782}"/>
                </a:ext>
              </a:extLst>
            </p:cNvPr>
            <p:cNvSpPr/>
            <p:nvPr/>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4" name="Rechthoek 103">
              <a:extLst>
                <a:ext uri="{FF2B5EF4-FFF2-40B4-BE49-F238E27FC236}">
                  <a16:creationId xmlns:a16="http://schemas.microsoft.com/office/drawing/2014/main" id="{8A117382-99B3-4F5A-95DF-DD71C489F308}"/>
                </a:ext>
              </a:extLst>
            </p:cNvPr>
            <p:cNvSpPr/>
            <p:nvPr/>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5" name="Rechthoek 104">
              <a:extLst>
                <a:ext uri="{FF2B5EF4-FFF2-40B4-BE49-F238E27FC236}">
                  <a16:creationId xmlns:a16="http://schemas.microsoft.com/office/drawing/2014/main" id="{37BEE625-7635-4764-8242-72FE7574219D}"/>
                </a:ext>
              </a:extLst>
            </p:cNvPr>
            <p:cNvSpPr/>
            <p:nvPr/>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6" name="Rechthoek 105">
              <a:extLst>
                <a:ext uri="{FF2B5EF4-FFF2-40B4-BE49-F238E27FC236}">
                  <a16:creationId xmlns:a16="http://schemas.microsoft.com/office/drawing/2014/main" id="{B94E52F2-EC1D-4B93-9583-8092EB54AAB9}"/>
                </a:ext>
              </a:extLst>
            </p:cNvPr>
            <p:cNvSpPr/>
            <p:nvPr/>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7" name="Rechthoek 106">
              <a:extLst>
                <a:ext uri="{FF2B5EF4-FFF2-40B4-BE49-F238E27FC236}">
                  <a16:creationId xmlns:a16="http://schemas.microsoft.com/office/drawing/2014/main" id="{C220B813-DD92-4C7D-A1BC-697C23CABFA1}"/>
                </a:ext>
              </a:extLst>
            </p:cNvPr>
            <p:cNvSpPr/>
            <p:nvPr/>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8" name="Rechthoek 107">
              <a:extLst>
                <a:ext uri="{FF2B5EF4-FFF2-40B4-BE49-F238E27FC236}">
                  <a16:creationId xmlns:a16="http://schemas.microsoft.com/office/drawing/2014/main" id="{02E84D6E-F48F-4557-99C6-9713133382F4}"/>
                </a:ext>
              </a:extLst>
            </p:cNvPr>
            <p:cNvSpPr/>
            <p:nvPr/>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9" name="Rechthoek 108">
              <a:extLst>
                <a:ext uri="{FF2B5EF4-FFF2-40B4-BE49-F238E27FC236}">
                  <a16:creationId xmlns:a16="http://schemas.microsoft.com/office/drawing/2014/main" id="{E0212F54-9A69-4A61-8B35-78C4D89F641B}"/>
                </a:ext>
              </a:extLst>
            </p:cNvPr>
            <p:cNvSpPr/>
            <p:nvPr/>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0" name="Rechthoek 109">
              <a:extLst>
                <a:ext uri="{FF2B5EF4-FFF2-40B4-BE49-F238E27FC236}">
                  <a16:creationId xmlns:a16="http://schemas.microsoft.com/office/drawing/2014/main" id="{82867721-4D81-431A-BA76-A06D56D3D57A}"/>
                </a:ext>
              </a:extLst>
            </p:cNvPr>
            <p:cNvSpPr/>
            <p:nvPr/>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1" name="Rechthoek 110">
              <a:extLst>
                <a:ext uri="{FF2B5EF4-FFF2-40B4-BE49-F238E27FC236}">
                  <a16:creationId xmlns:a16="http://schemas.microsoft.com/office/drawing/2014/main" id="{BC7CB733-8B25-4EA0-BC8B-16D6C0A8F3D9}"/>
                </a:ext>
              </a:extLst>
            </p:cNvPr>
            <p:cNvSpPr/>
            <p:nvPr/>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2" name="Rechthoek 111">
              <a:extLst>
                <a:ext uri="{FF2B5EF4-FFF2-40B4-BE49-F238E27FC236}">
                  <a16:creationId xmlns:a16="http://schemas.microsoft.com/office/drawing/2014/main" id="{C272F51B-7DF3-4BB4-81EF-F30BEBF919F8}"/>
                </a:ext>
              </a:extLst>
            </p:cNvPr>
            <p:cNvSpPr/>
            <p:nvPr/>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3" name="Rechthoek 112">
              <a:extLst>
                <a:ext uri="{FF2B5EF4-FFF2-40B4-BE49-F238E27FC236}">
                  <a16:creationId xmlns:a16="http://schemas.microsoft.com/office/drawing/2014/main" id="{E7275EC4-E93D-4579-9252-95875A3D384C}"/>
                </a:ext>
              </a:extLst>
            </p:cNvPr>
            <p:cNvSpPr/>
            <p:nvPr/>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4" name="Rechthoek 113">
              <a:extLst>
                <a:ext uri="{FF2B5EF4-FFF2-40B4-BE49-F238E27FC236}">
                  <a16:creationId xmlns:a16="http://schemas.microsoft.com/office/drawing/2014/main" id="{0ADC9315-AE94-46D1-A960-BDE67D19F3AD}"/>
                </a:ext>
              </a:extLst>
            </p:cNvPr>
            <p:cNvSpPr/>
            <p:nvPr/>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5" name="Rechthoek 114">
              <a:extLst>
                <a:ext uri="{FF2B5EF4-FFF2-40B4-BE49-F238E27FC236}">
                  <a16:creationId xmlns:a16="http://schemas.microsoft.com/office/drawing/2014/main" id="{55221152-1C95-4DAA-ACB5-C7B52C8FD766}"/>
                </a:ext>
              </a:extLst>
            </p:cNvPr>
            <p:cNvSpPr/>
            <p:nvPr/>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6" name="Rechthoek 115">
              <a:extLst>
                <a:ext uri="{FF2B5EF4-FFF2-40B4-BE49-F238E27FC236}">
                  <a16:creationId xmlns:a16="http://schemas.microsoft.com/office/drawing/2014/main" id="{BFEAC399-A721-4E24-97FA-7D27F08ADC7E}"/>
                </a:ext>
              </a:extLst>
            </p:cNvPr>
            <p:cNvSpPr/>
            <p:nvPr/>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7" name="Rechthoek 116">
              <a:extLst>
                <a:ext uri="{FF2B5EF4-FFF2-40B4-BE49-F238E27FC236}">
                  <a16:creationId xmlns:a16="http://schemas.microsoft.com/office/drawing/2014/main" id="{6B5520BE-CE29-4813-9DAD-C9B41DACAFCA}"/>
                </a:ext>
              </a:extLst>
            </p:cNvPr>
            <p:cNvSpPr/>
            <p:nvPr/>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8" name="Rechthoek 117">
              <a:extLst>
                <a:ext uri="{FF2B5EF4-FFF2-40B4-BE49-F238E27FC236}">
                  <a16:creationId xmlns:a16="http://schemas.microsoft.com/office/drawing/2014/main" id="{BC614ACB-A292-4AB7-A05D-035255A09EAC}"/>
                </a:ext>
              </a:extLst>
            </p:cNvPr>
            <p:cNvSpPr/>
            <p:nvPr/>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9" name="Rechthoek 118">
              <a:extLst>
                <a:ext uri="{FF2B5EF4-FFF2-40B4-BE49-F238E27FC236}">
                  <a16:creationId xmlns:a16="http://schemas.microsoft.com/office/drawing/2014/main" id="{8197675B-3E1D-4ADC-8028-675B7EEC0715}"/>
                </a:ext>
              </a:extLst>
            </p:cNvPr>
            <p:cNvSpPr/>
            <p:nvPr/>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0" name="Rechthoek 119">
              <a:extLst>
                <a:ext uri="{FF2B5EF4-FFF2-40B4-BE49-F238E27FC236}">
                  <a16:creationId xmlns:a16="http://schemas.microsoft.com/office/drawing/2014/main" id="{161FDAA3-430E-49EC-A4CC-A6683E05F77B}"/>
                </a:ext>
              </a:extLst>
            </p:cNvPr>
            <p:cNvSpPr/>
            <p:nvPr/>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1" name="Rechthoek 120">
              <a:extLst>
                <a:ext uri="{FF2B5EF4-FFF2-40B4-BE49-F238E27FC236}">
                  <a16:creationId xmlns:a16="http://schemas.microsoft.com/office/drawing/2014/main" id="{37DE3A08-788F-45BE-907A-AC3348EDB0B9}"/>
                </a:ext>
              </a:extLst>
            </p:cNvPr>
            <p:cNvSpPr/>
            <p:nvPr/>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2" name="Rechthoek 121">
              <a:extLst>
                <a:ext uri="{FF2B5EF4-FFF2-40B4-BE49-F238E27FC236}">
                  <a16:creationId xmlns:a16="http://schemas.microsoft.com/office/drawing/2014/main" id="{90379143-8DF0-4EE1-8C3A-C240D936C862}"/>
                </a:ext>
              </a:extLst>
            </p:cNvPr>
            <p:cNvSpPr/>
            <p:nvPr/>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3" name="Rechthoek 122">
              <a:extLst>
                <a:ext uri="{FF2B5EF4-FFF2-40B4-BE49-F238E27FC236}">
                  <a16:creationId xmlns:a16="http://schemas.microsoft.com/office/drawing/2014/main" id="{E22EF1D9-5DE2-46B7-8523-CF79C32B2B0E}"/>
                </a:ext>
              </a:extLst>
            </p:cNvPr>
            <p:cNvSpPr/>
            <p:nvPr/>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4" name="Rechthoek 123">
              <a:extLst>
                <a:ext uri="{FF2B5EF4-FFF2-40B4-BE49-F238E27FC236}">
                  <a16:creationId xmlns:a16="http://schemas.microsoft.com/office/drawing/2014/main" id="{60762A57-F746-45D5-AB2E-7C3E0A5B738D}"/>
                </a:ext>
              </a:extLst>
            </p:cNvPr>
            <p:cNvSpPr/>
            <p:nvPr/>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5" name="Rechthoek 124">
              <a:extLst>
                <a:ext uri="{FF2B5EF4-FFF2-40B4-BE49-F238E27FC236}">
                  <a16:creationId xmlns:a16="http://schemas.microsoft.com/office/drawing/2014/main" id="{06642479-D5AA-4E24-BBAA-A46D252F4370}"/>
                </a:ext>
              </a:extLst>
            </p:cNvPr>
            <p:cNvSpPr/>
            <p:nvPr/>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6" name="Rechthoek 125">
              <a:extLst>
                <a:ext uri="{FF2B5EF4-FFF2-40B4-BE49-F238E27FC236}">
                  <a16:creationId xmlns:a16="http://schemas.microsoft.com/office/drawing/2014/main" id="{7294A249-E01B-4E00-A515-54145D369480}"/>
                </a:ext>
              </a:extLst>
            </p:cNvPr>
            <p:cNvSpPr/>
            <p:nvPr/>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7" name="Rechthoek 126">
              <a:extLst>
                <a:ext uri="{FF2B5EF4-FFF2-40B4-BE49-F238E27FC236}">
                  <a16:creationId xmlns:a16="http://schemas.microsoft.com/office/drawing/2014/main" id="{BA2047AF-40C4-4B43-9121-F09C177A4A20}"/>
                </a:ext>
              </a:extLst>
            </p:cNvPr>
            <p:cNvSpPr/>
            <p:nvPr/>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8" name="Rechthoek 127">
              <a:extLst>
                <a:ext uri="{FF2B5EF4-FFF2-40B4-BE49-F238E27FC236}">
                  <a16:creationId xmlns:a16="http://schemas.microsoft.com/office/drawing/2014/main" id="{76B98FFC-AD3C-49B2-93CA-C1725C19A20F}"/>
                </a:ext>
              </a:extLst>
            </p:cNvPr>
            <p:cNvSpPr/>
            <p:nvPr/>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9" name="Rechthoek 128">
              <a:extLst>
                <a:ext uri="{FF2B5EF4-FFF2-40B4-BE49-F238E27FC236}">
                  <a16:creationId xmlns:a16="http://schemas.microsoft.com/office/drawing/2014/main" id="{E1879D9E-3E63-4CC2-9AC7-425812A3F2C4}"/>
                </a:ext>
              </a:extLst>
            </p:cNvPr>
            <p:cNvSpPr/>
            <p:nvPr/>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0" name="Rechthoek 129">
              <a:extLst>
                <a:ext uri="{FF2B5EF4-FFF2-40B4-BE49-F238E27FC236}">
                  <a16:creationId xmlns:a16="http://schemas.microsoft.com/office/drawing/2014/main" id="{8342A221-D10B-423B-8906-5EBC48090A2E}"/>
                </a:ext>
              </a:extLst>
            </p:cNvPr>
            <p:cNvSpPr/>
            <p:nvPr/>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1" name="Rechthoek 130">
              <a:extLst>
                <a:ext uri="{FF2B5EF4-FFF2-40B4-BE49-F238E27FC236}">
                  <a16:creationId xmlns:a16="http://schemas.microsoft.com/office/drawing/2014/main" id="{35A57EB3-D6B5-4152-B14F-EF27E1349632}"/>
                </a:ext>
              </a:extLst>
            </p:cNvPr>
            <p:cNvSpPr/>
            <p:nvPr/>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2" name="Rechthoek 131">
              <a:extLst>
                <a:ext uri="{FF2B5EF4-FFF2-40B4-BE49-F238E27FC236}">
                  <a16:creationId xmlns:a16="http://schemas.microsoft.com/office/drawing/2014/main" id="{31F4458E-A63D-4437-8E19-A66C8BC5DFD9}"/>
                </a:ext>
              </a:extLst>
            </p:cNvPr>
            <p:cNvSpPr/>
            <p:nvPr/>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3" name="Rechthoek 132">
              <a:extLst>
                <a:ext uri="{FF2B5EF4-FFF2-40B4-BE49-F238E27FC236}">
                  <a16:creationId xmlns:a16="http://schemas.microsoft.com/office/drawing/2014/main" id="{823D3FFE-4462-459F-8BC9-876EB23D6C56}"/>
                </a:ext>
              </a:extLst>
            </p:cNvPr>
            <p:cNvSpPr/>
            <p:nvPr/>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4" name="Rechthoek 133">
              <a:extLst>
                <a:ext uri="{FF2B5EF4-FFF2-40B4-BE49-F238E27FC236}">
                  <a16:creationId xmlns:a16="http://schemas.microsoft.com/office/drawing/2014/main" id="{CFA305EC-68FF-4C4A-B709-979FB292811A}"/>
                </a:ext>
              </a:extLst>
            </p:cNvPr>
            <p:cNvSpPr/>
            <p:nvPr/>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5" name="Rechthoek 134">
              <a:extLst>
                <a:ext uri="{FF2B5EF4-FFF2-40B4-BE49-F238E27FC236}">
                  <a16:creationId xmlns:a16="http://schemas.microsoft.com/office/drawing/2014/main" id="{A0347432-8C21-4FC5-8C35-B1FD2EA749CB}"/>
                </a:ext>
              </a:extLst>
            </p:cNvPr>
            <p:cNvSpPr/>
            <p:nvPr/>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6" name="Rechthoek 135">
              <a:extLst>
                <a:ext uri="{FF2B5EF4-FFF2-40B4-BE49-F238E27FC236}">
                  <a16:creationId xmlns:a16="http://schemas.microsoft.com/office/drawing/2014/main" id="{7A7F8353-A1F1-4929-8555-E3CBFF711B9C}"/>
                </a:ext>
              </a:extLst>
            </p:cNvPr>
            <p:cNvSpPr/>
            <p:nvPr/>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7" name="Rechthoek 136">
              <a:extLst>
                <a:ext uri="{FF2B5EF4-FFF2-40B4-BE49-F238E27FC236}">
                  <a16:creationId xmlns:a16="http://schemas.microsoft.com/office/drawing/2014/main" id="{FE868229-68BB-41A9-9ED5-28B124EF510A}"/>
                </a:ext>
              </a:extLst>
            </p:cNvPr>
            <p:cNvSpPr/>
            <p:nvPr/>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8" name="Rechthoek 137">
              <a:extLst>
                <a:ext uri="{FF2B5EF4-FFF2-40B4-BE49-F238E27FC236}">
                  <a16:creationId xmlns:a16="http://schemas.microsoft.com/office/drawing/2014/main" id="{FA1DEB70-AA07-4F8C-A32A-D1E0EB6B9063}"/>
                </a:ext>
              </a:extLst>
            </p:cNvPr>
            <p:cNvSpPr/>
            <p:nvPr/>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9" name="Rechthoek 138">
              <a:extLst>
                <a:ext uri="{FF2B5EF4-FFF2-40B4-BE49-F238E27FC236}">
                  <a16:creationId xmlns:a16="http://schemas.microsoft.com/office/drawing/2014/main" id="{CB899CC4-E72F-4DA6-BE2E-02A092FEA67A}"/>
                </a:ext>
              </a:extLst>
            </p:cNvPr>
            <p:cNvSpPr/>
            <p:nvPr/>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0" name="Rechthoek 139">
              <a:extLst>
                <a:ext uri="{FF2B5EF4-FFF2-40B4-BE49-F238E27FC236}">
                  <a16:creationId xmlns:a16="http://schemas.microsoft.com/office/drawing/2014/main" id="{E9F657BB-7594-4CE9-81AE-F174A5FCF7BF}"/>
                </a:ext>
              </a:extLst>
            </p:cNvPr>
            <p:cNvSpPr/>
            <p:nvPr/>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1" name="Rechthoek 140">
              <a:extLst>
                <a:ext uri="{FF2B5EF4-FFF2-40B4-BE49-F238E27FC236}">
                  <a16:creationId xmlns:a16="http://schemas.microsoft.com/office/drawing/2014/main" id="{DFC37973-9120-49B2-A7ED-15DCB112E254}"/>
                </a:ext>
              </a:extLst>
            </p:cNvPr>
            <p:cNvSpPr/>
            <p:nvPr/>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2" name="Rechthoek 141">
              <a:extLst>
                <a:ext uri="{FF2B5EF4-FFF2-40B4-BE49-F238E27FC236}">
                  <a16:creationId xmlns:a16="http://schemas.microsoft.com/office/drawing/2014/main" id="{C21B2490-2482-42A9-AD65-3EFCE801B505}"/>
                </a:ext>
              </a:extLst>
            </p:cNvPr>
            <p:cNvSpPr/>
            <p:nvPr/>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3" name="Rechthoek 142">
              <a:extLst>
                <a:ext uri="{FF2B5EF4-FFF2-40B4-BE49-F238E27FC236}">
                  <a16:creationId xmlns:a16="http://schemas.microsoft.com/office/drawing/2014/main" id="{1AD68A9B-287C-47FA-B23C-EF991C19345D}"/>
                </a:ext>
              </a:extLst>
            </p:cNvPr>
            <p:cNvSpPr/>
            <p:nvPr/>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4" name="Rechthoek 143">
              <a:extLst>
                <a:ext uri="{FF2B5EF4-FFF2-40B4-BE49-F238E27FC236}">
                  <a16:creationId xmlns:a16="http://schemas.microsoft.com/office/drawing/2014/main" id="{E13DC975-77A9-49F1-840F-60F7F64AA0AE}"/>
                </a:ext>
              </a:extLst>
            </p:cNvPr>
            <p:cNvSpPr/>
            <p:nvPr/>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5" name="Rechthoek 144">
              <a:extLst>
                <a:ext uri="{FF2B5EF4-FFF2-40B4-BE49-F238E27FC236}">
                  <a16:creationId xmlns:a16="http://schemas.microsoft.com/office/drawing/2014/main" id="{1F4C024A-51DC-4F32-8C8D-B2E1662EBABC}"/>
                </a:ext>
              </a:extLst>
            </p:cNvPr>
            <p:cNvSpPr/>
            <p:nvPr/>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6" name="Rechthoek 145">
              <a:extLst>
                <a:ext uri="{FF2B5EF4-FFF2-40B4-BE49-F238E27FC236}">
                  <a16:creationId xmlns:a16="http://schemas.microsoft.com/office/drawing/2014/main" id="{7E3E9670-3B8B-4A3E-BBC8-148C50E521E5}"/>
                </a:ext>
              </a:extLst>
            </p:cNvPr>
            <p:cNvSpPr/>
            <p:nvPr/>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7" name="Rechthoek 146">
              <a:extLst>
                <a:ext uri="{FF2B5EF4-FFF2-40B4-BE49-F238E27FC236}">
                  <a16:creationId xmlns:a16="http://schemas.microsoft.com/office/drawing/2014/main" id="{0D625E2E-D09E-4433-8635-54FE2B610D71}"/>
                </a:ext>
              </a:extLst>
            </p:cNvPr>
            <p:cNvSpPr/>
            <p:nvPr/>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8" name="Rechthoek 147">
              <a:extLst>
                <a:ext uri="{FF2B5EF4-FFF2-40B4-BE49-F238E27FC236}">
                  <a16:creationId xmlns:a16="http://schemas.microsoft.com/office/drawing/2014/main" id="{4D0CF8CE-893C-4FC4-A604-1E1E339B55E0}"/>
                </a:ext>
              </a:extLst>
            </p:cNvPr>
            <p:cNvSpPr/>
            <p:nvPr/>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9" name="Rechthoek 148">
              <a:extLst>
                <a:ext uri="{FF2B5EF4-FFF2-40B4-BE49-F238E27FC236}">
                  <a16:creationId xmlns:a16="http://schemas.microsoft.com/office/drawing/2014/main" id="{AA4F597F-E463-4268-91FE-0A240CFB670C}"/>
                </a:ext>
              </a:extLst>
            </p:cNvPr>
            <p:cNvSpPr/>
            <p:nvPr/>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0" name="Rechthoek 149">
              <a:extLst>
                <a:ext uri="{FF2B5EF4-FFF2-40B4-BE49-F238E27FC236}">
                  <a16:creationId xmlns:a16="http://schemas.microsoft.com/office/drawing/2014/main" id="{322D01B1-CED0-4098-A701-3BF8B51E38E6}"/>
                </a:ext>
              </a:extLst>
            </p:cNvPr>
            <p:cNvSpPr/>
            <p:nvPr/>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1" name="Rechthoek 150">
              <a:extLst>
                <a:ext uri="{FF2B5EF4-FFF2-40B4-BE49-F238E27FC236}">
                  <a16:creationId xmlns:a16="http://schemas.microsoft.com/office/drawing/2014/main" id="{9B29E19F-617C-43B4-81CB-8EEF9BCF4A1D}"/>
                </a:ext>
              </a:extLst>
            </p:cNvPr>
            <p:cNvSpPr/>
            <p:nvPr/>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grpSp>
      <p:grpSp>
        <p:nvGrpSpPr>
          <p:cNvPr id="168" name="Graphic 6" hidden="1">
            <a:extLst>
              <a:ext uri="{FF2B5EF4-FFF2-40B4-BE49-F238E27FC236}">
                <a16:creationId xmlns:a16="http://schemas.microsoft.com/office/drawing/2014/main" id="{8A0AAF7F-DD0F-4CB1-A1B2-505FC4BCCC2B}"/>
              </a:ext>
            </a:extLst>
          </p:cNvPr>
          <p:cNvGrpSpPr/>
          <p:nvPr/>
        </p:nvGrpSpPr>
        <p:grpSpPr>
          <a:xfrm>
            <a:off x="-4762" y="-4762"/>
            <a:ext cx="12198350" cy="6864350"/>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grpSp>
      <p:pic>
        <p:nvPicPr>
          <p:cNvPr id="315" name="Afbeelding 314">
            <a:extLst>
              <a:ext uri="{FF2B5EF4-FFF2-40B4-BE49-F238E27FC236}">
                <a16:creationId xmlns:a16="http://schemas.microsoft.com/office/drawing/2014/main" id="{3BF46849-40DA-4360-9135-DC7B3200D2D2}"/>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10659258" y="6097059"/>
            <a:ext cx="1227841" cy="629269"/>
          </a:xfrm>
          <a:prstGeom prst="rect">
            <a:avLst/>
          </a:prstGeom>
        </p:spPr>
      </p:pic>
    </p:spTree>
    <p:extLst>
      <p:ext uri="{BB962C8B-B14F-4D97-AF65-F5344CB8AC3E}">
        <p14:creationId xmlns:p14="http://schemas.microsoft.com/office/powerpoint/2010/main" val="302895919"/>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Lst>
  <p:hf sldNum="0" hdr="0" ft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6" name="balk onderaan">
            <a:extLst>
              <a:ext uri="{FF2B5EF4-FFF2-40B4-BE49-F238E27FC236}">
                <a16:creationId xmlns:a16="http://schemas.microsoft.com/office/drawing/2014/main" id="{FDF2FF41-9D14-4CCF-A57E-BD51DB27A649}"/>
              </a:ext>
            </a:extLst>
          </p:cNvPr>
          <p:cNvSpPr/>
          <p:nvPr/>
        </p:nvSpPr>
        <p:spPr>
          <a:xfrm>
            <a:off x="-4763" y="6203950"/>
            <a:ext cx="10659259" cy="365653"/>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88888" h="548480">
                <a:moveTo>
                  <a:pt x="0" y="547688"/>
                </a:moveTo>
                <a:cubicBezTo>
                  <a:pt x="794" y="365125"/>
                  <a:pt x="1587" y="182563"/>
                  <a:pt x="2381" y="0"/>
                </a:cubicBezTo>
                <a:lnTo>
                  <a:pt x="15802408" y="792"/>
                </a:lnTo>
                <a:lnTo>
                  <a:pt x="15988888" y="206"/>
                </a:lnTo>
                <a:lnTo>
                  <a:pt x="15802408" y="548480"/>
                </a:lnTo>
                <a:lnTo>
                  <a:pt x="0" y="547688"/>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p>
        </p:txBody>
      </p:sp>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GB" noProof="0"/>
              <a:t>Klik om stijl te bewerken</a:t>
            </a:r>
          </a:p>
        </p:txBody>
      </p:sp>
      <p:sp>
        <p:nvSpPr>
          <p:cNvPr id="3" name="Text Placeholder 2"/>
          <p:cNvSpPr>
            <a:spLocks noGrp="1"/>
          </p:cNvSpPr>
          <p:nvPr>
            <p:ph type="body" idx="1"/>
          </p:nvPr>
        </p:nvSpPr>
        <p:spPr>
          <a:xfrm>
            <a:off x="698499" y="1558344"/>
            <a:ext cx="10515600" cy="4351338"/>
          </a:xfrm>
          <a:prstGeom prst="rect">
            <a:avLst/>
          </a:prstGeom>
        </p:spPr>
        <p:txBody>
          <a:bodyPr vert="horz" lIns="91440" tIns="45720" rIns="91440" bIns="45720" rtlCol="0">
            <a:noAutofit/>
          </a:bodyPr>
          <a:lstStyle/>
          <a:p>
            <a:pPr lvl="0"/>
            <a:r>
              <a:rPr lang="en-GB" noProof="0"/>
              <a:t>Tekststijl van het model bewerken</a:t>
            </a:r>
          </a:p>
          <a:p>
            <a:pPr lvl="1"/>
            <a:r>
              <a:rPr lang="en-GB" noProof="0"/>
              <a:t>Tweede niveau</a:t>
            </a:r>
          </a:p>
          <a:p>
            <a:pPr lvl="2"/>
            <a:r>
              <a:rPr lang="en-GB" noProof="0"/>
              <a:t>Derde niveau</a:t>
            </a:r>
          </a:p>
          <a:p>
            <a:pPr lvl="3"/>
            <a:r>
              <a:rPr lang="en-GB" noProof="0"/>
              <a:t>Vierde niveau</a:t>
            </a:r>
          </a:p>
          <a:p>
            <a:pPr lvl="4"/>
            <a:r>
              <a:rPr lang="en-GB" noProof="0"/>
              <a:t>Vijfde niveau</a:t>
            </a:r>
          </a:p>
        </p:txBody>
      </p:sp>
      <p:sp>
        <p:nvSpPr>
          <p:cNvPr id="4" name="Date Placeholder 3"/>
          <p:cNvSpPr>
            <a:spLocks noGrp="1"/>
          </p:cNvSpPr>
          <p:nvPr>
            <p:ph type="dt" sz="half" idx="2"/>
          </p:nvPr>
        </p:nvSpPr>
        <p:spPr>
          <a:xfrm>
            <a:off x="704850" y="620447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416DE8-2541-43DC-A43F-D9DA08756898}" type="datetime1">
              <a:rPr lang="nl-BE" smtClean="0"/>
              <a:t>17/02/2026</a:t>
            </a:fld>
            <a:endParaRPr lang="nl-BE"/>
          </a:p>
        </p:txBody>
      </p:sp>
      <p:sp>
        <p:nvSpPr>
          <p:cNvPr id="5" name="Footer Placeholder 4"/>
          <p:cNvSpPr>
            <a:spLocks noGrp="1"/>
          </p:cNvSpPr>
          <p:nvPr>
            <p:ph type="ftr" sz="quarter" idx="3"/>
          </p:nvPr>
        </p:nvSpPr>
        <p:spPr>
          <a:xfrm>
            <a:off x="3819526" y="620447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l-BE"/>
              <a:t>voettekst</a:t>
            </a:r>
          </a:p>
        </p:txBody>
      </p:sp>
      <p:sp>
        <p:nvSpPr>
          <p:cNvPr id="6" name="Slide Number Placeholder 5"/>
          <p:cNvSpPr>
            <a:spLocks noGrp="1"/>
          </p:cNvSpPr>
          <p:nvPr>
            <p:ph type="sldNum" sz="quarter" idx="4"/>
          </p:nvPr>
        </p:nvSpPr>
        <p:spPr>
          <a:xfrm>
            <a:off x="7934326" y="6204478"/>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527A74-2D87-4307-9531-5A57D9647EEB}" type="slidenum">
              <a:rPr lang="nl-BE" smtClean="0"/>
              <a:t>‹#›</a:t>
            </a:fld>
            <a:endParaRPr lang="nl-BE"/>
          </a:p>
        </p:txBody>
      </p:sp>
      <p:grpSp>
        <p:nvGrpSpPr>
          <p:cNvPr id="152" name="Groep 151" hidden="1">
            <a:extLst>
              <a:ext uri="{FF2B5EF4-FFF2-40B4-BE49-F238E27FC236}">
                <a16:creationId xmlns:a16="http://schemas.microsoft.com/office/drawing/2014/main" id="{96D591AC-52D8-450B-929B-963FCE587E09}"/>
              </a:ext>
            </a:extLst>
          </p:cNvPr>
          <p:cNvGrpSpPr/>
          <p:nvPr/>
        </p:nvGrpSpPr>
        <p:grpSpPr>
          <a:xfrm>
            <a:off x="6352" y="631824"/>
            <a:ext cx="11741149" cy="5938069"/>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 name="Rechthoek 7">
              <a:extLst>
                <a:ext uri="{FF2B5EF4-FFF2-40B4-BE49-F238E27FC236}">
                  <a16:creationId xmlns:a16="http://schemas.microsoft.com/office/drawing/2014/main" id="{0013E965-4C91-4629-BCBA-309E276519D8}"/>
                </a:ext>
              </a:extLst>
            </p:cNvPr>
            <p:cNvSpPr/>
            <p:nvPr/>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 name="Rechthoek 8">
              <a:extLst>
                <a:ext uri="{FF2B5EF4-FFF2-40B4-BE49-F238E27FC236}">
                  <a16:creationId xmlns:a16="http://schemas.microsoft.com/office/drawing/2014/main" id="{047CC3E9-FE23-40FA-9105-06386A47988D}"/>
                </a:ext>
              </a:extLst>
            </p:cNvPr>
            <p:cNvSpPr/>
            <p:nvPr/>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 name="Rechthoek 9">
              <a:extLst>
                <a:ext uri="{FF2B5EF4-FFF2-40B4-BE49-F238E27FC236}">
                  <a16:creationId xmlns:a16="http://schemas.microsoft.com/office/drawing/2014/main" id="{704AFB39-29E5-466B-8080-603EA16E9769}"/>
                </a:ext>
              </a:extLst>
            </p:cNvPr>
            <p:cNvSpPr/>
            <p:nvPr/>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 name="Rechthoek 10">
              <a:extLst>
                <a:ext uri="{FF2B5EF4-FFF2-40B4-BE49-F238E27FC236}">
                  <a16:creationId xmlns:a16="http://schemas.microsoft.com/office/drawing/2014/main" id="{DE95F01D-AC89-4487-8D71-820D19C2A798}"/>
                </a:ext>
              </a:extLst>
            </p:cNvPr>
            <p:cNvSpPr/>
            <p:nvPr/>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 name="Rechthoek 11">
              <a:extLst>
                <a:ext uri="{FF2B5EF4-FFF2-40B4-BE49-F238E27FC236}">
                  <a16:creationId xmlns:a16="http://schemas.microsoft.com/office/drawing/2014/main" id="{8EE87473-DF20-454E-956D-868992DD95E3}"/>
                </a:ext>
              </a:extLst>
            </p:cNvPr>
            <p:cNvSpPr/>
            <p:nvPr/>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 name="Rechthoek 12">
              <a:extLst>
                <a:ext uri="{FF2B5EF4-FFF2-40B4-BE49-F238E27FC236}">
                  <a16:creationId xmlns:a16="http://schemas.microsoft.com/office/drawing/2014/main" id="{874F403E-C1C5-49A1-AB1E-D952ECD1A3C0}"/>
                </a:ext>
              </a:extLst>
            </p:cNvPr>
            <p:cNvSpPr/>
            <p:nvPr/>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 name="Rechthoek 13">
              <a:extLst>
                <a:ext uri="{FF2B5EF4-FFF2-40B4-BE49-F238E27FC236}">
                  <a16:creationId xmlns:a16="http://schemas.microsoft.com/office/drawing/2014/main" id="{C9E884AD-0FEF-4BD2-A998-8599C8373C3C}"/>
                </a:ext>
              </a:extLst>
            </p:cNvPr>
            <p:cNvSpPr/>
            <p:nvPr/>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 name="Rechthoek 14">
              <a:extLst>
                <a:ext uri="{FF2B5EF4-FFF2-40B4-BE49-F238E27FC236}">
                  <a16:creationId xmlns:a16="http://schemas.microsoft.com/office/drawing/2014/main" id="{D256C055-1080-43A4-B77B-BE6AF35B62D4}"/>
                </a:ext>
              </a:extLst>
            </p:cNvPr>
            <p:cNvSpPr/>
            <p:nvPr/>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6" name="Rechthoek 15">
              <a:extLst>
                <a:ext uri="{FF2B5EF4-FFF2-40B4-BE49-F238E27FC236}">
                  <a16:creationId xmlns:a16="http://schemas.microsoft.com/office/drawing/2014/main" id="{49150C84-EC4E-49DC-A50B-8CB65A5B4E38}"/>
                </a:ext>
              </a:extLst>
            </p:cNvPr>
            <p:cNvSpPr/>
            <p:nvPr/>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7" name="Rechthoek 16">
              <a:extLst>
                <a:ext uri="{FF2B5EF4-FFF2-40B4-BE49-F238E27FC236}">
                  <a16:creationId xmlns:a16="http://schemas.microsoft.com/office/drawing/2014/main" id="{768696D7-C9AD-4261-951F-6EEC883DEF55}"/>
                </a:ext>
              </a:extLst>
            </p:cNvPr>
            <p:cNvSpPr/>
            <p:nvPr/>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8" name="Rechthoek 17">
              <a:extLst>
                <a:ext uri="{FF2B5EF4-FFF2-40B4-BE49-F238E27FC236}">
                  <a16:creationId xmlns:a16="http://schemas.microsoft.com/office/drawing/2014/main" id="{4F32DDC9-5209-4AF1-94DC-0436FEBA7E19}"/>
                </a:ext>
              </a:extLst>
            </p:cNvPr>
            <p:cNvSpPr/>
            <p:nvPr/>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9" name="Rechthoek 18">
              <a:extLst>
                <a:ext uri="{FF2B5EF4-FFF2-40B4-BE49-F238E27FC236}">
                  <a16:creationId xmlns:a16="http://schemas.microsoft.com/office/drawing/2014/main" id="{FE41BF45-0904-4462-9B83-6771D719E1DC}"/>
                </a:ext>
              </a:extLst>
            </p:cNvPr>
            <p:cNvSpPr/>
            <p:nvPr/>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0" name="Rechthoek 19">
              <a:extLst>
                <a:ext uri="{FF2B5EF4-FFF2-40B4-BE49-F238E27FC236}">
                  <a16:creationId xmlns:a16="http://schemas.microsoft.com/office/drawing/2014/main" id="{E6E4105E-EDE3-4A6A-9137-9B893F07821C}"/>
                </a:ext>
              </a:extLst>
            </p:cNvPr>
            <p:cNvSpPr/>
            <p:nvPr/>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1" name="Rechthoek 20">
              <a:extLst>
                <a:ext uri="{FF2B5EF4-FFF2-40B4-BE49-F238E27FC236}">
                  <a16:creationId xmlns:a16="http://schemas.microsoft.com/office/drawing/2014/main" id="{18BD591C-60CB-40FE-A88E-508FADBCFFE2}"/>
                </a:ext>
              </a:extLst>
            </p:cNvPr>
            <p:cNvSpPr/>
            <p:nvPr/>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2" name="Rechthoek 21">
              <a:extLst>
                <a:ext uri="{FF2B5EF4-FFF2-40B4-BE49-F238E27FC236}">
                  <a16:creationId xmlns:a16="http://schemas.microsoft.com/office/drawing/2014/main" id="{65DAAF1A-E757-47AD-BBA1-2678A21A485D}"/>
                </a:ext>
              </a:extLst>
            </p:cNvPr>
            <p:cNvSpPr/>
            <p:nvPr/>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3" name="Rechthoek 22">
              <a:extLst>
                <a:ext uri="{FF2B5EF4-FFF2-40B4-BE49-F238E27FC236}">
                  <a16:creationId xmlns:a16="http://schemas.microsoft.com/office/drawing/2014/main" id="{870D86A4-B151-4487-8A41-8610F56D0D9E}"/>
                </a:ext>
              </a:extLst>
            </p:cNvPr>
            <p:cNvSpPr/>
            <p:nvPr/>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4" name="Rechthoek 23">
              <a:extLst>
                <a:ext uri="{FF2B5EF4-FFF2-40B4-BE49-F238E27FC236}">
                  <a16:creationId xmlns:a16="http://schemas.microsoft.com/office/drawing/2014/main" id="{C4A5E95D-002F-40B3-A01A-A1CD9A8BD77A}"/>
                </a:ext>
              </a:extLst>
            </p:cNvPr>
            <p:cNvSpPr/>
            <p:nvPr/>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5" name="Rechthoek 24">
              <a:extLst>
                <a:ext uri="{FF2B5EF4-FFF2-40B4-BE49-F238E27FC236}">
                  <a16:creationId xmlns:a16="http://schemas.microsoft.com/office/drawing/2014/main" id="{DD99907A-EAED-43E6-A032-99E0A25FD405}"/>
                </a:ext>
              </a:extLst>
            </p:cNvPr>
            <p:cNvSpPr/>
            <p:nvPr/>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6" name="Rechthoek 25">
              <a:extLst>
                <a:ext uri="{FF2B5EF4-FFF2-40B4-BE49-F238E27FC236}">
                  <a16:creationId xmlns:a16="http://schemas.microsoft.com/office/drawing/2014/main" id="{AAAA5CBA-E6E7-402A-9803-6AB0B60E3008}"/>
                </a:ext>
              </a:extLst>
            </p:cNvPr>
            <p:cNvSpPr/>
            <p:nvPr/>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7" name="Rechthoek 26">
              <a:extLst>
                <a:ext uri="{FF2B5EF4-FFF2-40B4-BE49-F238E27FC236}">
                  <a16:creationId xmlns:a16="http://schemas.microsoft.com/office/drawing/2014/main" id="{70C87857-C1F4-4A6A-86EC-D9ABAD3EECFF}"/>
                </a:ext>
              </a:extLst>
            </p:cNvPr>
            <p:cNvSpPr/>
            <p:nvPr/>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8" name="Rechthoek 27">
              <a:extLst>
                <a:ext uri="{FF2B5EF4-FFF2-40B4-BE49-F238E27FC236}">
                  <a16:creationId xmlns:a16="http://schemas.microsoft.com/office/drawing/2014/main" id="{6AE32341-9677-4F5F-BC1E-F5B8066C8E55}"/>
                </a:ext>
              </a:extLst>
            </p:cNvPr>
            <p:cNvSpPr/>
            <p:nvPr/>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9" name="Rechthoek 28">
              <a:extLst>
                <a:ext uri="{FF2B5EF4-FFF2-40B4-BE49-F238E27FC236}">
                  <a16:creationId xmlns:a16="http://schemas.microsoft.com/office/drawing/2014/main" id="{790AE487-B602-4996-9005-2FB1EF049A62}"/>
                </a:ext>
              </a:extLst>
            </p:cNvPr>
            <p:cNvSpPr/>
            <p:nvPr/>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0" name="Rechthoek 29">
              <a:extLst>
                <a:ext uri="{FF2B5EF4-FFF2-40B4-BE49-F238E27FC236}">
                  <a16:creationId xmlns:a16="http://schemas.microsoft.com/office/drawing/2014/main" id="{A6FCA990-CADB-496F-A578-80BBCEC57B2B}"/>
                </a:ext>
              </a:extLst>
            </p:cNvPr>
            <p:cNvSpPr/>
            <p:nvPr/>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1" name="Rechthoek 30">
              <a:extLst>
                <a:ext uri="{FF2B5EF4-FFF2-40B4-BE49-F238E27FC236}">
                  <a16:creationId xmlns:a16="http://schemas.microsoft.com/office/drawing/2014/main" id="{480F65BC-7188-441F-8BC1-7B3F9F29B66F}"/>
                </a:ext>
              </a:extLst>
            </p:cNvPr>
            <p:cNvSpPr/>
            <p:nvPr/>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2" name="Rechthoek 31">
              <a:extLst>
                <a:ext uri="{FF2B5EF4-FFF2-40B4-BE49-F238E27FC236}">
                  <a16:creationId xmlns:a16="http://schemas.microsoft.com/office/drawing/2014/main" id="{9BFD8BBE-5047-424E-871B-1B15C1DF2259}"/>
                </a:ext>
              </a:extLst>
            </p:cNvPr>
            <p:cNvSpPr/>
            <p:nvPr/>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3" name="Rechthoek 32">
              <a:extLst>
                <a:ext uri="{FF2B5EF4-FFF2-40B4-BE49-F238E27FC236}">
                  <a16:creationId xmlns:a16="http://schemas.microsoft.com/office/drawing/2014/main" id="{F01F39E3-9401-4551-8EC1-959531EAEBB0}"/>
                </a:ext>
              </a:extLst>
            </p:cNvPr>
            <p:cNvSpPr/>
            <p:nvPr/>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4" name="Rechthoek 33">
              <a:extLst>
                <a:ext uri="{FF2B5EF4-FFF2-40B4-BE49-F238E27FC236}">
                  <a16:creationId xmlns:a16="http://schemas.microsoft.com/office/drawing/2014/main" id="{4638604A-5A5B-4EB0-84D7-3A112C38892D}"/>
                </a:ext>
              </a:extLst>
            </p:cNvPr>
            <p:cNvSpPr/>
            <p:nvPr/>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5" name="Rechthoek 34">
              <a:extLst>
                <a:ext uri="{FF2B5EF4-FFF2-40B4-BE49-F238E27FC236}">
                  <a16:creationId xmlns:a16="http://schemas.microsoft.com/office/drawing/2014/main" id="{90136574-DDF6-4FC5-BB12-2DBB04FF5282}"/>
                </a:ext>
              </a:extLst>
            </p:cNvPr>
            <p:cNvSpPr/>
            <p:nvPr/>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6" name="Rechthoek 35">
              <a:extLst>
                <a:ext uri="{FF2B5EF4-FFF2-40B4-BE49-F238E27FC236}">
                  <a16:creationId xmlns:a16="http://schemas.microsoft.com/office/drawing/2014/main" id="{C67C375E-8DB6-4F8F-AF37-1735B105F4E9}"/>
                </a:ext>
              </a:extLst>
            </p:cNvPr>
            <p:cNvSpPr/>
            <p:nvPr/>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7" name="Rechthoek 36">
              <a:extLst>
                <a:ext uri="{FF2B5EF4-FFF2-40B4-BE49-F238E27FC236}">
                  <a16:creationId xmlns:a16="http://schemas.microsoft.com/office/drawing/2014/main" id="{1F96FF38-CB0F-4E39-9E6C-BC93D6A770E7}"/>
                </a:ext>
              </a:extLst>
            </p:cNvPr>
            <p:cNvSpPr/>
            <p:nvPr/>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8" name="Rechthoek 37">
              <a:extLst>
                <a:ext uri="{FF2B5EF4-FFF2-40B4-BE49-F238E27FC236}">
                  <a16:creationId xmlns:a16="http://schemas.microsoft.com/office/drawing/2014/main" id="{DDA93778-B0C3-4B91-A932-441F99F61D4F}"/>
                </a:ext>
              </a:extLst>
            </p:cNvPr>
            <p:cNvSpPr/>
            <p:nvPr/>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9" name="Rechthoek 38">
              <a:extLst>
                <a:ext uri="{FF2B5EF4-FFF2-40B4-BE49-F238E27FC236}">
                  <a16:creationId xmlns:a16="http://schemas.microsoft.com/office/drawing/2014/main" id="{B634EDDC-A20B-4948-835C-49AEA4EE3351}"/>
                </a:ext>
              </a:extLst>
            </p:cNvPr>
            <p:cNvSpPr/>
            <p:nvPr/>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0" name="Rechthoek 39">
              <a:extLst>
                <a:ext uri="{FF2B5EF4-FFF2-40B4-BE49-F238E27FC236}">
                  <a16:creationId xmlns:a16="http://schemas.microsoft.com/office/drawing/2014/main" id="{53471B16-7ED3-4C2F-957C-190CE4E1F4F6}"/>
                </a:ext>
              </a:extLst>
            </p:cNvPr>
            <p:cNvSpPr/>
            <p:nvPr/>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1" name="Rechthoek 40">
              <a:extLst>
                <a:ext uri="{FF2B5EF4-FFF2-40B4-BE49-F238E27FC236}">
                  <a16:creationId xmlns:a16="http://schemas.microsoft.com/office/drawing/2014/main" id="{31636679-E456-4F98-BA01-79E337BD37A1}"/>
                </a:ext>
              </a:extLst>
            </p:cNvPr>
            <p:cNvSpPr/>
            <p:nvPr/>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2" name="Rechthoek 41">
              <a:extLst>
                <a:ext uri="{FF2B5EF4-FFF2-40B4-BE49-F238E27FC236}">
                  <a16:creationId xmlns:a16="http://schemas.microsoft.com/office/drawing/2014/main" id="{3E33FF96-84EB-414F-ABCD-14B9B2717855}"/>
                </a:ext>
              </a:extLst>
            </p:cNvPr>
            <p:cNvSpPr/>
            <p:nvPr/>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3" name="Rechthoek 42">
              <a:extLst>
                <a:ext uri="{FF2B5EF4-FFF2-40B4-BE49-F238E27FC236}">
                  <a16:creationId xmlns:a16="http://schemas.microsoft.com/office/drawing/2014/main" id="{B191276C-BEAD-496C-9003-D656D32B3B9C}"/>
                </a:ext>
              </a:extLst>
            </p:cNvPr>
            <p:cNvSpPr/>
            <p:nvPr/>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4" name="Rechthoek 43">
              <a:extLst>
                <a:ext uri="{FF2B5EF4-FFF2-40B4-BE49-F238E27FC236}">
                  <a16:creationId xmlns:a16="http://schemas.microsoft.com/office/drawing/2014/main" id="{5B8EF463-5AD6-4FCF-899E-72D7EE4833EE}"/>
                </a:ext>
              </a:extLst>
            </p:cNvPr>
            <p:cNvSpPr/>
            <p:nvPr/>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5" name="Rechthoek 44">
              <a:extLst>
                <a:ext uri="{FF2B5EF4-FFF2-40B4-BE49-F238E27FC236}">
                  <a16:creationId xmlns:a16="http://schemas.microsoft.com/office/drawing/2014/main" id="{3D4E124A-0400-4917-AC56-18310ADEEB89}"/>
                </a:ext>
              </a:extLst>
            </p:cNvPr>
            <p:cNvSpPr/>
            <p:nvPr/>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6" name="Rechthoek 45">
              <a:extLst>
                <a:ext uri="{FF2B5EF4-FFF2-40B4-BE49-F238E27FC236}">
                  <a16:creationId xmlns:a16="http://schemas.microsoft.com/office/drawing/2014/main" id="{D181E518-CEB9-4311-9137-8DB98177815F}"/>
                </a:ext>
              </a:extLst>
            </p:cNvPr>
            <p:cNvSpPr/>
            <p:nvPr/>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7" name="Rechthoek 46">
              <a:extLst>
                <a:ext uri="{FF2B5EF4-FFF2-40B4-BE49-F238E27FC236}">
                  <a16:creationId xmlns:a16="http://schemas.microsoft.com/office/drawing/2014/main" id="{39163085-7926-4628-AD5A-152BB33B0DA8}"/>
                </a:ext>
              </a:extLst>
            </p:cNvPr>
            <p:cNvSpPr/>
            <p:nvPr/>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8" name="Rechthoek 47">
              <a:extLst>
                <a:ext uri="{FF2B5EF4-FFF2-40B4-BE49-F238E27FC236}">
                  <a16:creationId xmlns:a16="http://schemas.microsoft.com/office/drawing/2014/main" id="{83734956-20CD-44A5-8156-18D16B078947}"/>
                </a:ext>
              </a:extLst>
            </p:cNvPr>
            <p:cNvSpPr/>
            <p:nvPr/>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9" name="Rechthoek 48">
              <a:extLst>
                <a:ext uri="{FF2B5EF4-FFF2-40B4-BE49-F238E27FC236}">
                  <a16:creationId xmlns:a16="http://schemas.microsoft.com/office/drawing/2014/main" id="{C2BD56DB-A479-4659-B8A8-FA8BD2A15593}"/>
                </a:ext>
              </a:extLst>
            </p:cNvPr>
            <p:cNvSpPr/>
            <p:nvPr/>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0" name="Rechthoek 49">
              <a:extLst>
                <a:ext uri="{FF2B5EF4-FFF2-40B4-BE49-F238E27FC236}">
                  <a16:creationId xmlns:a16="http://schemas.microsoft.com/office/drawing/2014/main" id="{3570E184-A710-447B-B9FF-99262392D498}"/>
                </a:ext>
              </a:extLst>
            </p:cNvPr>
            <p:cNvSpPr/>
            <p:nvPr/>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1" name="Rechthoek 50">
              <a:extLst>
                <a:ext uri="{FF2B5EF4-FFF2-40B4-BE49-F238E27FC236}">
                  <a16:creationId xmlns:a16="http://schemas.microsoft.com/office/drawing/2014/main" id="{D8EA7E2F-4E27-416D-861C-0095FB49F4E9}"/>
                </a:ext>
              </a:extLst>
            </p:cNvPr>
            <p:cNvSpPr/>
            <p:nvPr/>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2" name="Rechthoek 51">
              <a:extLst>
                <a:ext uri="{FF2B5EF4-FFF2-40B4-BE49-F238E27FC236}">
                  <a16:creationId xmlns:a16="http://schemas.microsoft.com/office/drawing/2014/main" id="{8636855F-D700-443F-81B1-672D7072F301}"/>
                </a:ext>
              </a:extLst>
            </p:cNvPr>
            <p:cNvSpPr/>
            <p:nvPr/>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3" name="Rechthoek 52">
              <a:extLst>
                <a:ext uri="{FF2B5EF4-FFF2-40B4-BE49-F238E27FC236}">
                  <a16:creationId xmlns:a16="http://schemas.microsoft.com/office/drawing/2014/main" id="{3430E2ED-BDD5-4076-99CB-8E8C712E3C51}"/>
                </a:ext>
              </a:extLst>
            </p:cNvPr>
            <p:cNvSpPr/>
            <p:nvPr/>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4" name="Rechthoek 53">
              <a:extLst>
                <a:ext uri="{FF2B5EF4-FFF2-40B4-BE49-F238E27FC236}">
                  <a16:creationId xmlns:a16="http://schemas.microsoft.com/office/drawing/2014/main" id="{ADDC9361-C617-4A5A-AEB6-FE7BDBD7B991}"/>
                </a:ext>
              </a:extLst>
            </p:cNvPr>
            <p:cNvSpPr/>
            <p:nvPr/>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5" name="Rechthoek 54">
              <a:extLst>
                <a:ext uri="{FF2B5EF4-FFF2-40B4-BE49-F238E27FC236}">
                  <a16:creationId xmlns:a16="http://schemas.microsoft.com/office/drawing/2014/main" id="{AC9D498F-4155-4D2F-A335-5B49628AF8FE}"/>
                </a:ext>
              </a:extLst>
            </p:cNvPr>
            <p:cNvSpPr/>
            <p:nvPr/>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6" name="Rechthoek 55">
              <a:extLst>
                <a:ext uri="{FF2B5EF4-FFF2-40B4-BE49-F238E27FC236}">
                  <a16:creationId xmlns:a16="http://schemas.microsoft.com/office/drawing/2014/main" id="{337532BF-6611-4233-81B0-16C5A86A45A8}"/>
                </a:ext>
              </a:extLst>
            </p:cNvPr>
            <p:cNvSpPr/>
            <p:nvPr/>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7" name="Rechthoek 56">
              <a:extLst>
                <a:ext uri="{FF2B5EF4-FFF2-40B4-BE49-F238E27FC236}">
                  <a16:creationId xmlns:a16="http://schemas.microsoft.com/office/drawing/2014/main" id="{3D587D00-FBD4-4B34-8068-E8BA96801328}"/>
                </a:ext>
              </a:extLst>
            </p:cNvPr>
            <p:cNvSpPr/>
            <p:nvPr/>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8" name="Rechthoek 57">
              <a:extLst>
                <a:ext uri="{FF2B5EF4-FFF2-40B4-BE49-F238E27FC236}">
                  <a16:creationId xmlns:a16="http://schemas.microsoft.com/office/drawing/2014/main" id="{11859AA9-5C67-4644-866E-DE73D0965300}"/>
                </a:ext>
              </a:extLst>
            </p:cNvPr>
            <p:cNvSpPr/>
            <p:nvPr/>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9" name="Rechthoek 58">
              <a:extLst>
                <a:ext uri="{FF2B5EF4-FFF2-40B4-BE49-F238E27FC236}">
                  <a16:creationId xmlns:a16="http://schemas.microsoft.com/office/drawing/2014/main" id="{FB2791C2-6CA0-4D2D-9ADD-178F7FAD88E8}"/>
                </a:ext>
              </a:extLst>
            </p:cNvPr>
            <p:cNvSpPr/>
            <p:nvPr/>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0" name="Rechthoek 59">
              <a:extLst>
                <a:ext uri="{FF2B5EF4-FFF2-40B4-BE49-F238E27FC236}">
                  <a16:creationId xmlns:a16="http://schemas.microsoft.com/office/drawing/2014/main" id="{904D5CC7-402A-4753-95BF-839E3B97E4EF}"/>
                </a:ext>
              </a:extLst>
            </p:cNvPr>
            <p:cNvSpPr/>
            <p:nvPr/>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1" name="Rechthoek 60">
              <a:extLst>
                <a:ext uri="{FF2B5EF4-FFF2-40B4-BE49-F238E27FC236}">
                  <a16:creationId xmlns:a16="http://schemas.microsoft.com/office/drawing/2014/main" id="{92C59641-77C0-4A74-B949-DCD6A7821951}"/>
                </a:ext>
              </a:extLst>
            </p:cNvPr>
            <p:cNvSpPr/>
            <p:nvPr/>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2" name="Rechthoek 61">
              <a:extLst>
                <a:ext uri="{FF2B5EF4-FFF2-40B4-BE49-F238E27FC236}">
                  <a16:creationId xmlns:a16="http://schemas.microsoft.com/office/drawing/2014/main" id="{59093287-1D7A-4502-838F-94D0F13784EB}"/>
                </a:ext>
              </a:extLst>
            </p:cNvPr>
            <p:cNvSpPr/>
            <p:nvPr/>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3" name="Rechthoek 62">
              <a:extLst>
                <a:ext uri="{FF2B5EF4-FFF2-40B4-BE49-F238E27FC236}">
                  <a16:creationId xmlns:a16="http://schemas.microsoft.com/office/drawing/2014/main" id="{512CACC4-6131-47E2-8C83-EC6F762CF25C}"/>
                </a:ext>
              </a:extLst>
            </p:cNvPr>
            <p:cNvSpPr/>
            <p:nvPr/>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4" name="Rechthoek 63">
              <a:extLst>
                <a:ext uri="{FF2B5EF4-FFF2-40B4-BE49-F238E27FC236}">
                  <a16:creationId xmlns:a16="http://schemas.microsoft.com/office/drawing/2014/main" id="{C258E187-3B1A-4611-9A01-4D42869C647B}"/>
                </a:ext>
              </a:extLst>
            </p:cNvPr>
            <p:cNvSpPr/>
            <p:nvPr/>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5" name="Rechthoek 64">
              <a:extLst>
                <a:ext uri="{FF2B5EF4-FFF2-40B4-BE49-F238E27FC236}">
                  <a16:creationId xmlns:a16="http://schemas.microsoft.com/office/drawing/2014/main" id="{B1D4C479-0E67-4180-903E-BE2119BFB3B4}"/>
                </a:ext>
              </a:extLst>
            </p:cNvPr>
            <p:cNvSpPr/>
            <p:nvPr/>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6" name="Rechthoek 65">
              <a:extLst>
                <a:ext uri="{FF2B5EF4-FFF2-40B4-BE49-F238E27FC236}">
                  <a16:creationId xmlns:a16="http://schemas.microsoft.com/office/drawing/2014/main" id="{9C8936E6-1ED5-4CE2-8879-07133E737D03}"/>
                </a:ext>
              </a:extLst>
            </p:cNvPr>
            <p:cNvSpPr/>
            <p:nvPr/>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7" name="Rechthoek 66">
              <a:extLst>
                <a:ext uri="{FF2B5EF4-FFF2-40B4-BE49-F238E27FC236}">
                  <a16:creationId xmlns:a16="http://schemas.microsoft.com/office/drawing/2014/main" id="{C9EEFD06-F5C0-4B9C-AC43-82E32C88DEAB}"/>
                </a:ext>
              </a:extLst>
            </p:cNvPr>
            <p:cNvSpPr/>
            <p:nvPr/>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8" name="Rechthoek 67">
              <a:extLst>
                <a:ext uri="{FF2B5EF4-FFF2-40B4-BE49-F238E27FC236}">
                  <a16:creationId xmlns:a16="http://schemas.microsoft.com/office/drawing/2014/main" id="{AFAB9AA9-7C6F-4F35-81E3-5E8DD8CE16FA}"/>
                </a:ext>
              </a:extLst>
            </p:cNvPr>
            <p:cNvSpPr/>
            <p:nvPr/>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9" name="Rechthoek 68">
              <a:extLst>
                <a:ext uri="{FF2B5EF4-FFF2-40B4-BE49-F238E27FC236}">
                  <a16:creationId xmlns:a16="http://schemas.microsoft.com/office/drawing/2014/main" id="{21E6D803-8ACD-497F-879D-509BAF7E77B4}"/>
                </a:ext>
              </a:extLst>
            </p:cNvPr>
            <p:cNvSpPr/>
            <p:nvPr/>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0" name="Rechthoek 69">
              <a:extLst>
                <a:ext uri="{FF2B5EF4-FFF2-40B4-BE49-F238E27FC236}">
                  <a16:creationId xmlns:a16="http://schemas.microsoft.com/office/drawing/2014/main" id="{3437667D-E52D-4864-B330-E11CEB796E68}"/>
                </a:ext>
              </a:extLst>
            </p:cNvPr>
            <p:cNvSpPr/>
            <p:nvPr/>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1" name="Rechthoek 70">
              <a:extLst>
                <a:ext uri="{FF2B5EF4-FFF2-40B4-BE49-F238E27FC236}">
                  <a16:creationId xmlns:a16="http://schemas.microsoft.com/office/drawing/2014/main" id="{AC8C857A-9782-4E0E-85FA-989D80A33D5B}"/>
                </a:ext>
              </a:extLst>
            </p:cNvPr>
            <p:cNvSpPr/>
            <p:nvPr/>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2" name="Rechthoek 71">
              <a:extLst>
                <a:ext uri="{FF2B5EF4-FFF2-40B4-BE49-F238E27FC236}">
                  <a16:creationId xmlns:a16="http://schemas.microsoft.com/office/drawing/2014/main" id="{13706F80-0AB1-47BD-BFBF-2135CE302E5E}"/>
                </a:ext>
              </a:extLst>
            </p:cNvPr>
            <p:cNvSpPr/>
            <p:nvPr/>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3" name="Rechthoek 72">
              <a:extLst>
                <a:ext uri="{FF2B5EF4-FFF2-40B4-BE49-F238E27FC236}">
                  <a16:creationId xmlns:a16="http://schemas.microsoft.com/office/drawing/2014/main" id="{DDB7FB69-42A6-4F4A-BBBB-EF910BD9517E}"/>
                </a:ext>
              </a:extLst>
            </p:cNvPr>
            <p:cNvSpPr/>
            <p:nvPr/>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4" name="Rechthoek 73">
              <a:extLst>
                <a:ext uri="{FF2B5EF4-FFF2-40B4-BE49-F238E27FC236}">
                  <a16:creationId xmlns:a16="http://schemas.microsoft.com/office/drawing/2014/main" id="{F70197D9-8207-423E-8355-C4718C41CBCF}"/>
                </a:ext>
              </a:extLst>
            </p:cNvPr>
            <p:cNvSpPr/>
            <p:nvPr/>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5" name="Rechthoek 74">
              <a:extLst>
                <a:ext uri="{FF2B5EF4-FFF2-40B4-BE49-F238E27FC236}">
                  <a16:creationId xmlns:a16="http://schemas.microsoft.com/office/drawing/2014/main" id="{1E0D3499-D858-46B1-B897-09933731A297}"/>
                </a:ext>
              </a:extLst>
            </p:cNvPr>
            <p:cNvSpPr/>
            <p:nvPr/>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6" name="Rechthoek 75">
              <a:extLst>
                <a:ext uri="{FF2B5EF4-FFF2-40B4-BE49-F238E27FC236}">
                  <a16:creationId xmlns:a16="http://schemas.microsoft.com/office/drawing/2014/main" id="{1361DF95-749D-4277-AA88-C357F0ABD665}"/>
                </a:ext>
              </a:extLst>
            </p:cNvPr>
            <p:cNvSpPr/>
            <p:nvPr/>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7" name="Rechthoek 76">
              <a:extLst>
                <a:ext uri="{FF2B5EF4-FFF2-40B4-BE49-F238E27FC236}">
                  <a16:creationId xmlns:a16="http://schemas.microsoft.com/office/drawing/2014/main" id="{B7B04DA8-812A-4895-95D5-4ACBBB770F2D}"/>
                </a:ext>
              </a:extLst>
            </p:cNvPr>
            <p:cNvSpPr/>
            <p:nvPr/>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8" name="Rechthoek 77">
              <a:extLst>
                <a:ext uri="{FF2B5EF4-FFF2-40B4-BE49-F238E27FC236}">
                  <a16:creationId xmlns:a16="http://schemas.microsoft.com/office/drawing/2014/main" id="{3BD13550-11F9-4DCB-B805-0C4E441C2ED0}"/>
                </a:ext>
              </a:extLst>
            </p:cNvPr>
            <p:cNvSpPr/>
            <p:nvPr/>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9" name="Rechthoek 78">
              <a:extLst>
                <a:ext uri="{FF2B5EF4-FFF2-40B4-BE49-F238E27FC236}">
                  <a16:creationId xmlns:a16="http://schemas.microsoft.com/office/drawing/2014/main" id="{D37F375B-825E-4443-9400-AB25E9BC9613}"/>
                </a:ext>
              </a:extLst>
            </p:cNvPr>
            <p:cNvSpPr/>
            <p:nvPr/>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0" name="Rechthoek 79">
              <a:extLst>
                <a:ext uri="{FF2B5EF4-FFF2-40B4-BE49-F238E27FC236}">
                  <a16:creationId xmlns:a16="http://schemas.microsoft.com/office/drawing/2014/main" id="{2F3CFAAB-65E3-406B-A195-F4BAA23DA276}"/>
                </a:ext>
              </a:extLst>
            </p:cNvPr>
            <p:cNvSpPr/>
            <p:nvPr/>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1" name="Rechthoek 80">
              <a:extLst>
                <a:ext uri="{FF2B5EF4-FFF2-40B4-BE49-F238E27FC236}">
                  <a16:creationId xmlns:a16="http://schemas.microsoft.com/office/drawing/2014/main" id="{0B7939F1-1A7B-4403-BD7B-B2890E6046E4}"/>
                </a:ext>
              </a:extLst>
            </p:cNvPr>
            <p:cNvSpPr/>
            <p:nvPr/>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2" name="Rechthoek 81">
              <a:extLst>
                <a:ext uri="{FF2B5EF4-FFF2-40B4-BE49-F238E27FC236}">
                  <a16:creationId xmlns:a16="http://schemas.microsoft.com/office/drawing/2014/main" id="{952856AF-170D-405F-B53F-42CFC4433DF9}"/>
                </a:ext>
              </a:extLst>
            </p:cNvPr>
            <p:cNvSpPr/>
            <p:nvPr/>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3" name="Rechthoek 82">
              <a:extLst>
                <a:ext uri="{FF2B5EF4-FFF2-40B4-BE49-F238E27FC236}">
                  <a16:creationId xmlns:a16="http://schemas.microsoft.com/office/drawing/2014/main" id="{8239B102-56CC-4A5F-BC32-4E48A711F149}"/>
                </a:ext>
              </a:extLst>
            </p:cNvPr>
            <p:cNvSpPr/>
            <p:nvPr/>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4" name="Rechthoek 83">
              <a:extLst>
                <a:ext uri="{FF2B5EF4-FFF2-40B4-BE49-F238E27FC236}">
                  <a16:creationId xmlns:a16="http://schemas.microsoft.com/office/drawing/2014/main" id="{61A45AEB-62C5-47DA-AB38-AADE12BC1314}"/>
                </a:ext>
              </a:extLst>
            </p:cNvPr>
            <p:cNvSpPr/>
            <p:nvPr/>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5" name="Rechthoek 84">
              <a:extLst>
                <a:ext uri="{FF2B5EF4-FFF2-40B4-BE49-F238E27FC236}">
                  <a16:creationId xmlns:a16="http://schemas.microsoft.com/office/drawing/2014/main" id="{A2270570-8C09-4EF4-952D-631F93D2F677}"/>
                </a:ext>
              </a:extLst>
            </p:cNvPr>
            <p:cNvSpPr/>
            <p:nvPr/>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6" name="Rechthoek 85">
              <a:extLst>
                <a:ext uri="{FF2B5EF4-FFF2-40B4-BE49-F238E27FC236}">
                  <a16:creationId xmlns:a16="http://schemas.microsoft.com/office/drawing/2014/main" id="{715C7321-53C7-4463-92A0-6EDBBEC24C08}"/>
                </a:ext>
              </a:extLst>
            </p:cNvPr>
            <p:cNvSpPr/>
            <p:nvPr/>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7" name="Rechthoek 86">
              <a:extLst>
                <a:ext uri="{FF2B5EF4-FFF2-40B4-BE49-F238E27FC236}">
                  <a16:creationId xmlns:a16="http://schemas.microsoft.com/office/drawing/2014/main" id="{BA084D0E-5ACF-4CAC-97C6-AEA9C5248263}"/>
                </a:ext>
              </a:extLst>
            </p:cNvPr>
            <p:cNvSpPr/>
            <p:nvPr/>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8" name="Rechthoek 87">
              <a:extLst>
                <a:ext uri="{FF2B5EF4-FFF2-40B4-BE49-F238E27FC236}">
                  <a16:creationId xmlns:a16="http://schemas.microsoft.com/office/drawing/2014/main" id="{19CC7CB0-0670-419C-A844-A28316F7CB4C}"/>
                </a:ext>
              </a:extLst>
            </p:cNvPr>
            <p:cNvSpPr/>
            <p:nvPr/>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9" name="Rechthoek 88">
              <a:extLst>
                <a:ext uri="{FF2B5EF4-FFF2-40B4-BE49-F238E27FC236}">
                  <a16:creationId xmlns:a16="http://schemas.microsoft.com/office/drawing/2014/main" id="{2153D52C-015D-414F-93A9-D4F1277B5E8D}"/>
                </a:ext>
              </a:extLst>
            </p:cNvPr>
            <p:cNvSpPr/>
            <p:nvPr/>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0" name="Rechthoek 89">
              <a:extLst>
                <a:ext uri="{FF2B5EF4-FFF2-40B4-BE49-F238E27FC236}">
                  <a16:creationId xmlns:a16="http://schemas.microsoft.com/office/drawing/2014/main" id="{3D42C007-B73B-4E21-ADDD-E70085762785}"/>
                </a:ext>
              </a:extLst>
            </p:cNvPr>
            <p:cNvSpPr/>
            <p:nvPr/>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1" name="Rechthoek 90">
              <a:extLst>
                <a:ext uri="{FF2B5EF4-FFF2-40B4-BE49-F238E27FC236}">
                  <a16:creationId xmlns:a16="http://schemas.microsoft.com/office/drawing/2014/main" id="{61531C16-91D5-4692-B4F7-B0C494DC636C}"/>
                </a:ext>
              </a:extLst>
            </p:cNvPr>
            <p:cNvSpPr/>
            <p:nvPr/>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2" name="Rechthoek 91">
              <a:extLst>
                <a:ext uri="{FF2B5EF4-FFF2-40B4-BE49-F238E27FC236}">
                  <a16:creationId xmlns:a16="http://schemas.microsoft.com/office/drawing/2014/main" id="{BE2A0FC4-BFB6-4C02-A005-42DE8103402C}"/>
                </a:ext>
              </a:extLst>
            </p:cNvPr>
            <p:cNvSpPr/>
            <p:nvPr/>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3" name="Rechthoek 92">
              <a:extLst>
                <a:ext uri="{FF2B5EF4-FFF2-40B4-BE49-F238E27FC236}">
                  <a16:creationId xmlns:a16="http://schemas.microsoft.com/office/drawing/2014/main" id="{5D1C530D-C8C3-459C-B166-283CAC72D972}"/>
                </a:ext>
              </a:extLst>
            </p:cNvPr>
            <p:cNvSpPr/>
            <p:nvPr/>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4" name="Rechthoek 93">
              <a:extLst>
                <a:ext uri="{FF2B5EF4-FFF2-40B4-BE49-F238E27FC236}">
                  <a16:creationId xmlns:a16="http://schemas.microsoft.com/office/drawing/2014/main" id="{44DB0356-E9F3-4648-A1C3-286D0DD3BC0D}"/>
                </a:ext>
              </a:extLst>
            </p:cNvPr>
            <p:cNvSpPr/>
            <p:nvPr/>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5" name="Rechthoek 94">
              <a:extLst>
                <a:ext uri="{FF2B5EF4-FFF2-40B4-BE49-F238E27FC236}">
                  <a16:creationId xmlns:a16="http://schemas.microsoft.com/office/drawing/2014/main" id="{A08248CC-0DD7-43D3-89D0-04B21B0E9D0C}"/>
                </a:ext>
              </a:extLst>
            </p:cNvPr>
            <p:cNvSpPr/>
            <p:nvPr/>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6" name="Rechthoek 95">
              <a:extLst>
                <a:ext uri="{FF2B5EF4-FFF2-40B4-BE49-F238E27FC236}">
                  <a16:creationId xmlns:a16="http://schemas.microsoft.com/office/drawing/2014/main" id="{F59B649C-327B-44EE-8FD8-DF5780C440C7}"/>
                </a:ext>
              </a:extLst>
            </p:cNvPr>
            <p:cNvSpPr/>
            <p:nvPr/>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7" name="Rechthoek 96">
              <a:extLst>
                <a:ext uri="{FF2B5EF4-FFF2-40B4-BE49-F238E27FC236}">
                  <a16:creationId xmlns:a16="http://schemas.microsoft.com/office/drawing/2014/main" id="{1F2749D9-7056-4A1E-B14A-865A1C4898A2}"/>
                </a:ext>
              </a:extLst>
            </p:cNvPr>
            <p:cNvSpPr/>
            <p:nvPr/>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8" name="Rechthoek 97">
              <a:extLst>
                <a:ext uri="{FF2B5EF4-FFF2-40B4-BE49-F238E27FC236}">
                  <a16:creationId xmlns:a16="http://schemas.microsoft.com/office/drawing/2014/main" id="{F6EBF245-88D1-459E-B383-814E41CEB42F}"/>
                </a:ext>
              </a:extLst>
            </p:cNvPr>
            <p:cNvSpPr/>
            <p:nvPr/>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9" name="Rechthoek 98">
              <a:extLst>
                <a:ext uri="{FF2B5EF4-FFF2-40B4-BE49-F238E27FC236}">
                  <a16:creationId xmlns:a16="http://schemas.microsoft.com/office/drawing/2014/main" id="{32242EEC-3065-40A9-84B6-634FB03612F2}"/>
                </a:ext>
              </a:extLst>
            </p:cNvPr>
            <p:cNvSpPr/>
            <p:nvPr/>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0" name="Rechthoek 99">
              <a:extLst>
                <a:ext uri="{FF2B5EF4-FFF2-40B4-BE49-F238E27FC236}">
                  <a16:creationId xmlns:a16="http://schemas.microsoft.com/office/drawing/2014/main" id="{6BDA72F4-8256-4DD6-A1E7-5F114F8D3F57}"/>
                </a:ext>
              </a:extLst>
            </p:cNvPr>
            <p:cNvSpPr/>
            <p:nvPr/>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1" name="Rechthoek 100">
              <a:extLst>
                <a:ext uri="{FF2B5EF4-FFF2-40B4-BE49-F238E27FC236}">
                  <a16:creationId xmlns:a16="http://schemas.microsoft.com/office/drawing/2014/main" id="{3611BD11-37AE-4C0E-8E96-7A342DF72BE8}"/>
                </a:ext>
              </a:extLst>
            </p:cNvPr>
            <p:cNvSpPr/>
            <p:nvPr/>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2" name="Rechthoek 101">
              <a:extLst>
                <a:ext uri="{FF2B5EF4-FFF2-40B4-BE49-F238E27FC236}">
                  <a16:creationId xmlns:a16="http://schemas.microsoft.com/office/drawing/2014/main" id="{7DADB5EF-A6F3-4933-A92B-2F254845B34F}"/>
                </a:ext>
              </a:extLst>
            </p:cNvPr>
            <p:cNvSpPr/>
            <p:nvPr/>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3" name="Rechthoek 102">
              <a:extLst>
                <a:ext uri="{FF2B5EF4-FFF2-40B4-BE49-F238E27FC236}">
                  <a16:creationId xmlns:a16="http://schemas.microsoft.com/office/drawing/2014/main" id="{4B69F43D-5BD8-4227-805D-D131D0CC9782}"/>
                </a:ext>
              </a:extLst>
            </p:cNvPr>
            <p:cNvSpPr/>
            <p:nvPr/>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4" name="Rechthoek 103">
              <a:extLst>
                <a:ext uri="{FF2B5EF4-FFF2-40B4-BE49-F238E27FC236}">
                  <a16:creationId xmlns:a16="http://schemas.microsoft.com/office/drawing/2014/main" id="{8A117382-99B3-4F5A-95DF-DD71C489F308}"/>
                </a:ext>
              </a:extLst>
            </p:cNvPr>
            <p:cNvSpPr/>
            <p:nvPr/>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5" name="Rechthoek 104">
              <a:extLst>
                <a:ext uri="{FF2B5EF4-FFF2-40B4-BE49-F238E27FC236}">
                  <a16:creationId xmlns:a16="http://schemas.microsoft.com/office/drawing/2014/main" id="{37BEE625-7635-4764-8242-72FE7574219D}"/>
                </a:ext>
              </a:extLst>
            </p:cNvPr>
            <p:cNvSpPr/>
            <p:nvPr/>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6" name="Rechthoek 105">
              <a:extLst>
                <a:ext uri="{FF2B5EF4-FFF2-40B4-BE49-F238E27FC236}">
                  <a16:creationId xmlns:a16="http://schemas.microsoft.com/office/drawing/2014/main" id="{B94E52F2-EC1D-4B93-9583-8092EB54AAB9}"/>
                </a:ext>
              </a:extLst>
            </p:cNvPr>
            <p:cNvSpPr/>
            <p:nvPr/>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7" name="Rechthoek 106">
              <a:extLst>
                <a:ext uri="{FF2B5EF4-FFF2-40B4-BE49-F238E27FC236}">
                  <a16:creationId xmlns:a16="http://schemas.microsoft.com/office/drawing/2014/main" id="{C220B813-DD92-4C7D-A1BC-697C23CABFA1}"/>
                </a:ext>
              </a:extLst>
            </p:cNvPr>
            <p:cNvSpPr/>
            <p:nvPr/>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8" name="Rechthoek 107">
              <a:extLst>
                <a:ext uri="{FF2B5EF4-FFF2-40B4-BE49-F238E27FC236}">
                  <a16:creationId xmlns:a16="http://schemas.microsoft.com/office/drawing/2014/main" id="{02E84D6E-F48F-4557-99C6-9713133382F4}"/>
                </a:ext>
              </a:extLst>
            </p:cNvPr>
            <p:cNvSpPr/>
            <p:nvPr/>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9" name="Rechthoek 108">
              <a:extLst>
                <a:ext uri="{FF2B5EF4-FFF2-40B4-BE49-F238E27FC236}">
                  <a16:creationId xmlns:a16="http://schemas.microsoft.com/office/drawing/2014/main" id="{E0212F54-9A69-4A61-8B35-78C4D89F641B}"/>
                </a:ext>
              </a:extLst>
            </p:cNvPr>
            <p:cNvSpPr/>
            <p:nvPr/>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0" name="Rechthoek 109">
              <a:extLst>
                <a:ext uri="{FF2B5EF4-FFF2-40B4-BE49-F238E27FC236}">
                  <a16:creationId xmlns:a16="http://schemas.microsoft.com/office/drawing/2014/main" id="{82867721-4D81-431A-BA76-A06D56D3D57A}"/>
                </a:ext>
              </a:extLst>
            </p:cNvPr>
            <p:cNvSpPr/>
            <p:nvPr/>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1" name="Rechthoek 110">
              <a:extLst>
                <a:ext uri="{FF2B5EF4-FFF2-40B4-BE49-F238E27FC236}">
                  <a16:creationId xmlns:a16="http://schemas.microsoft.com/office/drawing/2014/main" id="{BC7CB733-8B25-4EA0-BC8B-16D6C0A8F3D9}"/>
                </a:ext>
              </a:extLst>
            </p:cNvPr>
            <p:cNvSpPr/>
            <p:nvPr/>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2" name="Rechthoek 111">
              <a:extLst>
                <a:ext uri="{FF2B5EF4-FFF2-40B4-BE49-F238E27FC236}">
                  <a16:creationId xmlns:a16="http://schemas.microsoft.com/office/drawing/2014/main" id="{C272F51B-7DF3-4BB4-81EF-F30BEBF919F8}"/>
                </a:ext>
              </a:extLst>
            </p:cNvPr>
            <p:cNvSpPr/>
            <p:nvPr/>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3" name="Rechthoek 112">
              <a:extLst>
                <a:ext uri="{FF2B5EF4-FFF2-40B4-BE49-F238E27FC236}">
                  <a16:creationId xmlns:a16="http://schemas.microsoft.com/office/drawing/2014/main" id="{E7275EC4-E93D-4579-9252-95875A3D384C}"/>
                </a:ext>
              </a:extLst>
            </p:cNvPr>
            <p:cNvSpPr/>
            <p:nvPr/>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4" name="Rechthoek 113">
              <a:extLst>
                <a:ext uri="{FF2B5EF4-FFF2-40B4-BE49-F238E27FC236}">
                  <a16:creationId xmlns:a16="http://schemas.microsoft.com/office/drawing/2014/main" id="{0ADC9315-AE94-46D1-A960-BDE67D19F3AD}"/>
                </a:ext>
              </a:extLst>
            </p:cNvPr>
            <p:cNvSpPr/>
            <p:nvPr/>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5" name="Rechthoek 114">
              <a:extLst>
                <a:ext uri="{FF2B5EF4-FFF2-40B4-BE49-F238E27FC236}">
                  <a16:creationId xmlns:a16="http://schemas.microsoft.com/office/drawing/2014/main" id="{55221152-1C95-4DAA-ACB5-C7B52C8FD766}"/>
                </a:ext>
              </a:extLst>
            </p:cNvPr>
            <p:cNvSpPr/>
            <p:nvPr/>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6" name="Rechthoek 115">
              <a:extLst>
                <a:ext uri="{FF2B5EF4-FFF2-40B4-BE49-F238E27FC236}">
                  <a16:creationId xmlns:a16="http://schemas.microsoft.com/office/drawing/2014/main" id="{BFEAC399-A721-4E24-97FA-7D27F08ADC7E}"/>
                </a:ext>
              </a:extLst>
            </p:cNvPr>
            <p:cNvSpPr/>
            <p:nvPr/>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7" name="Rechthoek 116">
              <a:extLst>
                <a:ext uri="{FF2B5EF4-FFF2-40B4-BE49-F238E27FC236}">
                  <a16:creationId xmlns:a16="http://schemas.microsoft.com/office/drawing/2014/main" id="{6B5520BE-CE29-4813-9DAD-C9B41DACAFCA}"/>
                </a:ext>
              </a:extLst>
            </p:cNvPr>
            <p:cNvSpPr/>
            <p:nvPr/>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8" name="Rechthoek 117">
              <a:extLst>
                <a:ext uri="{FF2B5EF4-FFF2-40B4-BE49-F238E27FC236}">
                  <a16:creationId xmlns:a16="http://schemas.microsoft.com/office/drawing/2014/main" id="{BC614ACB-A292-4AB7-A05D-035255A09EAC}"/>
                </a:ext>
              </a:extLst>
            </p:cNvPr>
            <p:cNvSpPr/>
            <p:nvPr/>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9" name="Rechthoek 118">
              <a:extLst>
                <a:ext uri="{FF2B5EF4-FFF2-40B4-BE49-F238E27FC236}">
                  <a16:creationId xmlns:a16="http://schemas.microsoft.com/office/drawing/2014/main" id="{8197675B-3E1D-4ADC-8028-675B7EEC0715}"/>
                </a:ext>
              </a:extLst>
            </p:cNvPr>
            <p:cNvSpPr/>
            <p:nvPr/>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0" name="Rechthoek 119">
              <a:extLst>
                <a:ext uri="{FF2B5EF4-FFF2-40B4-BE49-F238E27FC236}">
                  <a16:creationId xmlns:a16="http://schemas.microsoft.com/office/drawing/2014/main" id="{161FDAA3-430E-49EC-A4CC-A6683E05F77B}"/>
                </a:ext>
              </a:extLst>
            </p:cNvPr>
            <p:cNvSpPr/>
            <p:nvPr/>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1" name="Rechthoek 120">
              <a:extLst>
                <a:ext uri="{FF2B5EF4-FFF2-40B4-BE49-F238E27FC236}">
                  <a16:creationId xmlns:a16="http://schemas.microsoft.com/office/drawing/2014/main" id="{37DE3A08-788F-45BE-907A-AC3348EDB0B9}"/>
                </a:ext>
              </a:extLst>
            </p:cNvPr>
            <p:cNvSpPr/>
            <p:nvPr/>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2" name="Rechthoek 121">
              <a:extLst>
                <a:ext uri="{FF2B5EF4-FFF2-40B4-BE49-F238E27FC236}">
                  <a16:creationId xmlns:a16="http://schemas.microsoft.com/office/drawing/2014/main" id="{90379143-8DF0-4EE1-8C3A-C240D936C862}"/>
                </a:ext>
              </a:extLst>
            </p:cNvPr>
            <p:cNvSpPr/>
            <p:nvPr/>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3" name="Rechthoek 122">
              <a:extLst>
                <a:ext uri="{FF2B5EF4-FFF2-40B4-BE49-F238E27FC236}">
                  <a16:creationId xmlns:a16="http://schemas.microsoft.com/office/drawing/2014/main" id="{E22EF1D9-5DE2-46B7-8523-CF79C32B2B0E}"/>
                </a:ext>
              </a:extLst>
            </p:cNvPr>
            <p:cNvSpPr/>
            <p:nvPr/>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4" name="Rechthoek 123">
              <a:extLst>
                <a:ext uri="{FF2B5EF4-FFF2-40B4-BE49-F238E27FC236}">
                  <a16:creationId xmlns:a16="http://schemas.microsoft.com/office/drawing/2014/main" id="{60762A57-F746-45D5-AB2E-7C3E0A5B738D}"/>
                </a:ext>
              </a:extLst>
            </p:cNvPr>
            <p:cNvSpPr/>
            <p:nvPr/>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5" name="Rechthoek 124">
              <a:extLst>
                <a:ext uri="{FF2B5EF4-FFF2-40B4-BE49-F238E27FC236}">
                  <a16:creationId xmlns:a16="http://schemas.microsoft.com/office/drawing/2014/main" id="{06642479-D5AA-4E24-BBAA-A46D252F4370}"/>
                </a:ext>
              </a:extLst>
            </p:cNvPr>
            <p:cNvSpPr/>
            <p:nvPr/>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6" name="Rechthoek 125">
              <a:extLst>
                <a:ext uri="{FF2B5EF4-FFF2-40B4-BE49-F238E27FC236}">
                  <a16:creationId xmlns:a16="http://schemas.microsoft.com/office/drawing/2014/main" id="{7294A249-E01B-4E00-A515-54145D369480}"/>
                </a:ext>
              </a:extLst>
            </p:cNvPr>
            <p:cNvSpPr/>
            <p:nvPr/>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7" name="Rechthoek 126">
              <a:extLst>
                <a:ext uri="{FF2B5EF4-FFF2-40B4-BE49-F238E27FC236}">
                  <a16:creationId xmlns:a16="http://schemas.microsoft.com/office/drawing/2014/main" id="{BA2047AF-40C4-4B43-9121-F09C177A4A20}"/>
                </a:ext>
              </a:extLst>
            </p:cNvPr>
            <p:cNvSpPr/>
            <p:nvPr/>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8" name="Rechthoek 127">
              <a:extLst>
                <a:ext uri="{FF2B5EF4-FFF2-40B4-BE49-F238E27FC236}">
                  <a16:creationId xmlns:a16="http://schemas.microsoft.com/office/drawing/2014/main" id="{76B98FFC-AD3C-49B2-93CA-C1725C19A20F}"/>
                </a:ext>
              </a:extLst>
            </p:cNvPr>
            <p:cNvSpPr/>
            <p:nvPr/>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9" name="Rechthoek 128">
              <a:extLst>
                <a:ext uri="{FF2B5EF4-FFF2-40B4-BE49-F238E27FC236}">
                  <a16:creationId xmlns:a16="http://schemas.microsoft.com/office/drawing/2014/main" id="{E1879D9E-3E63-4CC2-9AC7-425812A3F2C4}"/>
                </a:ext>
              </a:extLst>
            </p:cNvPr>
            <p:cNvSpPr/>
            <p:nvPr/>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0" name="Rechthoek 129">
              <a:extLst>
                <a:ext uri="{FF2B5EF4-FFF2-40B4-BE49-F238E27FC236}">
                  <a16:creationId xmlns:a16="http://schemas.microsoft.com/office/drawing/2014/main" id="{8342A221-D10B-423B-8906-5EBC48090A2E}"/>
                </a:ext>
              </a:extLst>
            </p:cNvPr>
            <p:cNvSpPr/>
            <p:nvPr/>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1" name="Rechthoek 130">
              <a:extLst>
                <a:ext uri="{FF2B5EF4-FFF2-40B4-BE49-F238E27FC236}">
                  <a16:creationId xmlns:a16="http://schemas.microsoft.com/office/drawing/2014/main" id="{35A57EB3-D6B5-4152-B14F-EF27E1349632}"/>
                </a:ext>
              </a:extLst>
            </p:cNvPr>
            <p:cNvSpPr/>
            <p:nvPr/>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2" name="Rechthoek 131">
              <a:extLst>
                <a:ext uri="{FF2B5EF4-FFF2-40B4-BE49-F238E27FC236}">
                  <a16:creationId xmlns:a16="http://schemas.microsoft.com/office/drawing/2014/main" id="{31F4458E-A63D-4437-8E19-A66C8BC5DFD9}"/>
                </a:ext>
              </a:extLst>
            </p:cNvPr>
            <p:cNvSpPr/>
            <p:nvPr/>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3" name="Rechthoek 132">
              <a:extLst>
                <a:ext uri="{FF2B5EF4-FFF2-40B4-BE49-F238E27FC236}">
                  <a16:creationId xmlns:a16="http://schemas.microsoft.com/office/drawing/2014/main" id="{823D3FFE-4462-459F-8BC9-876EB23D6C56}"/>
                </a:ext>
              </a:extLst>
            </p:cNvPr>
            <p:cNvSpPr/>
            <p:nvPr/>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4" name="Rechthoek 133">
              <a:extLst>
                <a:ext uri="{FF2B5EF4-FFF2-40B4-BE49-F238E27FC236}">
                  <a16:creationId xmlns:a16="http://schemas.microsoft.com/office/drawing/2014/main" id="{CFA305EC-68FF-4C4A-B709-979FB292811A}"/>
                </a:ext>
              </a:extLst>
            </p:cNvPr>
            <p:cNvSpPr/>
            <p:nvPr/>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5" name="Rechthoek 134">
              <a:extLst>
                <a:ext uri="{FF2B5EF4-FFF2-40B4-BE49-F238E27FC236}">
                  <a16:creationId xmlns:a16="http://schemas.microsoft.com/office/drawing/2014/main" id="{A0347432-8C21-4FC5-8C35-B1FD2EA749CB}"/>
                </a:ext>
              </a:extLst>
            </p:cNvPr>
            <p:cNvSpPr/>
            <p:nvPr/>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6" name="Rechthoek 135">
              <a:extLst>
                <a:ext uri="{FF2B5EF4-FFF2-40B4-BE49-F238E27FC236}">
                  <a16:creationId xmlns:a16="http://schemas.microsoft.com/office/drawing/2014/main" id="{7A7F8353-A1F1-4929-8555-E3CBFF711B9C}"/>
                </a:ext>
              </a:extLst>
            </p:cNvPr>
            <p:cNvSpPr/>
            <p:nvPr/>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7" name="Rechthoek 136">
              <a:extLst>
                <a:ext uri="{FF2B5EF4-FFF2-40B4-BE49-F238E27FC236}">
                  <a16:creationId xmlns:a16="http://schemas.microsoft.com/office/drawing/2014/main" id="{FE868229-68BB-41A9-9ED5-28B124EF510A}"/>
                </a:ext>
              </a:extLst>
            </p:cNvPr>
            <p:cNvSpPr/>
            <p:nvPr/>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8" name="Rechthoek 137">
              <a:extLst>
                <a:ext uri="{FF2B5EF4-FFF2-40B4-BE49-F238E27FC236}">
                  <a16:creationId xmlns:a16="http://schemas.microsoft.com/office/drawing/2014/main" id="{FA1DEB70-AA07-4F8C-A32A-D1E0EB6B9063}"/>
                </a:ext>
              </a:extLst>
            </p:cNvPr>
            <p:cNvSpPr/>
            <p:nvPr/>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9" name="Rechthoek 138">
              <a:extLst>
                <a:ext uri="{FF2B5EF4-FFF2-40B4-BE49-F238E27FC236}">
                  <a16:creationId xmlns:a16="http://schemas.microsoft.com/office/drawing/2014/main" id="{CB899CC4-E72F-4DA6-BE2E-02A092FEA67A}"/>
                </a:ext>
              </a:extLst>
            </p:cNvPr>
            <p:cNvSpPr/>
            <p:nvPr/>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0" name="Rechthoek 139">
              <a:extLst>
                <a:ext uri="{FF2B5EF4-FFF2-40B4-BE49-F238E27FC236}">
                  <a16:creationId xmlns:a16="http://schemas.microsoft.com/office/drawing/2014/main" id="{E9F657BB-7594-4CE9-81AE-F174A5FCF7BF}"/>
                </a:ext>
              </a:extLst>
            </p:cNvPr>
            <p:cNvSpPr/>
            <p:nvPr/>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1" name="Rechthoek 140">
              <a:extLst>
                <a:ext uri="{FF2B5EF4-FFF2-40B4-BE49-F238E27FC236}">
                  <a16:creationId xmlns:a16="http://schemas.microsoft.com/office/drawing/2014/main" id="{DFC37973-9120-49B2-A7ED-15DCB112E254}"/>
                </a:ext>
              </a:extLst>
            </p:cNvPr>
            <p:cNvSpPr/>
            <p:nvPr/>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2" name="Rechthoek 141">
              <a:extLst>
                <a:ext uri="{FF2B5EF4-FFF2-40B4-BE49-F238E27FC236}">
                  <a16:creationId xmlns:a16="http://schemas.microsoft.com/office/drawing/2014/main" id="{C21B2490-2482-42A9-AD65-3EFCE801B505}"/>
                </a:ext>
              </a:extLst>
            </p:cNvPr>
            <p:cNvSpPr/>
            <p:nvPr/>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3" name="Rechthoek 142">
              <a:extLst>
                <a:ext uri="{FF2B5EF4-FFF2-40B4-BE49-F238E27FC236}">
                  <a16:creationId xmlns:a16="http://schemas.microsoft.com/office/drawing/2014/main" id="{1AD68A9B-287C-47FA-B23C-EF991C19345D}"/>
                </a:ext>
              </a:extLst>
            </p:cNvPr>
            <p:cNvSpPr/>
            <p:nvPr/>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4" name="Rechthoek 143">
              <a:extLst>
                <a:ext uri="{FF2B5EF4-FFF2-40B4-BE49-F238E27FC236}">
                  <a16:creationId xmlns:a16="http://schemas.microsoft.com/office/drawing/2014/main" id="{E13DC975-77A9-49F1-840F-60F7F64AA0AE}"/>
                </a:ext>
              </a:extLst>
            </p:cNvPr>
            <p:cNvSpPr/>
            <p:nvPr/>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5" name="Rechthoek 144">
              <a:extLst>
                <a:ext uri="{FF2B5EF4-FFF2-40B4-BE49-F238E27FC236}">
                  <a16:creationId xmlns:a16="http://schemas.microsoft.com/office/drawing/2014/main" id="{1F4C024A-51DC-4F32-8C8D-B2E1662EBABC}"/>
                </a:ext>
              </a:extLst>
            </p:cNvPr>
            <p:cNvSpPr/>
            <p:nvPr/>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6" name="Rechthoek 145">
              <a:extLst>
                <a:ext uri="{FF2B5EF4-FFF2-40B4-BE49-F238E27FC236}">
                  <a16:creationId xmlns:a16="http://schemas.microsoft.com/office/drawing/2014/main" id="{7E3E9670-3B8B-4A3E-BBC8-148C50E521E5}"/>
                </a:ext>
              </a:extLst>
            </p:cNvPr>
            <p:cNvSpPr/>
            <p:nvPr/>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7" name="Rechthoek 146">
              <a:extLst>
                <a:ext uri="{FF2B5EF4-FFF2-40B4-BE49-F238E27FC236}">
                  <a16:creationId xmlns:a16="http://schemas.microsoft.com/office/drawing/2014/main" id="{0D625E2E-D09E-4433-8635-54FE2B610D71}"/>
                </a:ext>
              </a:extLst>
            </p:cNvPr>
            <p:cNvSpPr/>
            <p:nvPr/>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8" name="Rechthoek 147">
              <a:extLst>
                <a:ext uri="{FF2B5EF4-FFF2-40B4-BE49-F238E27FC236}">
                  <a16:creationId xmlns:a16="http://schemas.microsoft.com/office/drawing/2014/main" id="{4D0CF8CE-893C-4FC4-A604-1E1E339B55E0}"/>
                </a:ext>
              </a:extLst>
            </p:cNvPr>
            <p:cNvSpPr/>
            <p:nvPr/>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9" name="Rechthoek 148">
              <a:extLst>
                <a:ext uri="{FF2B5EF4-FFF2-40B4-BE49-F238E27FC236}">
                  <a16:creationId xmlns:a16="http://schemas.microsoft.com/office/drawing/2014/main" id="{AA4F597F-E463-4268-91FE-0A240CFB670C}"/>
                </a:ext>
              </a:extLst>
            </p:cNvPr>
            <p:cNvSpPr/>
            <p:nvPr/>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0" name="Rechthoek 149">
              <a:extLst>
                <a:ext uri="{FF2B5EF4-FFF2-40B4-BE49-F238E27FC236}">
                  <a16:creationId xmlns:a16="http://schemas.microsoft.com/office/drawing/2014/main" id="{322D01B1-CED0-4098-A701-3BF8B51E38E6}"/>
                </a:ext>
              </a:extLst>
            </p:cNvPr>
            <p:cNvSpPr/>
            <p:nvPr/>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1" name="Rechthoek 150">
              <a:extLst>
                <a:ext uri="{FF2B5EF4-FFF2-40B4-BE49-F238E27FC236}">
                  <a16:creationId xmlns:a16="http://schemas.microsoft.com/office/drawing/2014/main" id="{9B29E19F-617C-43B4-81CB-8EEF9BCF4A1D}"/>
                </a:ext>
              </a:extLst>
            </p:cNvPr>
            <p:cNvSpPr/>
            <p:nvPr/>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grpSp>
      <p:grpSp>
        <p:nvGrpSpPr>
          <p:cNvPr id="168" name="Graphic 6" hidden="1">
            <a:extLst>
              <a:ext uri="{FF2B5EF4-FFF2-40B4-BE49-F238E27FC236}">
                <a16:creationId xmlns:a16="http://schemas.microsoft.com/office/drawing/2014/main" id="{8A0AAF7F-DD0F-4CB1-A1B2-505FC4BCCC2B}"/>
              </a:ext>
            </a:extLst>
          </p:cNvPr>
          <p:cNvGrpSpPr/>
          <p:nvPr/>
        </p:nvGrpSpPr>
        <p:grpSpPr>
          <a:xfrm>
            <a:off x="-4762" y="-4762"/>
            <a:ext cx="12198350" cy="6864350"/>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660845" y="6097799"/>
            <a:ext cx="1227947" cy="629268"/>
          </a:xfrm>
          <a:prstGeom prst="rect">
            <a:avLst/>
          </a:prstGeom>
        </p:spPr>
      </p:pic>
    </p:spTree>
    <p:extLst>
      <p:ext uri="{BB962C8B-B14F-4D97-AF65-F5344CB8AC3E}">
        <p14:creationId xmlns:p14="http://schemas.microsoft.com/office/powerpoint/2010/main" val="80839609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 id="2147483773" r:id="rId24"/>
    <p:sldLayoutId id="2147483774" r:id="rId25"/>
    <p:sldLayoutId id="2147483775" r:id="rId26"/>
  </p:sldLayoutIdLst>
  <p:hf hdr="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18" name="balk onderaan">
            <a:extLst>
              <a:ext uri="{FF2B5EF4-FFF2-40B4-BE49-F238E27FC236}">
                <a16:creationId xmlns:a16="http://schemas.microsoft.com/office/drawing/2014/main" id="{1C347D43-E018-4735-A7B3-BBD71DCA569C}"/>
              </a:ext>
            </a:extLst>
          </p:cNvPr>
          <p:cNvSpPr/>
          <p:nvPr/>
        </p:nvSpPr>
        <p:spPr>
          <a:xfrm>
            <a:off x="-3762" y="6204088"/>
            <a:ext cx="8987691" cy="368163"/>
          </a:xfrm>
          <a:custGeom>
            <a:avLst/>
            <a:gdLst>
              <a:gd name="connsiteX0" fmla="*/ 0 w 15948660"/>
              <a:gd name="connsiteY0" fmla="*/ 0 h 547688"/>
              <a:gd name="connsiteX1" fmla="*/ 15948660 w 15948660"/>
              <a:gd name="connsiteY1" fmla="*/ 0 h 547688"/>
              <a:gd name="connsiteX2" fmla="*/ 15948660 w 15948660"/>
              <a:gd name="connsiteY2" fmla="*/ 547688 h 547688"/>
              <a:gd name="connsiteX3" fmla="*/ 0 w 15948660"/>
              <a:gd name="connsiteY3" fmla="*/ 547688 h 547688"/>
              <a:gd name="connsiteX4" fmla="*/ 0 w 15948660"/>
              <a:gd name="connsiteY4" fmla="*/ 0 h 547688"/>
              <a:gd name="connsiteX0" fmla="*/ 0 w 15948660"/>
              <a:gd name="connsiteY0" fmla="*/ 0 h 547688"/>
              <a:gd name="connsiteX1" fmla="*/ 15948660 w 15948660"/>
              <a:gd name="connsiteY1" fmla="*/ 0 h 547688"/>
              <a:gd name="connsiteX2" fmla="*/ 15946734 w 15948660"/>
              <a:gd name="connsiteY2" fmla="*/ 165212 h 547688"/>
              <a:gd name="connsiteX3" fmla="*/ 15948660 w 15948660"/>
              <a:gd name="connsiteY3" fmla="*/ 547688 h 547688"/>
              <a:gd name="connsiteX4" fmla="*/ 0 w 15948660"/>
              <a:gd name="connsiteY4" fmla="*/ 547688 h 547688"/>
              <a:gd name="connsiteX5" fmla="*/ 0 w 15948660"/>
              <a:gd name="connsiteY5" fmla="*/ 0 h 547688"/>
              <a:gd name="connsiteX0" fmla="*/ 0 w 16140165"/>
              <a:gd name="connsiteY0" fmla="*/ 0 h 547688"/>
              <a:gd name="connsiteX1" fmla="*/ 15948660 w 16140165"/>
              <a:gd name="connsiteY1" fmla="*/ 0 h 547688"/>
              <a:gd name="connsiteX2" fmla="*/ 16140165 w 16140165"/>
              <a:gd name="connsiteY2" fmla="*/ 1926 h 547688"/>
              <a:gd name="connsiteX3" fmla="*/ 15948660 w 16140165"/>
              <a:gd name="connsiteY3" fmla="*/ 547688 h 547688"/>
              <a:gd name="connsiteX4" fmla="*/ 0 w 16140165"/>
              <a:gd name="connsiteY4" fmla="*/ 547688 h 547688"/>
              <a:gd name="connsiteX5" fmla="*/ 0 w 16140165"/>
              <a:gd name="connsiteY5" fmla="*/ 0 h 547688"/>
              <a:gd name="connsiteX0" fmla="*/ 0 w 16097459"/>
              <a:gd name="connsiteY0" fmla="*/ 0 h 547688"/>
              <a:gd name="connsiteX1" fmla="*/ 15948660 w 16097459"/>
              <a:gd name="connsiteY1" fmla="*/ 0 h 547688"/>
              <a:gd name="connsiteX2" fmla="*/ 16097459 w 16097459"/>
              <a:gd name="connsiteY2" fmla="*/ 122506 h 547688"/>
              <a:gd name="connsiteX3" fmla="*/ 15948660 w 16097459"/>
              <a:gd name="connsiteY3" fmla="*/ 547688 h 547688"/>
              <a:gd name="connsiteX4" fmla="*/ 0 w 16097459"/>
              <a:gd name="connsiteY4" fmla="*/ 547688 h 547688"/>
              <a:gd name="connsiteX5" fmla="*/ 0 w 16097459"/>
              <a:gd name="connsiteY5" fmla="*/ 0 h 547688"/>
              <a:gd name="connsiteX0" fmla="*/ 0 w 16135140"/>
              <a:gd name="connsiteY0" fmla="*/ 586 h 548274"/>
              <a:gd name="connsiteX1" fmla="*/ 15948660 w 16135140"/>
              <a:gd name="connsiteY1" fmla="*/ 586 h 548274"/>
              <a:gd name="connsiteX2" fmla="*/ 16135140 w 16135140"/>
              <a:gd name="connsiteY2" fmla="*/ 0 h 548274"/>
              <a:gd name="connsiteX3" fmla="*/ 15948660 w 16135140"/>
              <a:gd name="connsiteY3" fmla="*/ 548274 h 548274"/>
              <a:gd name="connsiteX4" fmla="*/ 0 w 16135140"/>
              <a:gd name="connsiteY4" fmla="*/ 548274 h 548274"/>
              <a:gd name="connsiteX5" fmla="*/ 0 w 16135140"/>
              <a:gd name="connsiteY5" fmla="*/ 586 h 548274"/>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0 w 16135140"/>
              <a:gd name="connsiteY5" fmla="*/ 548480 h 548480"/>
              <a:gd name="connsiteX6" fmla="*/ 0 w 16135140"/>
              <a:gd name="connsiteY6" fmla="*/ 792 h 548480"/>
              <a:gd name="connsiteX0" fmla="*/ 0 w 16135140"/>
              <a:gd name="connsiteY0" fmla="*/ 792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7" fmla="*/ 0 w 16135140"/>
              <a:gd name="connsiteY7" fmla="*/ 792 h 548480"/>
              <a:gd name="connsiteX0" fmla="*/ 0 w 16135140"/>
              <a:gd name="connsiteY0" fmla="*/ 548480 h 548480"/>
              <a:gd name="connsiteX1" fmla="*/ 148633 w 16135140"/>
              <a:gd name="connsiteY1" fmla="*/ 0 h 548480"/>
              <a:gd name="connsiteX2" fmla="*/ 15948660 w 16135140"/>
              <a:gd name="connsiteY2" fmla="*/ 792 h 548480"/>
              <a:gd name="connsiteX3" fmla="*/ 16135140 w 16135140"/>
              <a:gd name="connsiteY3" fmla="*/ 206 h 548480"/>
              <a:gd name="connsiteX4" fmla="*/ 15948660 w 16135140"/>
              <a:gd name="connsiteY4" fmla="*/ 548480 h 548480"/>
              <a:gd name="connsiteX5" fmla="*/ 146252 w 16135140"/>
              <a:gd name="connsiteY5" fmla="*/ 547688 h 548480"/>
              <a:gd name="connsiteX6" fmla="*/ 0 w 16135140"/>
              <a:gd name="connsiteY6" fmla="*/ 548480 h 548480"/>
              <a:gd name="connsiteX0" fmla="*/ 0 w 15988888"/>
              <a:gd name="connsiteY0" fmla="*/ 547688 h 548480"/>
              <a:gd name="connsiteX1" fmla="*/ 2381 w 15988888"/>
              <a:gd name="connsiteY1" fmla="*/ 0 h 548480"/>
              <a:gd name="connsiteX2" fmla="*/ 15802408 w 15988888"/>
              <a:gd name="connsiteY2" fmla="*/ 792 h 548480"/>
              <a:gd name="connsiteX3" fmla="*/ 15988888 w 15988888"/>
              <a:gd name="connsiteY3" fmla="*/ 206 h 548480"/>
              <a:gd name="connsiteX4" fmla="*/ 15802408 w 15988888"/>
              <a:gd name="connsiteY4" fmla="*/ 548480 h 548480"/>
              <a:gd name="connsiteX5" fmla="*/ 0 w 15988888"/>
              <a:gd name="connsiteY5" fmla="*/ 547688 h 548480"/>
              <a:gd name="connsiteX0" fmla="*/ 0 w 15988888"/>
              <a:gd name="connsiteY0" fmla="*/ 547482 h 548274"/>
              <a:gd name="connsiteX1" fmla="*/ 2507456 w 15988888"/>
              <a:gd name="connsiteY1" fmla="*/ 2176 h 548274"/>
              <a:gd name="connsiteX2" fmla="*/ 15802408 w 15988888"/>
              <a:gd name="connsiteY2" fmla="*/ 586 h 548274"/>
              <a:gd name="connsiteX3" fmla="*/ 15988888 w 15988888"/>
              <a:gd name="connsiteY3" fmla="*/ 0 h 548274"/>
              <a:gd name="connsiteX4" fmla="*/ 15802408 w 15988888"/>
              <a:gd name="connsiteY4" fmla="*/ 548274 h 548274"/>
              <a:gd name="connsiteX5" fmla="*/ 0 w 15988888"/>
              <a:gd name="connsiteY5" fmla="*/ 547482 h 54827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7196 w 13481484"/>
              <a:gd name="connsiteY5" fmla="*/ 549864 h 549864"/>
              <a:gd name="connsiteX0" fmla="*/ 7196 w 13481484"/>
              <a:gd name="connsiteY0" fmla="*/ 549864 h 549864"/>
              <a:gd name="connsiteX1" fmla="*/ 52 w 13481484"/>
              <a:gd name="connsiteY1" fmla="*/ 2176 h 549864"/>
              <a:gd name="connsiteX2" fmla="*/ 13295004 w 13481484"/>
              <a:gd name="connsiteY2" fmla="*/ 586 h 549864"/>
              <a:gd name="connsiteX3" fmla="*/ 13481484 w 13481484"/>
              <a:gd name="connsiteY3" fmla="*/ 0 h 549864"/>
              <a:gd name="connsiteX4" fmla="*/ 13295004 w 13481484"/>
              <a:gd name="connsiteY4" fmla="*/ 548274 h 549864"/>
              <a:gd name="connsiteX5" fmla="*/ 4394234 w 13481484"/>
              <a:gd name="connsiteY5" fmla="*/ 549863 h 549864"/>
              <a:gd name="connsiteX6" fmla="*/ 7196 w 13481484"/>
              <a:gd name="connsiteY6" fmla="*/ 549864 h 549864"/>
              <a:gd name="connsiteX0" fmla="*/ 2486 w 13481537"/>
              <a:gd name="connsiteY0" fmla="*/ 552245 h 552245"/>
              <a:gd name="connsiteX1" fmla="*/ 105 w 13481537"/>
              <a:gd name="connsiteY1" fmla="*/ 2176 h 552245"/>
              <a:gd name="connsiteX2" fmla="*/ 13295057 w 13481537"/>
              <a:gd name="connsiteY2" fmla="*/ 586 h 552245"/>
              <a:gd name="connsiteX3" fmla="*/ 13481537 w 13481537"/>
              <a:gd name="connsiteY3" fmla="*/ 0 h 552245"/>
              <a:gd name="connsiteX4" fmla="*/ 13295057 w 13481537"/>
              <a:gd name="connsiteY4" fmla="*/ 548274 h 552245"/>
              <a:gd name="connsiteX5" fmla="*/ 4394287 w 13481537"/>
              <a:gd name="connsiteY5" fmla="*/ 549863 h 552245"/>
              <a:gd name="connsiteX6" fmla="*/ 2486 w 13481537"/>
              <a:gd name="connsiteY6" fmla="*/ 552245 h 552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81537" h="552245">
                <a:moveTo>
                  <a:pt x="2486" y="552245"/>
                </a:moveTo>
                <a:cubicBezTo>
                  <a:pt x="3280" y="369682"/>
                  <a:pt x="-689" y="184739"/>
                  <a:pt x="105" y="2176"/>
                </a:cubicBezTo>
                <a:lnTo>
                  <a:pt x="13295057" y="586"/>
                </a:lnTo>
                <a:lnTo>
                  <a:pt x="13481537" y="0"/>
                </a:lnTo>
                <a:lnTo>
                  <a:pt x="13295057" y="548274"/>
                </a:lnTo>
                <a:lnTo>
                  <a:pt x="4394287" y="549863"/>
                </a:lnTo>
                <a:lnTo>
                  <a:pt x="2486" y="552245"/>
                </a:lnTo>
                <a:close/>
              </a:path>
            </a:pathLst>
          </a:custGeom>
          <a:solidFill>
            <a:srgbClr val="44C8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sz="1200">
              <a:highlight>
                <a:srgbClr val="FFFF00"/>
              </a:highlight>
            </a:endParaRPr>
          </a:p>
        </p:txBody>
      </p:sp>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nl-BE" noProof="0"/>
              <a:t>Klik om stijl te bewerken</a:t>
            </a:r>
          </a:p>
        </p:txBody>
      </p:sp>
      <p:sp>
        <p:nvSpPr>
          <p:cNvPr id="3" name="Text Placeholder 2"/>
          <p:cNvSpPr>
            <a:spLocks noGrp="1"/>
          </p:cNvSpPr>
          <p:nvPr>
            <p:ph type="body" idx="1"/>
          </p:nvPr>
        </p:nvSpPr>
        <p:spPr>
          <a:xfrm>
            <a:off x="698499" y="1558344"/>
            <a:ext cx="10515600" cy="4351338"/>
          </a:xfrm>
          <a:prstGeom prst="rect">
            <a:avLst/>
          </a:prstGeom>
        </p:spPr>
        <p:txBody>
          <a:bodyPr vert="horz" lIns="91440" tIns="45720" rIns="91440" bIns="45720" rtlCol="0">
            <a:noAutofit/>
          </a:bodyPr>
          <a:lstStyle/>
          <a:p>
            <a:pPr lvl="0"/>
            <a:r>
              <a:rPr lang="nl-BE" noProof="0"/>
              <a:t>Tekststijl van het model bewerken</a:t>
            </a:r>
          </a:p>
          <a:p>
            <a:pPr lvl="1"/>
            <a:r>
              <a:rPr lang="nl-BE" noProof="0"/>
              <a:t>Tweede niveau</a:t>
            </a:r>
          </a:p>
          <a:p>
            <a:pPr lvl="2"/>
            <a:r>
              <a:rPr lang="nl-BE" noProof="0"/>
              <a:t>Derde niveau</a:t>
            </a:r>
          </a:p>
          <a:p>
            <a:pPr lvl="3"/>
            <a:r>
              <a:rPr lang="nl-BE" noProof="0"/>
              <a:t>Vierde niveau</a:t>
            </a:r>
          </a:p>
          <a:p>
            <a:pPr lvl="4"/>
            <a:r>
              <a:rPr lang="nl-BE" noProof="0"/>
              <a:t>Vijfde niveau</a:t>
            </a:r>
          </a:p>
        </p:txBody>
      </p:sp>
      <p:sp>
        <p:nvSpPr>
          <p:cNvPr id="4" name="Date Placeholder 3"/>
          <p:cNvSpPr>
            <a:spLocks noGrp="1"/>
          </p:cNvSpPr>
          <p:nvPr>
            <p:ph type="dt" sz="half" idx="2"/>
          </p:nvPr>
        </p:nvSpPr>
        <p:spPr>
          <a:xfrm>
            <a:off x="704850" y="620447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416DE8-2541-43DC-A43F-D9DA08756898}" type="datetime1">
              <a:rPr lang="nl-BE" smtClean="0"/>
              <a:t>17/02/2026</a:t>
            </a:fld>
            <a:endParaRPr lang="nl-BE"/>
          </a:p>
        </p:txBody>
      </p:sp>
      <p:sp>
        <p:nvSpPr>
          <p:cNvPr id="5" name="Footer Placeholder 4"/>
          <p:cNvSpPr>
            <a:spLocks noGrp="1"/>
          </p:cNvSpPr>
          <p:nvPr>
            <p:ph type="ftr" sz="quarter" idx="3"/>
          </p:nvPr>
        </p:nvSpPr>
        <p:spPr>
          <a:xfrm>
            <a:off x="3819526" y="6204478"/>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l-BE"/>
              <a:t>voettekst</a:t>
            </a:r>
          </a:p>
        </p:txBody>
      </p:sp>
      <p:sp>
        <p:nvSpPr>
          <p:cNvPr id="6" name="Slide Number Placeholder 5"/>
          <p:cNvSpPr>
            <a:spLocks noGrp="1"/>
          </p:cNvSpPr>
          <p:nvPr>
            <p:ph type="sldNum" sz="quarter" idx="4"/>
          </p:nvPr>
        </p:nvSpPr>
        <p:spPr>
          <a:xfrm>
            <a:off x="7934326" y="6204478"/>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527A74-2D87-4307-9531-5A57D9647EEB}" type="slidenum">
              <a:rPr lang="nl-BE" smtClean="0"/>
              <a:t>‹#›</a:t>
            </a:fld>
            <a:endParaRPr lang="nl-BE"/>
          </a:p>
        </p:txBody>
      </p:sp>
      <p:grpSp>
        <p:nvGrpSpPr>
          <p:cNvPr id="152" name="Groep 151" hidden="1">
            <a:extLst>
              <a:ext uri="{FF2B5EF4-FFF2-40B4-BE49-F238E27FC236}">
                <a16:creationId xmlns:a16="http://schemas.microsoft.com/office/drawing/2014/main" id="{96D591AC-52D8-450B-929B-963FCE587E09}"/>
              </a:ext>
            </a:extLst>
          </p:cNvPr>
          <p:cNvGrpSpPr/>
          <p:nvPr/>
        </p:nvGrpSpPr>
        <p:grpSpPr>
          <a:xfrm>
            <a:off x="6352" y="631824"/>
            <a:ext cx="11741149" cy="5938069"/>
            <a:chOff x="9527" y="947736"/>
            <a:chExt cx="17611724" cy="8907104"/>
          </a:xfrm>
        </p:grpSpPr>
        <p:sp>
          <p:nvSpPr>
            <p:cNvPr id="7" name="Rechthoek 6">
              <a:extLst>
                <a:ext uri="{FF2B5EF4-FFF2-40B4-BE49-F238E27FC236}">
                  <a16:creationId xmlns:a16="http://schemas.microsoft.com/office/drawing/2014/main" id="{5B1AEF50-9B49-4815-9BCD-F811CCBDE96D}"/>
                </a:ext>
              </a:extLst>
            </p:cNvPr>
            <p:cNvSpPr/>
            <p:nvPr/>
          </p:nvSpPr>
          <p:spPr>
            <a:xfrm>
              <a:off x="10477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 name="Rechthoek 7">
              <a:extLst>
                <a:ext uri="{FF2B5EF4-FFF2-40B4-BE49-F238E27FC236}">
                  <a16:creationId xmlns:a16="http://schemas.microsoft.com/office/drawing/2014/main" id="{0013E965-4C91-4629-BCBA-309E276519D8}"/>
                </a:ext>
              </a:extLst>
            </p:cNvPr>
            <p:cNvSpPr/>
            <p:nvPr/>
          </p:nvSpPr>
          <p:spPr>
            <a:xfrm>
              <a:off x="24383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 name="Rechthoek 8">
              <a:extLst>
                <a:ext uri="{FF2B5EF4-FFF2-40B4-BE49-F238E27FC236}">
                  <a16:creationId xmlns:a16="http://schemas.microsoft.com/office/drawing/2014/main" id="{047CC3E9-FE23-40FA-9105-06386A47988D}"/>
                </a:ext>
              </a:extLst>
            </p:cNvPr>
            <p:cNvSpPr/>
            <p:nvPr/>
          </p:nvSpPr>
          <p:spPr>
            <a:xfrm>
              <a:off x="38290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 name="Rechthoek 9">
              <a:extLst>
                <a:ext uri="{FF2B5EF4-FFF2-40B4-BE49-F238E27FC236}">
                  <a16:creationId xmlns:a16="http://schemas.microsoft.com/office/drawing/2014/main" id="{704AFB39-29E5-466B-8080-603EA16E9769}"/>
                </a:ext>
              </a:extLst>
            </p:cNvPr>
            <p:cNvSpPr/>
            <p:nvPr/>
          </p:nvSpPr>
          <p:spPr>
            <a:xfrm>
              <a:off x="52196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 name="Rechthoek 10">
              <a:extLst>
                <a:ext uri="{FF2B5EF4-FFF2-40B4-BE49-F238E27FC236}">
                  <a16:creationId xmlns:a16="http://schemas.microsoft.com/office/drawing/2014/main" id="{DE95F01D-AC89-4487-8D71-820D19C2A798}"/>
                </a:ext>
              </a:extLst>
            </p:cNvPr>
            <p:cNvSpPr/>
            <p:nvPr/>
          </p:nvSpPr>
          <p:spPr>
            <a:xfrm>
              <a:off x="66103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 name="Rechthoek 11">
              <a:extLst>
                <a:ext uri="{FF2B5EF4-FFF2-40B4-BE49-F238E27FC236}">
                  <a16:creationId xmlns:a16="http://schemas.microsoft.com/office/drawing/2014/main" id="{8EE87473-DF20-454E-956D-868992DD95E3}"/>
                </a:ext>
              </a:extLst>
            </p:cNvPr>
            <p:cNvSpPr/>
            <p:nvPr/>
          </p:nvSpPr>
          <p:spPr>
            <a:xfrm>
              <a:off x="80009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 name="Rechthoek 12">
              <a:extLst>
                <a:ext uri="{FF2B5EF4-FFF2-40B4-BE49-F238E27FC236}">
                  <a16:creationId xmlns:a16="http://schemas.microsoft.com/office/drawing/2014/main" id="{874F403E-C1C5-49A1-AB1E-D952ECD1A3C0}"/>
                </a:ext>
              </a:extLst>
            </p:cNvPr>
            <p:cNvSpPr/>
            <p:nvPr/>
          </p:nvSpPr>
          <p:spPr>
            <a:xfrm>
              <a:off x="93916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 name="Rechthoek 13">
              <a:extLst>
                <a:ext uri="{FF2B5EF4-FFF2-40B4-BE49-F238E27FC236}">
                  <a16:creationId xmlns:a16="http://schemas.microsoft.com/office/drawing/2014/main" id="{C9E884AD-0FEF-4BD2-A998-8599C8373C3C}"/>
                </a:ext>
              </a:extLst>
            </p:cNvPr>
            <p:cNvSpPr/>
            <p:nvPr/>
          </p:nvSpPr>
          <p:spPr>
            <a:xfrm>
              <a:off x="107822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 name="Rechthoek 14">
              <a:extLst>
                <a:ext uri="{FF2B5EF4-FFF2-40B4-BE49-F238E27FC236}">
                  <a16:creationId xmlns:a16="http://schemas.microsoft.com/office/drawing/2014/main" id="{D256C055-1080-43A4-B77B-BE6AF35B62D4}"/>
                </a:ext>
              </a:extLst>
            </p:cNvPr>
            <p:cNvSpPr/>
            <p:nvPr/>
          </p:nvSpPr>
          <p:spPr>
            <a:xfrm>
              <a:off x="121729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6" name="Rechthoek 15">
              <a:extLst>
                <a:ext uri="{FF2B5EF4-FFF2-40B4-BE49-F238E27FC236}">
                  <a16:creationId xmlns:a16="http://schemas.microsoft.com/office/drawing/2014/main" id="{49150C84-EC4E-49DC-A50B-8CB65A5B4E38}"/>
                </a:ext>
              </a:extLst>
            </p:cNvPr>
            <p:cNvSpPr/>
            <p:nvPr/>
          </p:nvSpPr>
          <p:spPr>
            <a:xfrm>
              <a:off x="135635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7" name="Rechthoek 16">
              <a:extLst>
                <a:ext uri="{FF2B5EF4-FFF2-40B4-BE49-F238E27FC236}">
                  <a16:creationId xmlns:a16="http://schemas.microsoft.com/office/drawing/2014/main" id="{768696D7-C9AD-4261-951F-6EEC883DEF55}"/>
                </a:ext>
              </a:extLst>
            </p:cNvPr>
            <p:cNvSpPr/>
            <p:nvPr/>
          </p:nvSpPr>
          <p:spPr>
            <a:xfrm>
              <a:off x="1495424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8" name="Rechthoek 17">
              <a:extLst>
                <a:ext uri="{FF2B5EF4-FFF2-40B4-BE49-F238E27FC236}">
                  <a16:creationId xmlns:a16="http://schemas.microsoft.com/office/drawing/2014/main" id="{4F32DDC9-5209-4AF1-94DC-0436FEBA7E19}"/>
                </a:ext>
              </a:extLst>
            </p:cNvPr>
            <p:cNvSpPr/>
            <p:nvPr/>
          </p:nvSpPr>
          <p:spPr>
            <a:xfrm>
              <a:off x="16344899" y="947736"/>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9" name="Rechthoek 18">
              <a:extLst>
                <a:ext uri="{FF2B5EF4-FFF2-40B4-BE49-F238E27FC236}">
                  <a16:creationId xmlns:a16="http://schemas.microsoft.com/office/drawing/2014/main" id="{FE41BF45-0904-4462-9B83-6771D719E1DC}"/>
                </a:ext>
              </a:extLst>
            </p:cNvPr>
            <p:cNvSpPr/>
            <p:nvPr/>
          </p:nvSpPr>
          <p:spPr>
            <a:xfrm>
              <a:off x="10477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0" name="Rechthoek 19">
              <a:extLst>
                <a:ext uri="{FF2B5EF4-FFF2-40B4-BE49-F238E27FC236}">
                  <a16:creationId xmlns:a16="http://schemas.microsoft.com/office/drawing/2014/main" id="{E6E4105E-EDE3-4A6A-9137-9B893F07821C}"/>
                </a:ext>
              </a:extLst>
            </p:cNvPr>
            <p:cNvSpPr/>
            <p:nvPr/>
          </p:nvSpPr>
          <p:spPr>
            <a:xfrm>
              <a:off x="24383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1" name="Rechthoek 20">
              <a:extLst>
                <a:ext uri="{FF2B5EF4-FFF2-40B4-BE49-F238E27FC236}">
                  <a16:creationId xmlns:a16="http://schemas.microsoft.com/office/drawing/2014/main" id="{18BD591C-60CB-40FE-A88E-508FADBCFFE2}"/>
                </a:ext>
              </a:extLst>
            </p:cNvPr>
            <p:cNvSpPr/>
            <p:nvPr/>
          </p:nvSpPr>
          <p:spPr>
            <a:xfrm>
              <a:off x="38290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2" name="Rechthoek 21">
              <a:extLst>
                <a:ext uri="{FF2B5EF4-FFF2-40B4-BE49-F238E27FC236}">
                  <a16:creationId xmlns:a16="http://schemas.microsoft.com/office/drawing/2014/main" id="{65DAAF1A-E757-47AD-BBA1-2678A21A485D}"/>
                </a:ext>
              </a:extLst>
            </p:cNvPr>
            <p:cNvSpPr/>
            <p:nvPr/>
          </p:nvSpPr>
          <p:spPr>
            <a:xfrm>
              <a:off x="52196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3" name="Rechthoek 22">
              <a:extLst>
                <a:ext uri="{FF2B5EF4-FFF2-40B4-BE49-F238E27FC236}">
                  <a16:creationId xmlns:a16="http://schemas.microsoft.com/office/drawing/2014/main" id="{870D86A4-B151-4487-8A41-8610F56D0D9E}"/>
                </a:ext>
              </a:extLst>
            </p:cNvPr>
            <p:cNvSpPr/>
            <p:nvPr/>
          </p:nvSpPr>
          <p:spPr>
            <a:xfrm>
              <a:off x="66103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4" name="Rechthoek 23">
              <a:extLst>
                <a:ext uri="{FF2B5EF4-FFF2-40B4-BE49-F238E27FC236}">
                  <a16:creationId xmlns:a16="http://schemas.microsoft.com/office/drawing/2014/main" id="{C4A5E95D-002F-40B3-A01A-A1CD9A8BD77A}"/>
                </a:ext>
              </a:extLst>
            </p:cNvPr>
            <p:cNvSpPr/>
            <p:nvPr/>
          </p:nvSpPr>
          <p:spPr>
            <a:xfrm>
              <a:off x="80009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5" name="Rechthoek 24">
              <a:extLst>
                <a:ext uri="{FF2B5EF4-FFF2-40B4-BE49-F238E27FC236}">
                  <a16:creationId xmlns:a16="http://schemas.microsoft.com/office/drawing/2014/main" id="{DD99907A-EAED-43E6-A032-99E0A25FD405}"/>
                </a:ext>
              </a:extLst>
            </p:cNvPr>
            <p:cNvSpPr/>
            <p:nvPr/>
          </p:nvSpPr>
          <p:spPr>
            <a:xfrm>
              <a:off x="93916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6" name="Rechthoek 25">
              <a:extLst>
                <a:ext uri="{FF2B5EF4-FFF2-40B4-BE49-F238E27FC236}">
                  <a16:creationId xmlns:a16="http://schemas.microsoft.com/office/drawing/2014/main" id="{AAAA5CBA-E6E7-402A-9803-6AB0B60E3008}"/>
                </a:ext>
              </a:extLst>
            </p:cNvPr>
            <p:cNvSpPr/>
            <p:nvPr/>
          </p:nvSpPr>
          <p:spPr>
            <a:xfrm>
              <a:off x="107822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7" name="Rechthoek 26">
              <a:extLst>
                <a:ext uri="{FF2B5EF4-FFF2-40B4-BE49-F238E27FC236}">
                  <a16:creationId xmlns:a16="http://schemas.microsoft.com/office/drawing/2014/main" id="{70C87857-C1F4-4A6A-86EC-D9ABAD3EECFF}"/>
                </a:ext>
              </a:extLst>
            </p:cNvPr>
            <p:cNvSpPr/>
            <p:nvPr/>
          </p:nvSpPr>
          <p:spPr>
            <a:xfrm>
              <a:off x="121729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8" name="Rechthoek 27">
              <a:extLst>
                <a:ext uri="{FF2B5EF4-FFF2-40B4-BE49-F238E27FC236}">
                  <a16:creationId xmlns:a16="http://schemas.microsoft.com/office/drawing/2014/main" id="{6AE32341-9677-4F5F-BC1E-F5B8066C8E55}"/>
                </a:ext>
              </a:extLst>
            </p:cNvPr>
            <p:cNvSpPr/>
            <p:nvPr/>
          </p:nvSpPr>
          <p:spPr>
            <a:xfrm>
              <a:off x="135635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29" name="Rechthoek 28">
              <a:extLst>
                <a:ext uri="{FF2B5EF4-FFF2-40B4-BE49-F238E27FC236}">
                  <a16:creationId xmlns:a16="http://schemas.microsoft.com/office/drawing/2014/main" id="{790AE487-B602-4996-9005-2FB1EF049A62}"/>
                </a:ext>
              </a:extLst>
            </p:cNvPr>
            <p:cNvSpPr/>
            <p:nvPr/>
          </p:nvSpPr>
          <p:spPr>
            <a:xfrm>
              <a:off x="1495424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0" name="Rechthoek 29">
              <a:extLst>
                <a:ext uri="{FF2B5EF4-FFF2-40B4-BE49-F238E27FC236}">
                  <a16:creationId xmlns:a16="http://schemas.microsoft.com/office/drawing/2014/main" id="{A6FCA990-CADB-496F-A578-80BBCEC57B2B}"/>
                </a:ext>
              </a:extLst>
            </p:cNvPr>
            <p:cNvSpPr/>
            <p:nvPr/>
          </p:nvSpPr>
          <p:spPr>
            <a:xfrm>
              <a:off x="16344899" y="16437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1" name="Rechthoek 30">
              <a:extLst>
                <a:ext uri="{FF2B5EF4-FFF2-40B4-BE49-F238E27FC236}">
                  <a16:creationId xmlns:a16="http://schemas.microsoft.com/office/drawing/2014/main" id="{480F65BC-7188-441F-8BC1-7B3F9F29B66F}"/>
                </a:ext>
              </a:extLst>
            </p:cNvPr>
            <p:cNvSpPr/>
            <p:nvPr/>
          </p:nvSpPr>
          <p:spPr>
            <a:xfrm>
              <a:off x="10477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2" name="Rechthoek 31">
              <a:extLst>
                <a:ext uri="{FF2B5EF4-FFF2-40B4-BE49-F238E27FC236}">
                  <a16:creationId xmlns:a16="http://schemas.microsoft.com/office/drawing/2014/main" id="{9BFD8BBE-5047-424E-871B-1B15C1DF2259}"/>
                </a:ext>
              </a:extLst>
            </p:cNvPr>
            <p:cNvSpPr/>
            <p:nvPr/>
          </p:nvSpPr>
          <p:spPr>
            <a:xfrm>
              <a:off x="24383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3" name="Rechthoek 32">
              <a:extLst>
                <a:ext uri="{FF2B5EF4-FFF2-40B4-BE49-F238E27FC236}">
                  <a16:creationId xmlns:a16="http://schemas.microsoft.com/office/drawing/2014/main" id="{F01F39E3-9401-4551-8EC1-959531EAEBB0}"/>
                </a:ext>
              </a:extLst>
            </p:cNvPr>
            <p:cNvSpPr/>
            <p:nvPr/>
          </p:nvSpPr>
          <p:spPr>
            <a:xfrm>
              <a:off x="38290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4" name="Rechthoek 33">
              <a:extLst>
                <a:ext uri="{FF2B5EF4-FFF2-40B4-BE49-F238E27FC236}">
                  <a16:creationId xmlns:a16="http://schemas.microsoft.com/office/drawing/2014/main" id="{4638604A-5A5B-4EB0-84D7-3A112C38892D}"/>
                </a:ext>
              </a:extLst>
            </p:cNvPr>
            <p:cNvSpPr/>
            <p:nvPr/>
          </p:nvSpPr>
          <p:spPr>
            <a:xfrm>
              <a:off x="52196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5" name="Rechthoek 34">
              <a:extLst>
                <a:ext uri="{FF2B5EF4-FFF2-40B4-BE49-F238E27FC236}">
                  <a16:creationId xmlns:a16="http://schemas.microsoft.com/office/drawing/2014/main" id="{90136574-DDF6-4FC5-BB12-2DBB04FF5282}"/>
                </a:ext>
              </a:extLst>
            </p:cNvPr>
            <p:cNvSpPr/>
            <p:nvPr/>
          </p:nvSpPr>
          <p:spPr>
            <a:xfrm>
              <a:off x="66103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6" name="Rechthoek 35">
              <a:extLst>
                <a:ext uri="{FF2B5EF4-FFF2-40B4-BE49-F238E27FC236}">
                  <a16:creationId xmlns:a16="http://schemas.microsoft.com/office/drawing/2014/main" id="{C67C375E-8DB6-4F8F-AF37-1735B105F4E9}"/>
                </a:ext>
              </a:extLst>
            </p:cNvPr>
            <p:cNvSpPr/>
            <p:nvPr/>
          </p:nvSpPr>
          <p:spPr>
            <a:xfrm>
              <a:off x="80009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7" name="Rechthoek 36">
              <a:extLst>
                <a:ext uri="{FF2B5EF4-FFF2-40B4-BE49-F238E27FC236}">
                  <a16:creationId xmlns:a16="http://schemas.microsoft.com/office/drawing/2014/main" id="{1F96FF38-CB0F-4E39-9E6C-BC93D6A770E7}"/>
                </a:ext>
              </a:extLst>
            </p:cNvPr>
            <p:cNvSpPr/>
            <p:nvPr/>
          </p:nvSpPr>
          <p:spPr>
            <a:xfrm>
              <a:off x="93916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8" name="Rechthoek 37">
              <a:extLst>
                <a:ext uri="{FF2B5EF4-FFF2-40B4-BE49-F238E27FC236}">
                  <a16:creationId xmlns:a16="http://schemas.microsoft.com/office/drawing/2014/main" id="{DDA93778-B0C3-4B91-A932-441F99F61D4F}"/>
                </a:ext>
              </a:extLst>
            </p:cNvPr>
            <p:cNvSpPr/>
            <p:nvPr/>
          </p:nvSpPr>
          <p:spPr>
            <a:xfrm>
              <a:off x="107822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39" name="Rechthoek 38">
              <a:extLst>
                <a:ext uri="{FF2B5EF4-FFF2-40B4-BE49-F238E27FC236}">
                  <a16:creationId xmlns:a16="http://schemas.microsoft.com/office/drawing/2014/main" id="{B634EDDC-A20B-4948-835C-49AEA4EE3351}"/>
                </a:ext>
              </a:extLst>
            </p:cNvPr>
            <p:cNvSpPr/>
            <p:nvPr/>
          </p:nvSpPr>
          <p:spPr>
            <a:xfrm>
              <a:off x="121729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0" name="Rechthoek 39">
              <a:extLst>
                <a:ext uri="{FF2B5EF4-FFF2-40B4-BE49-F238E27FC236}">
                  <a16:creationId xmlns:a16="http://schemas.microsoft.com/office/drawing/2014/main" id="{53471B16-7ED3-4C2F-957C-190CE4E1F4F6}"/>
                </a:ext>
              </a:extLst>
            </p:cNvPr>
            <p:cNvSpPr/>
            <p:nvPr/>
          </p:nvSpPr>
          <p:spPr>
            <a:xfrm>
              <a:off x="135635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1" name="Rechthoek 40">
              <a:extLst>
                <a:ext uri="{FF2B5EF4-FFF2-40B4-BE49-F238E27FC236}">
                  <a16:creationId xmlns:a16="http://schemas.microsoft.com/office/drawing/2014/main" id="{31636679-E456-4F98-BA01-79E337BD37A1}"/>
                </a:ext>
              </a:extLst>
            </p:cNvPr>
            <p:cNvSpPr/>
            <p:nvPr/>
          </p:nvSpPr>
          <p:spPr>
            <a:xfrm>
              <a:off x="1495424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2" name="Rechthoek 41">
              <a:extLst>
                <a:ext uri="{FF2B5EF4-FFF2-40B4-BE49-F238E27FC236}">
                  <a16:creationId xmlns:a16="http://schemas.microsoft.com/office/drawing/2014/main" id="{3E33FF96-84EB-414F-ABCD-14B9B2717855}"/>
                </a:ext>
              </a:extLst>
            </p:cNvPr>
            <p:cNvSpPr/>
            <p:nvPr/>
          </p:nvSpPr>
          <p:spPr>
            <a:xfrm>
              <a:off x="16344899" y="23396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3" name="Rechthoek 42">
              <a:extLst>
                <a:ext uri="{FF2B5EF4-FFF2-40B4-BE49-F238E27FC236}">
                  <a16:creationId xmlns:a16="http://schemas.microsoft.com/office/drawing/2014/main" id="{B191276C-BEAD-496C-9003-D656D32B3B9C}"/>
                </a:ext>
              </a:extLst>
            </p:cNvPr>
            <p:cNvSpPr/>
            <p:nvPr/>
          </p:nvSpPr>
          <p:spPr>
            <a:xfrm>
              <a:off x="10477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4" name="Rechthoek 43">
              <a:extLst>
                <a:ext uri="{FF2B5EF4-FFF2-40B4-BE49-F238E27FC236}">
                  <a16:creationId xmlns:a16="http://schemas.microsoft.com/office/drawing/2014/main" id="{5B8EF463-5AD6-4FCF-899E-72D7EE4833EE}"/>
                </a:ext>
              </a:extLst>
            </p:cNvPr>
            <p:cNvSpPr/>
            <p:nvPr/>
          </p:nvSpPr>
          <p:spPr>
            <a:xfrm>
              <a:off x="24383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5" name="Rechthoek 44">
              <a:extLst>
                <a:ext uri="{FF2B5EF4-FFF2-40B4-BE49-F238E27FC236}">
                  <a16:creationId xmlns:a16="http://schemas.microsoft.com/office/drawing/2014/main" id="{3D4E124A-0400-4917-AC56-18310ADEEB89}"/>
                </a:ext>
              </a:extLst>
            </p:cNvPr>
            <p:cNvSpPr/>
            <p:nvPr/>
          </p:nvSpPr>
          <p:spPr>
            <a:xfrm>
              <a:off x="38290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6" name="Rechthoek 45">
              <a:extLst>
                <a:ext uri="{FF2B5EF4-FFF2-40B4-BE49-F238E27FC236}">
                  <a16:creationId xmlns:a16="http://schemas.microsoft.com/office/drawing/2014/main" id="{D181E518-CEB9-4311-9137-8DB98177815F}"/>
                </a:ext>
              </a:extLst>
            </p:cNvPr>
            <p:cNvSpPr/>
            <p:nvPr/>
          </p:nvSpPr>
          <p:spPr>
            <a:xfrm>
              <a:off x="52196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7" name="Rechthoek 46">
              <a:extLst>
                <a:ext uri="{FF2B5EF4-FFF2-40B4-BE49-F238E27FC236}">
                  <a16:creationId xmlns:a16="http://schemas.microsoft.com/office/drawing/2014/main" id="{39163085-7926-4628-AD5A-152BB33B0DA8}"/>
                </a:ext>
              </a:extLst>
            </p:cNvPr>
            <p:cNvSpPr/>
            <p:nvPr/>
          </p:nvSpPr>
          <p:spPr>
            <a:xfrm>
              <a:off x="66103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8" name="Rechthoek 47">
              <a:extLst>
                <a:ext uri="{FF2B5EF4-FFF2-40B4-BE49-F238E27FC236}">
                  <a16:creationId xmlns:a16="http://schemas.microsoft.com/office/drawing/2014/main" id="{83734956-20CD-44A5-8156-18D16B078947}"/>
                </a:ext>
              </a:extLst>
            </p:cNvPr>
            <p:cNvSpPr/>
            <p:nvPr/>
          </p:nvSpPr>
          <p:spPr>
            <a:xfrm>
              <a:off x="80009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49" name="Rechthoek 48">
              <a:extLst>
                <a:ext uri="{FF2B5EF4-FFF2-40B4-BE49-F238E27FC236}">
                  <a16:creationId xmlns:a16="http://schemas.microsoft.com/office/drawing/2014/main" id="{C2BD56DB-A479-4659-B8A8-FA8BD2A15593}"/>
                </a:ext>
              </a:extLst>
            </p:cNvPr>
            <p:cNvSpPr/>
            <p:nvPr/>
          </p:nvSpPr>
          <p:spPr>
            <a:xfrm>
              <a:off x="93916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0" name="Rechthoek 49">
              <a:extLst>
                <a:ext uri="{FF2B5EF4-FFF2-40B4-BE49-F238E27FC236}">
                  <a16:creationId xmlns:a16="http://schemas.microsoft.com/office/drawing/2014/main" id="{3570E184-A710-447B-B9FF-99262392D498}"/>
                </a:ext>
              </a:extLst>
            </p:cNvPr>
            <p:cNvSpPr/>
            <p:nvPr/>
          </p:nvSpPr>
          <p:spPr>
            <a:xfrm>
              <a:off x="107822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1" name="Rechthoek 50">
              <a:extLst>
                <a:ext uri="{FF2B5EF4-FFF2-40B4-BE49-F238E27FC236}">
                  <a16:creationId xmlns:a16="http://schemas.microsoft.com/office/drawing/2014/main" id="{D8EA7E2F-4E27-416D-861C-0095FB49F4E9}"/>
                </a:ext>
              </a:extLst>
            </p:cNvPr>
            <p:cNvSpPr/>
            <p:nvPr/>
          </p:nvSpPr>
          <p:spPr>
            <a:xfrm>
              <a:off x="121729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2" name="Rechthoek 51">
              <a:extLst>
                <a:ext uri="{FF2B5EF4-FFF2-40B4-BE49-F238E27FC236}">
                  <a16:creationId xmlns:a16="http://schemas.microsoft.com/office/drawing/2014/main" id="{8636855F-D700-443F-81B1-672D7072F301}"/>
                </a:ext>
              </a:extLst>
            </p:cNvPr>
            <p:cNvSpPr/>
            <p:nvPr/>
          </p:nvSpPr>
          <p:spPr>
            <a:xfrm>
              <a:off x="135635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3" name="Rechthoek 52">
              <a:extLst>
                <a:ext uri="{FF2B5EF4-FFF2-40B4-BE49-F238E27FC236}">
                  <a16:creationId xmlns:a16="http://schemas.microsoft.com/office/drawing/2014/main" id="{3430E2ED-BDD5-4076-99CB-8E8C712E3C51}"/>
                </a:ext>
              </a:extLst>
            </p:cNvPr>
            <p:cNvSpPr/>
            <p:nvPr/>
          </p:nvSpPr>
          <p:spPr>
            <a:xfrm>
              <a:off x="1495424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4" name="Rechthoek 53">
              <a:extLst>
                <a:ext uri="{FF2B5EF4-FFF2-40B4-BE49-F238E27FC236}">
                  <a16:creationId xmlns:a16="http://schemas.microsoft.com/office/drawing/2014/main" id="{ADDC9361-C617-4A5A-AEB6-FE7BDBD7B991}"/>
                </a:ext>
              </a:extLst>
            </p:cNvPr>
            <p:cNvSpPr/>
            <p:nvPr/>
          </p:nvSpPr>
          <p:spPr>
            <a:xfrm>
              <a:off x="16344899" y="30356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5" name="Rechthoek 54">
              <a:extLst>
                <a:ext uri="{FF2B5EF4-FFF2-40B4-BE49-F238E27FC236}">
                  <a16:creationId xmlns:a16="http://schemas.microsoft.com/office/drawing/2014/main" id="{AC9D498F-4155-4D2F-A335-5B49628AF8FE}"/>
                </a:ext>
              </a:extLst>
            </p:cNvPr>
            <p:cNvSpPr/>
            <p:nvPr/>
          </p:nvSpPr>
          <p:spPr>
            <a:xfrm>
              <a:off x="10477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6" name="Rechthoek 55">
              <a:extLst>
                <a:ext uri="{FF2B5EF4-FFF2-40B4-BE49-F238E27FC236}">
                  <a16:creationId xmlns:a16="http://schemas.microsoft.com/office/drawing/2014/main" id="{337532BF-6611-4233-81B0-16C5A86A45A8}"/>
                </a:ext>
              </a:extLst>
            </p:cNvPr>
            <p:cNvSpPr/>
            <p:nvPr/>
          </p:nvSpPr>
          <p:spPr>
            <a:xfrm>
              <a:off x="24383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7" name="Rechthoek 56">
              <a:extLst>
                <a:ext uri="{FF2B5EF4-FFF2-40B4-BE49-F238E27FC236}">
                  <a16:creationId xmlns:a16="http://schemas.microsoft.com/office/drawing/2014/main" id="{3D587D00-FBD4-4B34-8068-E8BA96801328}"/>
                </a:ext>
              </a:extLst>
            </p:cNvPr>
            <p:cNvSpPr/>
            <p:nvPr/>
          </p:nvSpPr>
          <p:spPr>
            <a:xfrm>
              <a:off x="38290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8" name="Rechthoek 57">
              <a:extLst>
                <a:ext uri="{FF2B5EF4-FFF2-40B4-BE49-F238E27FC236}">
                  <a16:creationId xmlns:a16="http://schemas.microsoft.com/office/drawing/2014/main" id="{11859AA9-5C67-4644-866E-DE73D0965300}"/>
                </a:ext>
              </a:extLst>
            </p:cNvPr>
            <p:cNvSpPr/>
            <p:nvPr/>
          </p:nvSpPr>
          <p:spPr>
            <a:xfrm>
              <a:off x="52196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59" name="Rechthoek 58">
              <a:extLst>
                <a:ext uri="{FF2B5EF4-FFF2-40B4-BE49-F238E27FC236}">
                  <a16:creationId xmlns:a16="http://schemas.microsoft.com/office/drawing/2014/main" id="{FB2791C2-6CA0-4D2D-9ADD-178F7FAD88E8}"/>
                </a:ext>
              </a:extLst>
            </p:cNvPr>
            <p:cNvSpPr/>
            <p:nvPr/>
          </p:nvSpPr>
          <p:spPr>
            <a:xfrm>
              <a:off x="66103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0" name="Rechthoek 59">
              <a:extLst>
                <a:ext uri="{FF2B5EF4-FFF2-40B4-BE49-F238E27FC236}">
                  <a16:creationId xmlns:a16="http://schemas.microsoft.com/office/drawing/2014/main" id="{904D5CC7-402A-4753-95BF-839E3B97E4EF}"/>
                </a:ext>
              </a:extLst>
            </p:cNvPr>
            <p:cNvSpPr/>
            <p:nvPr/>
          </p:nvSpPr>
          <p:spPr>
            <a:xfrm>
              <a:off x="80009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1" name="Rechthoek 60">
              <a:extLst>
                <a:ext uri="{FF2B5EF4-FFF2-40B4-BE49-F238E27FC236}">
                  <a16:creationId xmlns:a16="http://schemas.microsoft.com/office/drawing/2014/main" id="{92C59641-77C0-4A74-B949-DCD6A7821951}"/>
                </a:ext>
              </a:extLst>
            </p:cNvPr>
            <p:cNvSpPr/>
            <p:nvPr/>
          </p:nvSpPr>
          <p:spPr>
            <a:xfrm>
              <a:off x="93916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2" name="Rechthoek 61">
              <a:extLst>
                <a:ext uri="{FF2B5EF4-FFF2-40B4-BE49-F238E27FC236}">
                  <a16:creationId xmlns:a16="http://schemas.microsoft.com/office/drawing/2014/main" id="{59093287-1D7A-4502-838F-94D0F13784EB}"/>
                </a:ext>
              </a:extLst>
            </p:cNvPr>
            <p:cNvSpPr/>
            <p:nvPr/>
          </p:nvSpPr>
          <p:spPr>
            <a:xfrm>
              <a:off x="107822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3" name="Rechthoek 62">
              <a:extLst>
                <a:ext uri="{FF2B5EF4-FFF2-40B4-BE49-F238E27FC236}">
                  <a16:creationId xmlns:a16="http://schemas.microsoft.com/office/drawing/2014/main" id="{512CACC4-6131-47E2-8C83-EC6F762CF25C}"/>
                </a:ext>
              </a:extLst>
            </p:cNvPr>
            <p:cNvSpPr/>
            <p:nvPr/>
          </p:nvSpPr>
          <p:spPr>
            <a:xfrm>
              <a:off x="121729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4" name="Rechthoek 63">
              <a:extLst>
                <a:ext uri="{FF2B5EF4-FFF2-40B4-BE49-F238E27FC236}">
                  <a16:creationId xmlns:a16="http://schemas.microsoft.com/office/drawing/2014/main" id="{C258E187-3B1A-4611-9A01-4D42869C647B}"/>
                </a:ext>
              </a:extLst>
            </p:cNvPr>
            <p:cNvSpPr/>
            <p:nvPr/>
          </p:nvSpPr>
          <p:spPr>
            <a:xfrm>
              <a:off x="135635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5" name="Rechthoek 64">
              <a:extLst>
                <a:ext uri="{FF2B5EF4-FFF2-40B4-BE49-F238E27FC236}">
                  <a16:creationId xmlns:a16="http://schemas.microsoft.com/office/drawing/2014/main" id="{B1D4C479-0E67-4180-903E-BE2119BFB3B4}"/>
                </a:ext>
              </a:extLst>
            </p:cNvPr>
            <p:cNvSpPr/>
            <p:nvPr/>
          </p:nvSpPr>
          <p:spPr>
            <a:xfrm>
              <a:off x="1495424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6" name="Rechthoek 65">
              <a:extLst>
                <a:ext uri="{FF2B5EF4-FFF2-40B4-BE49-F238E27FC236}">
                  <a16:creationId xmlns:a16="http://schemas.microsoft.com/office/drawing/2014/main" id="{9C8936E6-1ED5-4CE2-8879-07133E737D03}"/>
                </a:ext>
              </a:extLst>
            </p:cNvPr>
            <p:cNvSpPr/>
            <p:nvPr/>
          </p:nvSpPr>
          <p:spPr>
            <a:xfrm>
              <a:off x="16344899" y="37316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7" name="Rechthoek 66">
              <a:extLst>
                <a:ext uri="{FF2B5EF4-FFF2-40B4-BE49-F238E27FC236}">
                  <a16:creationId xmlns:a16="http://schemas.microsoft.com/office/drawing/2014/main" id="{C9EEFD06-F5C0-4B9C-AC43-82E32C88DEAB}"/>
                </a:ext>
              </a:extLst>
            </p:cNvPr>
            <p:cNvSpPr/>
            <p:nvPr/>
          </p:nvSpPr>
          <p:spPr>
            <a:xfrm>
              <a:off x="10477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8" name="Rechthoek 67">
              <a:extLst>
                <a:ext uri="{FF2B5EF4-FFF2-40B4-BE49-F238E27FC236}">
                  <a16:creationId xmlns:a16="http://schemas.microsoft.com/office/drawing/2014/main" id="{AFAB9AA9-7C6F-4F35-81E3-5E8DD8CE16FA}"/>
                </a:ext>
              </a:extLst>
            </p:cNvPr>
            <p:cNvSpPr/>
            <p:nvPr/>
          </p:nvSpPr>
          <p:spPr>
            <a:xfrm>
              <a:off x="24383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69" name="Rechthoek 68">
              <a:extLst>
                <a:ext uri="{FF2B5EF4-FFF2-40B4-BE49-F238E27FC236}">
                  <a16:creationId xmlns:a16="http://schemas.microsoft.com/office/drawing/2014/main" id="{21E6D803-8ACD-497F-879D-509BAF7E77B4}"/>
                </a:ext>
              </a:extLst>
            </p:cNvPr>
            <p:cNvSpPr/>
            <p:nvPr/>
          </p:nvSpPr>
          <p:spPr>
            <a:xfrm>
              <a:off x="38290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0" name="Rechthoek 69">
              <a:extLst>
                <a:ext uri="{FF2B5EF4-FFF2-40B4-BE49-F238E27FC236}">
                  <a16:creationId xmlns:a16="http://schemas.microsoft.com/office/drawing/2014/main" id="{3437667D-E52D-4864-B330-E11CEB796E68}"/>
                </a:ext>
              </a:extLst>
            </p:cNvPr>
            <p:cNvSpPr/>
            <p:nvPr/>
          </p:nvSpPr>
          <p:spPr>
            <a:xfrm>
              <a:off x="52196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1" name="Rechthoek 70">
              <a:extLst>
                <a:ext uri="{FF2B5EF4-FFF2-40B4-BE49-F238E27FC236}">
                  <a16:creationId xmlns:a16="http://schemas.microsoft.com/office/drawing/2014/main" id="{AC8C857A-9782-4E0E-85FA-989D80A33D5B}"/>
                </a:ext>
              </a:extLst>
            </p:cNvPr>
            <p:cNvSpPr/>
            <p:nvPr/>
          </p:nvSpPr>
          <p:spPr>
            <a:xfrm>
              <a:off x="66103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2" name="Rechthoek 71">
              <a:extLst>
                <a:ext uri="{FF2B5EF4-FFF2-40B4-BE49-F238E27FC236}">
                  <a16:creationId xmlns:a16="http://schemas.microsoft.com/office/drawing/2014/main" id="{13706F80-0AB1-47BD-BFBF-2135CE302E5E}"/>
                </a:ext>
              </a:extLst>
            </p:cNvPr>
            <p:cNvSpPr/>
            <p:nvPr/>
          </p:nvSpPr>
          <p:spPr>
            <a:xfrm>
              <a:off x="80009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3" name="Rechthoek 72">
              <a:extLst>
                <a:ext uri="{FF2B5EF4-FFF2-40B4-BE49-F238E27FC236}">
                  <a16:creationId xmlns:a16="http://schemas.microsoft.com/office/drawing/2014/main" id="{DDB7FB69-42A6-4F4A-BBBB-EF910BD9517E}"/>
                </a:ext>
              </a:extLst>
            </p:cNvPr>
            <p:cNvSpPr/>
            <p:nvPr/>
          </p:nvSpPr>
          <p:spPr>
            <a:xfrm>
              <a:off x="93916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4" name="Rechthoek 73">
              <a:extLst>
                <a:ext uri="{FF2B5EF4-FFF2-40B4-BE49-F238E27FC236}">
                  <a16:creationId xmlns:a16="http://schemas.microsoft.com/office/drawing/2014/main" id="{F70197D9-8207-423E-8355-C4718C41CBCF}"/>
                </a:ext>
              </a:extLst>
            </p:cNvPr>
            <p:cNvSpPr/>
            <p:nvPr/>
          </p:nvSpPr>
          <p:spPr>
            <a:xfrm>
              <a:off x="107822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5" name="Rechthoek 74">
              <a:extLst>
                <a:ext uri="{FF2B5EF4-FFF2-40B4-BE49-F238E27FC236}">
                  <a16:creationId xmlns:a16="http://schemas.microsoft.com/office/drawing/2014/main" id="{1E0D3499-D858-46B1-B897-09933731A297}"/>
                </a:ext>
              </a:extLst>
            </p:cNvPr>
            <p:cNvSpPr/>
            <p:nvPr/>
          </p:nvSpPr>
          <p:spPr>
            <a:xfrm>
              <a:off x="121729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6" name="Rechthoek 75">
              <a:extLst>
                <a:ext uri="{FF2B5EF4-FFF2-40B4-BE49-F238E27FC236}">
                  <a16:creationId xmlns:a16="http://schemas.microsoft.com/office/drawing/2014/main" id="{1361DF95-749D-4277-AA88-C357F0ABD665}"/>
                </a:ext>
              </a:extLst>
            </p:cNvPr>
            <p:cNvSpPr/>
            <p:nvPr/>
          </p:nvSpPr>
          <p:spPr>
            <a:xfrm>
              <a:off x="135635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7" name="Rechthoek 76">
              <a:extLst>
                <a:ext uri="{FF2B5EF4-FFF2-40B4-BE49-F238E27FC236}">
                  <a16:creationId xmlns:a16="http://schemas.microsoft.com/office/drawing/2014/main" id="{B7B04DA8-812A-4895-95D5-4ACBBB770F2D}"/>
                </a:ext>
              </a:extLst>
            </p:cNvPr>
            <p:cNvSpPr/>
            <p:nvPr/>
          </p:nvSpPr>
          <p:spPr>
            <a:xfrm>
              <a:off x="1495424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8" name="Rechthoek 77">
              <a:extLst>
                <a:ext uri="{FF2B5EF4-FFF2-40B4-BE49-F238E27FC236}">
                  <a16:creationId xmlns:a16="http://schemas.microsoft.com/office/drawing/2014/main" id="{3BD13550-11F9-4DCB-B805-0C4E441C2ED0}"/>
                </a:ext>
              </a:extLst>
            </p:cNvPr>
            <p:cNvSpPr/>
            <p:nvPr/>
          </p:nvSpPr>
          <p:spPr>
            <a:xfrm>
              <a:off x="16344899" y="44276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79" name="Rechthoek 78">
              <a:extLst>
                <a:ext uri="{FF2B5EF4-FFF2-40B4-BE49-F238E27FC236}">
                  <a16:creationId xmlns:a16="http://schemas.microsoft.com/office/drawing/2014/main" id="{D37F375B-825E-4443-9400-AB25E9BC9613}"/>
                </a:ext>
              </a:extLst>
            </p:cNvPr>
            <p:cNvSpPr/>
            <p:nvPr/>
          </p:nvSpPr>
          <p:spPr>
            <a:xfrm>
              <a:off x="10477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0" name="Rechthoek 79">
              <a:extLst>
                <a:ext uri="{FF2B5EF4-FFF2-40B4-BE49-F238E27FC236}">
                  <a16:creationId xmlns:a16="http://schemas.microsoft.com/office/drawing/2014/main" id="{2F3CFAAB-65E3-406B-A195-F4BAA23DA276}"/>
                </a:ext>
              </a:extLst>
            </p:cNvPr>
            <p:cNvSpPr/>
            <p:nvPr/>
          </p:nvSpPr>
          <p:spPr>
            <a:xfrm>
              <a:off x="24383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1" name="Rechthoek 80">
              <a:extLst>
                <a:ext uri="{FF2B5EF4-FFF2-40B4-BE49-F238E27FC236}">
                  <a16:creationId xmlns:a16="http://schemas.microsoft.com/office/drawing/2014/main" id="{0B7939F1-1A7B-4403-BD7B-B2890E6046E4}"/>
                </a:ext>
              </a:extLst>
            </p:cNvPr>
            <p:cNvSpPr/>
            <p:nvPr/>
          </p:nvSpPr>
          <p:spPr>
            <a:xfrm>
              <a:off x="38290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2" name="Rechthoek 81">
              <a:extLst>
                <a:ext uri="{FF2B5EF4-FFF2-40B4-BE49-F238E27FC236}">
                  <a16:creationId xmlns:a16="http://schemas.microsoft.com/office/drawing/2014/main" id="{952856AF-170D-405F-B53F-42CFC4433DF9}"/>
                </a:ext>
              </a:extLst>
            </p:cNvPr>
            <p:cNvSpPr/>
            <p:nvPr/>
          </p:nvSpPr>
          <p:spPr>
            <a:xfrm>
              <a:off x="52196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3" name="Rechthoek 82">
              <a:extLst>
                <a:ext uri="{FF2B5EF4-FFF2-40B4-BE49-F238E27FC236}">
                  <a16:creationId xmlns:a16="http://schemas.microsoft.com/office/drawing/2014/main" id="{8239B102-56CC-4A5F-BC32-4E48A711F149}"/>
                </a:ext>
              </a:extLst>
            </p:cNvPr>
            <p:cNvSpPr/>
            <p:nvPr/>
          </p:nvSpPr>
          <p:spPr>
            <a:xfrm>
              <a:off x="66103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4" name="Rechthoek 83">
              <a:extLst>
                <a:ext uri="{FF2B5EF4-FFF2-40B4-BE49-F238E27FC236}">
                  <a16:creationId xmlns:a16="http://schemas.microsoft.com/office/drawing/2014/main" id="{61A45AEB-62C5-47DA-AB38-AADE12BC1314}"/>
                </a:ext>
              </a:extLst>
            </p:cNvPr>
            <p:cNvSpPr/>
            <p:nvPr/>
          </p:nvSpPr>
          <p:spPr>
            <a:xfrm>
              <a:off x="80009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5" name="Rechthoek 84">
              <a:extLst>
                <a:ext uri="{FF2B5EF4-FFF2-40B4-BE49-F238E27FC236}">
                  <a16:creationId xmlns:a16="http://schemas.microsoft.com/office/drawing/2014/main" id="{A2270570-8C09-4EF4-952D-631F93D2F677}"/>
                </a:ext>
              </a:extLst>
            </p:cNvPr>
            <p:cNvSpPr/>
            <p:nvPr/>
          </p:nvSpPr>
          <p:spPr>
            <a:xfrm>
              <a:off x="93916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6" name="Rechthoek 85">
              <a:extLst>
                <a:ext uri="{FF2B5EF4-FFF2-40B4-BE49-F238E27FC236}">
                  <a16:creationId xmlns:a16="http://schemas.microsoft.com/office/drawing/2014/main" id="{715C7321-53C7-4463-92A0-6EDBBEC24C08}"/>
                </a:ext>
              </a:extLst>
            </p:cNvPr>
            <p:cNvSpPr/>
            <p:nvPr/>
          </p:nvSpPr>
          <p:spPr>
            <a:xfrm>
              <a:off x="107822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7" name="Rechthoek 86">
              <a:extLst>
                <a:ext uri="{FF2B5EF4-FFF2-40B4-BE49-F238E27FC236}">
                  <a16:creationId xmlns:a16="http://schemas.microsoft.com/office/drawing/2014/main" id="{BA084D0E-5ACF-4CAC-97C6-AEA9C5248263}"/>
                </a:ext>
              </a:extLst>
            </p:cNvPr>
            <p:cNvSpPr/>
            <p:nvPr/>
          </p:nvSpPr>
          <p:spPr>
            <a:xfrm>
              <a:off x="121729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8" name="Rechthoek 87">
              <a:extLst>
                <a:ext uri="{FF2B5EF4-FFF2-40B4-BE49-F238E27FC236}">
                  <a16:creationId xmlns:a16="http://schemas.microsoft.com/office/drawing/2014/main" id="{19CC7CB0-0670-419C-A844-A28316F7CB4C}"/>
                </a:ext>
              </a:extLst>
            </p:cNvPr>
            <p:cNvSpPr/>
            <p:nvPr/>
          </p:nvSpPr>
          <p:spPr>
            <a:xfrm>
              <a:off x="135635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89" name="Rechthoek 88">
              <a:extLst>
                <a:ext uri="{FF2B5EF4-FFF2-40B4-BE49-F238E27FC236}">
                  <a16:creationId xmlns:a16="http://schemas.microsoft.com/office/drawing/2014/main" id="{2153D52C-015D-414F-93A9-D4F1277B5E8D}"/>
                </a:ext>
              </a:extLst>
            </p:cNvPr>
            <p:cNvSpPr/>
            <p:nvPr/>
          </p:nvSpPr>
          <p:spPr>
            <a:xfrm>
              <a:off x="1495424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0" name="Rechthoek 89">
              <a:extLst>
                <a:ext uri="{FF2B5EF4-FFF2-40B4-BE49-F238E27FC236}">
                  <a16:creationId xmlns:a16="http://schemas.microsoft.com/office/drawing/2014/main" id="{3D42C007-B73B-4E21-ADDD-E70085762785}"/>
                </a:ext>
              </a:extLst>
            </p:cNvPr>
            <p:cNvSpPr/>
            <p:nvPr/>
          </p:nvSpPr>
          <p:spPr>
            <a:xfrm>
              <a:off x="16344899" y="51235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1" name="Rechthoek 90">
              <a:extLst>
                <a:ext uri="{FF2B5EF4-FFF2-40B4-BE49-F238E27FC236}">
                  <a16:creationId xmlns:a16="http://schemas.microsoft.com/office/drawing/2014/main" id="{61531C16-91D5-4692-B4F7-B0C494DC636C}"/>
                </a:ext>
              </a:extLst>
            </p:cNvPr>
            <p:cNvSpPr/>
            <p:nvPr/>
          </p:nvSpPr>
          <p:spPr>
            <a:xfrm>
              <a:off x="10477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2" name="Rechthoek 91">
              <a:extLst>
                <a:ext uri="{FF2B5EF4-FFF2-40B4-BE49-F238E27FC236}">
                  <a16:creationId xmlns:a16="http://schemas.microsoft.com/office/drawing/2014/main" id="{BE2A0FC4-BFB6-4C02-A005-42DE8103402C}"/>
                </a:ext>
              </a:extLst>
            </p:cNvPr>
            <p:cNvSpPr/>
            <p:nvPr/>
          </p:nvSpPr>
          <p:spPr>
            <a:xfrm>
              <a:off x="24383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3" name="Rechthoek 92">
              <a:extLst>
                <a:ext uri="{FF2B5EF4-FFF2-40B4-BE49-F238E27FC236}">
                  <a16:creationId xmlns:a16="http://schemas.microsoft.com/office/drawing/2014/main" id="{5D1C530D-C8C3-459C-B166-283CAC72D972}"/>
                </a:ext>
              </a:extLst>
            </p:cNvPr>
            <p:cNvSpPr/>
            <p:nvPr/>
          </p:nvSpPr>
          <p:spPr>
            <a:xfrm>
              <a:off x="38290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4" name="Rechthoek 93">
              <a:extLst>
                <a:ext uri="{FF2B5EF4-FFF2-40B4-BE49-F238E27FC236}">
                  <a16:creationId xmlns:a16="http://schemas.microsoft.com/office/drawing/2014/main" id="{44DB0356-E9F3-4648-A1C3-286D0DD3BC0D}"/>
                </a:ext>
              </a:extLst>
            </p:cNvPr>
            <p:cNvSpPr/>
            <p:nvPr/>
          </p:nvSpPr>
          <p:spPr>
            <a:xfrm>
              <a:off x="52196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5" name="Rechthoek 94">
              <a:extLst>
                <a:ext uri="{FF2B5EF4-FFF2-40B4-BE49-F238E27FC236}">
                  <a16:creationId xmlns:a16="http://schemas.microsoft.com/office/drawing/2014/main" id="{A08248CC-0DD7-43D3-89D0-04B21B0E9D0C}"/>
                </a:ext>
              </a:extLst>
            </p:cNvPr>
            <p:cNvSpPr/>
            <p:nvPr/>
          </p:nvSpPr>
          <p:spPr>
            <a:xfrm>
              <a:off x="66103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6" name="Rechthoek 95">
              <a:extLst>
                <a:ext uri="{FF2B5EF4-FFF2-40B4-BE49-F238E27FC236}">
                  <a16:creationId xmlns:a16="http://schemas.microsoft.com/office/drawing/2014/main" id="{F59B649C-327B-44EE-8FD8-DF5780C440C7}"/>
                </a:ext>
              </a:extLst>
            </p:cNvPr>
            <p:cNvSpPr/>
            <p:nvPr/>
          </p:nvSpPr>
          <p:spPr>
            <a:xfrm>
              <a:off x="80009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7" name="Rechthoek 96">
              <a:extLst>
                <a:ext uri="{FF2B5EF4-FFF2-40B4-BE49-F238E27FC236}">
                  <a16:creationId xmlns:a16="http://schemas.microsoft.com/office/drawing/2014/main" id="{1F2749D9-7056-4A1E-B14A-865A1C4898A2}"/>
                </a:ext>
              </a:extLst>
            </p:cNvPr>
            <p:cNvSpPr/>
            <p:nvPr/>
          </p:nvSpPr>
          <p:spPr>
            <a:xfrm>
              <a:off x="93916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8" name="Rechthoek 97">
              <a:extLst>
                <a:ext uri="{FF2B5EF4-FFF2-40B4-BE49-F238E27FC236}">
                  <a16:creationId xmlns:a16="http://schemas.microsoft.com/office/drawing/2014/main" id="{F6EBF245-88D1-459E-B383-814E41CEB42F}"/>
                </a:ext>
              </a:extLst>
            </p:cNvPr>
            <p:cNvSpPr/>
            <p:nvPr/>
          </p:nvSpPr>
          <p:spPr>
            <a:xfrm>
              <a:off x="107822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99" name="Rechthoek 98">
              <a:extLst>
                <a:ext uri="{FF2B5EF4-FFF2-40B4-BE49-F238E27FC236}">
                  <a16:creationId xmlns:a16="http://schemas.microsoft.com/office/drawing/2014/main" id="{32242EEC-3065-40A9-84B6-634FB03612F2}"/>
                </a:ext>
              </a:extLst>
            </p:cNvPr>
            <p:cNvSpPr/>
            <p:nvPr/>
          </p:nvSpPr>
          <p:spPr>
            <a:xfrm>
              <a:off x="121729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0" name="Rechthoek 99">
              <a:extLst>
                <a:ext uri="{FF2B5EF4-FFF2-40B4-BE49-F238E27FC236}">
                  <a16:creationId xmlns:a16="http://schemas.microsoft.com/office/drawing/2014/main" id="{6BDA72F4-8256-4DD6-A1E7-5F114F8D3F57}"/>
                </a:ext>
              </a:extLst>
            </p:cNvPr>
            <p:cNvSpPr/>
            <p:nvPr/>
          </p:nvSpPr>
          <p:spPr>
            <a:xfrm>
              <a:off x="135635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1" name="Rechthoek 100">
              <a:extLst>
                <a:ext uri="{FF2B5EF4-FFF2-40B4-BE49-F238E27FC236}">
                  <a16:creationId xmlns:a16="http://schemas.microsoft.com/office/drawing/2014/main" id="{3611BD11-37AE-4C0E-8E96-7A342DF72BE8}"/>
                </a:ext>
              </a:extLst>
            </p:cNvPr>
            <p:cNvSpPr/>
            <p:nvPr/>
          </p:nvSpPr>
          <p:spPr>
            <a:xfrm>
              <a:off x="1495424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2" name="Rechthoek 101">
              <a:extLst>
                <a:ext uri="{FF2B5EF4-FFF2-40B4-BE49-F238E27FC236}">
                  <a16:creationId xmlns:a16="http://schemas.microsoft.com/office/drawing/2014/main" id="{7DADB5EF-A6F3-4933-A92B-2F254845B34F}"/>
                </a:ext>
              </a:extLst>
            </p:cNvPr>
            <p:cNvSpPr/>
            <p:nvPr/>
          </p:nvSpPr>
          <p:spPr>
            <a:xfrm>
              <a:off x="16344899" y="581956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3" name="Rechthoek 102">
              <a:extLst>
                <a:ext uri="{FF2B5EF4-FFF2-40B4-BE49-F238E27FC236}">
                  <a16:creationId xmlns:a16="http://schemas.microsoft.com/office/drawing/2014/main" id="{4B69F43D-5BD8-4227-805D-D131D0CC9782}"/>
                </a:ext>
              </a:extLst>
            </p:cNvPr>
            <p:cNvSpPr/>
            <p:nvPr/>
          </p:nvSpPr>
          <p:spPr>
            <a:xfrm>
              <a:off x="10477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4" name="Rechthoek 103">
              <a:extLst>
                <a:ext uri="{FF2B5EF4-FFF2-40B4-BE49-F238E27FC236}">
                  <a16:creationId xmlns:a16="http://schemas.microsoft.com/office/drawing/2014/main" id="{8A117382-99B3-4F5A-95DF-DD71C489F308}"/>
                </a:ext>
              </a:extLst>
            </p:cNvPr>
            <p:cNvSpPr/>
            <p:nvPr/>
          </p:nvSpPr>
          <p:spPr>
            <a:xfrm>
              <a:off x="24383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5" name="Rechthoek 104">
              <a:extLst>
                <a:ext uri="{FF2B5EF4-FFF2-40B4-BE49-F238E27FC236}">
                  <a16:creationId xmlns:a16="http://schemas.microsoft.com/office/drawing/2014/main" id="{37BEE625-7635-4764-8242-72FE7574219D}"/>
                </a:ext>
              </a:extLst>
            </p:cNvPr>
            <p:cNvSpPr/>
            <p:nvPr/>
          </p:nvSpPr>
          <p:spPr>
            <a:xfrm>
              <a:off x="38290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6" name="Rechthoek 105">
              <a:extLst>
                <a:ext uri="{FF2B5EF4-FFF2-40B4-BE49-F238E27FC236}">
                  <a16:creationId xmlns:a16="http://schemas.microsoft.com/office/drawing/2014/main" id="{B94E52F2-EC1D-4B93-9583-8092EB54AAB9}"/>
                </a:ext>
              </a:extLst>
            </p:cNvPr>
            <p:cNvSpPr/>
            <p:nvPr/>
          </p:nvSpPr>
          <p:spPr>
            <a:xfrm>
              <a:off x="52196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7" name="Rechthoek 106">
              <a:extLst>
                <a:ext uri="{FF2B5EF4-FFF2-40B4-BE49-F238E27FC236}">
                  <a16:creationId xmlns:a16="http://schemas.microsoft.com/office/drawing/2014/main" id="{C220B813-DD92-4C7D-A1BC-697C23CABFA1}"/>
                </a:ext>
              </a:extLst>
            </p:cNvPr>
            <p:cNvSpPr/>
            <p:nvPr/>
          </p:nvSpPr>
          <p:spPr>
            <a:xfrm>
              <a:off x="66103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8" name="Rechthoek 107">
              <a:extLst>
                <a:ext uri="{FF2B5EF4-FFF2-40B4-BE49-F238E27FC236}">
                  <a16:creationId xmlns:a16="http://schemas.microsoft.com/office/drawing/2014/main" id="{02E84D6E-F48F-4557-99C6-9713133382F4}"/>
                </a:ext>
              </a:extLst>
            </p:cNvPr>
            <p:cNvSpPr/>
            <p:nvPr/>
          </p:nvSpPr>
          <p:spPr>
            <a:xfrm>
              <a:off x="80009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09" name="Rechthoek 108">
              <a:extLst>
                <a:ext uri="{FF2B5EF4-FFF2-40B4-BE49-F238E27FC236}">
                  <a16:creationId xmlns:a16="http://schemas.microsoft.com/office/drawing/2014/main" id="{E0212F54-9A69-4A61-8B35-78C4D89F641B}"/>
                </a:ext>
              </a:extLst>
            </p:cNvPr>
            <p:cNvSpPr/>
            <p:nvPr/>
          </p:nvSpPr>
          <p:spPr>
            <a:xfrm>
              <a:off x="93916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0" name="Rechthoek 109">
              <a:extLst>
                <a:ext uri="{FF2B5EF4-FFF2-40B4-BE49-F238E27FC236}">
                  <a16:creationId xmlns:a16="http://schemas.microsoft.com/office/drawing/2014/main" id="{82867721-4D81-431A-BA76-A06D56D3D57A}"/>
                </a:ext>
              </a:extLst>
            </p:cNvPr>
            <p:cNvSpPr/>
            <p:nvPr/>
          </p:nvSpPr>
          <p:spPr>
            <a:xfrm>
              <a:off x="107822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1" name="Rechthoek 110">
              <a:extLst>
                <a:ext uri="{FF2B5EF4-FFF2-40B4-BE49-F238E27FC236}">
                  <a16:creationId xmlns:a16="http://schemas.microsoft.com/office/drawing/2014/main" id="{BC7CB733-8B25-4EA0-BC8B-16D6C0A8F3D9}"/>
                </a:ext>
              </a:extLst>
            </p:cNvPr>
            <p:cNvSpPr/>
            <p:nvPr/>
          </p:nvSpPr>
          <p:spPr>
            <a:xfrm>
              <a:off x="121729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2" name="Rechthoek 111">
              <a:extLst>
                <a:ext uri="{FF2B5EF4-FFF2-40B4-BE49-F238E27FC236}">
                  <a16:creationId xmlns:a16="http://schemas.microsoft.com/office/drawing/2014/main" id="{C272F51B-7DF3-4BB4-81EF-F30BEBF919F8}"/>
                </a:ext>
              </a:extLst>
            </p:cNvPr>
            <p:cNvSpPr/>
            <p:nvPr/>
          </p:nvSpPr>
          <p:spPr>
            <a:xfrm>
              <a:off x="135635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3" name="Rechthoek 112">
              <a:extLst>
                <a:ext uri="{FF2B5EF4-FFF2-40B4-BE49-F238E27FC236}">
                  <a16:creationId xmlns:a16="http://schemas.microsoft.com/office/drawing/2014/main" id="{E7275EC4-E93D-4579-9252-95875A3D384C}"/>
                </a:ext>
              </a:extLst>
            </p:cNvPr>
            <p:cNvSpPr/>
            <p:nvPr/>
          </p:nvSpPr>
          <p:spPr>
            <a:xfrm>
              <a:off x="1495424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4" name="Rechthoek 113">
              <a:extLst>
                <a:ext uri="{FF2B5EF4-FFF2-40B4-BE49-F238E27FC236}">
                  <a16:creationId xmlns:a16="http://schemas.microsoft.com/office/drawing/2014/main" id="{0ADC9315-AE94-46D1-A960-BDE67D19F3AD}"/>
                </a:ext>
              </a:extLst>
            </p:cNvPr>
            <p:cNvSpPr/>
            <p:nvPr/>
          </p:nvSpPr>
          <p:spPr>
            <a:xfrm>
              <a:off x="16344899" y="651553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5" name="Rechthoek 114">
              <a:extLst>
                <a:ext uri="{FF2B5EF4-FFF2-40B4-BE49-F238E27FC236}">
                  <a16:creationId xmlns:a16="http://schemas.microsoft.com/office/drawing/2014/main" id="{55221152-1C95-4DAA-ACB5-C7B52C8FD766}"/>
                </a:ext>
              </a:extLst>
            </p:cNvPr>
            <p:cNvSpPr/>
            <p:nvPr/>
          </p:nvSpPr>
          <p:spPr>
            <a:xfrm>
              <a:off x="10477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6" name="Rechthoek 115">
              <a:extLst>
                <a:ext uri="{FF2B5EF4-FFF2-40B4-BE49-F238E27FC236}">
                  <a16:creationId xmlns:a16="http://schemas.microsoft.com/office/drawing/2014/main" id="{BFEAC399-A721-4E24-97FA-7D27F08ADC7E}"/>
                </a:ext>
              </a:extLst>
            </p:cNvPr>
            <p:cNvSpPr/>
            <p:nvPr/>
          </p:nvSpPr>
          <p:spPr>
            <a:xfrm>
              <a:off x="24383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7" name="Rechthoek 116">
              <a:extLst>
                <a:ext uri="{FF2B5EF4-FFF2-40B4-BE49-F238E27FC236}">
                  <a16:creationId xmlns:a16="http://schemas.microsoft.com/office/drawing/2014/main" id="{6B5520BE-CE29-4813-9DAD-C9B41DACAFCA}"/>
                </a:ext>
              </a:extLst>
            </p:cNvPr>
            <p:cNvSpPr/>
            <p:nvPr/>
          </p:nvSpPr>
          <p:spPr>
            <a:xfrm>
              <a:off x="38290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8" name="Rechthoek 117">
              <a:extLst>
                <a:ext uri="{FF2B5EF4-FFF2-40B4-BE49-F238E27FC236}">
                  <a16:creationId xmlns:a16="http://schemas.microsoft.com/office/drawing/2014/main" id="{BC614ACB-A292-4AB7-A05D-035255A09EAC}"/>
                </a:ext>
              </a:extLst>
            </p:cNvPr>
            <p:cNvSpPr/>
            <p:nvPr/>
          </p:nvSpPr>
          <p:spPr>
            <a:xfrm>
              <a:off x="52196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19" name="Rechthoek 118">
              <a:extLst>
                <a:ext uri="{FF2B5EF4-FFF2-40B4-BE49-F238E27FC236}">
                  <a16:creationId xmlns:a16="http://schemas.microsoft.com/office/drawing/2014/main" id="{8197675B-3E1D-4ADC-8028-675B7EEC0715}"/>
                </a:ext>
              </a:extLst>
            </p:cNvPr>
            <p:cNvSpPr/>
            <p:nvPr/>
          </p:nvSpPr>
          <p:spPr>
            <a:xfrm>
              <a:off x="66103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0" name="Rechthoek 119">
              <a:extLst>
                <a:ext uri="{FF2B5EF4-FFF2-40B4-BE49-F238E27FC236}">
                  <a16:creationId xmlns:a16="http://schemas.microsoft.com/office/drawing/2014/main" id="{161FDAA3-430E-49EC-A4CC-A6683E05F77B}"/>
                </a:ext>
              </a:extLst>
            </p:cNvPr>
            <p:cNvSpPr/>
            <p:nvPr/>
          </p:nvSpPr>
          <p:spPr>
            <a:xfrm>
              <a:off x="80009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1" name="Rechthoek 120">
              <a:extLst>
                <a:ext uri="{FF2B5EF4-FFF2-40B4-BE49-F238E27FC236}">
                  <a16:creationId xmlns:a16="http://schemas.microsoft.com/office/drawing/2014/main" id="{37DE3A08-788F-45BE-907A-AC3348EDB0B9}"/>
                </a:ext>
              </a:extLst>
            </p:cNvPr>
            <p:cNvSpPr/>
            <p:nvPr/>
          </p:nvSpPr>
          <p:spPr>
            <a:xfrm>
              <a:off x="93916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2" name="Rechthoek 121">
              <a:extLst>
                <a:ext uri="{FF2B5EF4-FFF2-40B4-BE49-F238E27FC236}">
                  <a16:creationId xmlns:a16="http://schemas.microsoft.com/office/drawing/2014/main" id="{90379143-8DF0-4EE1-8C3A-C240D936C862}"/>
                </a:ext>
              </a:extLst>
            </p:cNvPr>
            <p:cNvSpPr/>
            <p:nvPr/>
          </p:nvSpPr>
          <p:spPr>
            <a:xfrm>
              <a:off x="107822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3" name="Rechthoek 122">
              <a:extLst>
                <a:ext uri="{FF2B5EF4-FFF2-40B4-BE49-F238E27FC236}">
                  <a16:creationId xmlns:a16="http://schemas.microsoft.com/office/drawing/2014/main" id="{E22EF1D9-5DE2-46B7-8523-CF79C32B2B0E}"/>
                </a:ext>
              </a:extLst>
            </p:cNvPr>
            <p:cNvSpPr/>
            <p:nvPr/>
          </p:nvSpPr>
          <p:spPr>
            <a:xfrm>
              <a:off x="121729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4" name="Rechthoek 123">
              <a:extLst>
                <a:ext uri="{FF2B5EF4-FFF2-40B4-BE49-F238E27FC236}">
                  <a16:creationId xmlns:a16="http://schemas.microsoft.com/office/drawing/2014/main" id="{60762A57-F746-45D5-AB2E-7C3E0A5B738D}"/>
                </a:ext>
              </a:extLst>
            </p:cNvPr>
            <p:cNvSpPr/>
            <p:nvPr/>
          </p:nvSpPr>
          <p:spPr>
            <a:xfrm>
              <a:off x="135635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5" name="Rechthoek 124">
              <a:extLst>
                <a:ext uri="{FF2B5EF4-FFF2-40B4-BE49-F238E27FC236}">
                  <a16:creationId xmlns:a16="http://schemas.microsoft.com/office/drawing/2014/main" id="{06642479-D5AA-4E24-BBAA-A46D252F4370}"/>
                </a:ext>
              </a:extLst>
            </p:cNvPr>
            <p:cNvSpPr/>
            <p:nvPr/>
          </p:nvSpPr>
          <p:spPr>
            <a:xfrm>
              <a:off x="1495424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6" name="Rechthoek 125">
              <a:extLst>
                <a:ext uri="{FF2B5EF4-FFF2-40B4-BE49-F238E27FC236}">
                  <a16:creationId xmlns:a16="http://schemas.microsoft.com/office/drawing/2014/main" id="{7294A249-E01B-4E00-A515-54145D369480}"/>
                </a:ext>
              </a:extLst>
            </p:cNvPr>
            <p:cNvSpPr/>
            <p:nvPr/>
          </p:nvSpPr>
          <p:spPr>
            <a:xfrm>
              <a:off x="16344899" y="7211511"/>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7" name="Rechthoek 126">
              <a:extLst>
                <a:ext uri="{FF2B5EF4-FFF2-40B4-BE49-F238E27FC236}">
                  <a16:creationId xmlns:a16="http://schemas.microsoft.com/office/drawing/2014/main" id="{BA2047AF-40C4-4B43-9121-F09C177A4A20}"/>
                </a:ext>
              </a:extLst>
            </p:cNvPr>
            <p:cNvSpPr/>
            <p:nvPr/>
          </p:nvSpPr>
          <p:spPr>
            <a:xfrm>
              <a:off x="10477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8" name="Rechthoek 127">
              <a:extLst>
                <a:ext uri="{FF2B5EF4-FFF2-40B4-BE49-F238E27FC236}">
                  <a16:creationId xmlns:a16="http://schemas.microsoft.com/office/drawing/2014/main" id="{76B98FFC-AD3C-49B2-93CA-C1725C19A20F}"/>
                </a:ext>
              </a:extLst>
            </p:cNvPr>
            <p:cNvSpPr/>
            <p:nvPr/>
          </p:nvSpPr>
          <p:spPr>
            <a:xfrm>
              <a:off x="24383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29" name="Rechthoek 128">
              <a:extLst>
                <a:ext uri="{FF2B5EF4-FFF2-40B4-BE49-F238E27FC236}">
                  <a16:creationId xmlns:a16="http://schemas.microsoft.com/office/drawing/2014/main" id="{E1879D9E-3E63-4CC2-9AC7-425812A3F2C4}"/>
                </a:ext>
              </a:extLst>
            </p:cNvPr>
            <p:cNvSpPr/>
            <p:nvPr/>
          </p:nvSpPr>
          <p:spPr>
            <a:xfrm>
              <a:off x="38290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0" name="Rechthoek 129">
              <a:extLst>
                <a:ext uri="{FF2B5EF4-FFF2-40B4-BE49-F238E27FC236}">
                  <a16:creationId xmlns:a16="http://schemas.microsoft.com/office/drawing/2014/main" id="{8342A221-D10B-423B-8906-5EBC48090A2E}"/>
                </a:ext>
              </a:extLst>
            </p:cNvPr>
            <p:cNvSpPr/>
            <p:nvPr/>
          </p:nvSpPr>
          <p:spPr>
            <a:xfrm>
              <a:off x="52196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1" name="Rechthoek 130">
              <a:extLst>
                <a:ext uri="{FF2B5EF4-FFF2-40B4-BE49-F238E27FC236}">
                  <a16:creationId xmlns:a16="http://schemas.microsoft.com/office/drawing/2014/main" id="{35A57EB3-D6B5-4152-B14F-EF27E1349632}"/>
                </a:ext>
              </a:extLst>
            </p:cNvPr>
            <p:cNvSpPr/>
            <p:nvPr/>
          </p:nvSpPr>
          <p:spPr>
            <a:xfrm>
              <a:off x="66103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2" name="Rechthoek 131">
              <a:extLst>
                <a:ext uri="{FF2B5EF4-FFF2-40B4-BE49-F238E27FC236}">
                  <a16:creationId xmlns:a16="http://schemas.microsoft.com/office/drawing/2014/main" id="{31F4458E-A63D-4437-8E19-A66C8BC5DFD9}"/>
                </a:ext>
              </a:extLst>
            </p:cNvPr>
            <p:cNvSpPr/>
            <p:nvPr/>
          </p:nvSpPr>
          <p:spPr>
            <a:xfrm>
              <a:off x="80009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3" name="Rechthoek 132">
              <a:extLst>
                <a:ext uri="{FF2B5EF4-FFF2-40B4-BE49-F238E27FC236}">
                  <a16:creationId xmlns:a16="http://schemas.microsoft.com/office/drawing/2014/main" id="{823D3FFE-4462-459F-8BC9-876EB23D6C56}"/>
                </a:ext>
              </a:extLst>
            </p:cNvPr>
            <p:cNvSpPr/>
            <p:nvPr/>
          </p:nvSpPr>
          <p:spPr>
            <a:xfrm>
              <a:off x="93916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4" name="Rechthoek 133">
              <a:extLst>
                <a:ext uri="{FF2B5EF4-FFF2-40B4-BE49-F238E27FC236}">
                  <a16:creationId xmlns:a16="http://schemas.microsoft.com/office/drawing/2014/main" id="{CFA305EC-68FF-4C4A-B709-979FB292811A}"/>
                </a:ext>
              </a:extLst>
            </p:cNvPr>
            <p:cNvSpPr/>
            <p:nvPr/>
          </p:nvSpPr>
          <p:spPr>
            <a:xfrm>
              <a:off x="107822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5" name="Rechthoek 134">
              <a:extLst>
                <a:ext uri="{FF2B5EF4-FFF2-40B4-BE49-F238E27FC236}">
                  <a16:creationId xmlns:a16="http://schemas.microsoft.com/office/drawing/2014/main" id="{A0347432-8C21-4FC5-8C35-B1FD2EA749CB}"/>
                </a:ext>
              </a:extLst>
            </p:cNvPr>
            <p:cNvSpPr/>
            <p:nvPr/>
          </p:nvSpPr>
          <p:spPr>
            <a:xfrm>
              <a:off x="121729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6" name="Rechthoek 135">
              <a:extLst>
                <a:ext uri="{FF2B5EF4-FFF2-40B4-BE49-F238E27FC236}">
                  <a16:creationId xmlns:a16="http://schemas.microsoft.com/office/drawing/2014/main" id="{7A7F8353-A1F1-4929-8555-E3CBFF711B9C}"/>
                </a:ext>
              </a:extLst>
            </p:cNvPr>
            <p:cNvSpPr/>
            <p:nvPr/>
          </p:nvSpPr>
          <p:spPr>
            <a:xfrm>
              <a:off x="135635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7" name="Rechthoek 136">
              <a:extLst>
                <a:ext uri="{FF2B5EF4-FFF2-40B4-BE49-F238E27FC236}">
                  <a16:creationId xmlns:a16="http://schemas.microsoft.com/office/drawing/2014/main" id="{FE868229-68BB-41A9-9ED5-28B124EF510A}"/>
                </a:ext>
              </a:extLst>
            </p:cNvPr>
            <p:cNvSpPr/>
            <p:nvPr/>
          </p:nvSpPr>
          <p:spPr>
            <a:xfrm>
              <a:off x="1495424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8" name="Rechthoek 137">
              <a:extLst>
                <a:ext uri="{FF2B5EF4-FFF2-40B4-BE49-F238E27FC236}">
                  <a16:creationId xmlns:a16="http://schemas.microsoft.com/office/drawing/2014/main" id="{FA1DEB70-AA07-4F8C-A32A-D1E0EB6B9063}"/>
                </a:ext>
              </a:extLst>
            </p:cNvPr>
            <p:cNvSpPr/>
            <p:nvPr/>
          </p:nvSpPr>
          <p:spPr>
            <a:xfrm>
              <a:off x="16344899" y="7907486"/>
              <a:ext cx="1266825"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39" name="Rechthoek 138">
              <a:extLst>
                <a:ext uri="{FF2B5EF4-FFF2-40B4-BE49-F238E27FC236}">
                  <a16:creationId xmlns:a16="http://schemas.microsoft.com/office/drawing/2014/main" id="{CB899CC4-E72F-4DA6-BE2E-02A092FEA67A}"/>
                </a:ext>
              </a:extLst>
            </p:cNvPr>
            <p:cNvSpPr/>
            <p:nvPr/>
          </p:nvSpPr>
          <p:spPr>
            <a:xfrm>
              <a:off x="10572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0" name="Rechthoek 139">
              <a:extLst>
                <a:ext uri="{FF2B5EF4-FFF2-40B4-BE49-F238E27FC236}">
                  <a16:creationId xmlns:a16="http://schemas.microsoft.com/office/drawing/2014/main" id="{E9F657BB-7594-4CE9-81AE-F174A5FCF7BF}"/>
                </a:ext>
              </a:extLst>
            </p:cNvPr>
            <p:cNvSpPr/>
            <p:nvPr/>
          </p:nvSpPr>
          <p:spPr>
            <a:xfrm>
              <a:off x="24479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1" name="Rechthoek 140">
              <a:extLst>
                <a:ext uri="{FF2B5EF4-FFF2-40B4-BE49-F238E27FC236}">
                  <a16:creationId xmlns:a16="http://schemas.microsoft.com/office/drawing/2014/main" id="{DFC37973-9120-49B2-A7ED-15DCB112E254}"/>
                </a:ext>
              </a:extLst>
            </p:cNvPr>
            <p:cNvSpPr/>
            <p:nvPr/>
          </p:nvSpPr>
          <p:spPr>
            <a:xfrm>
              <a:off x="38385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2" name="Rechthoek 141">
              <a:extLst>
                <a:ext uri="{FF2B5EF4-FFF2-40B4-BE49-F238E27FC236}">
                  <a16:creationId xmlns:a16="http://schemas.microsoft.com/office/drawing/2014/main" id="{C21B2490-2482-42A9-AD65-3EFCE801B505}"/>
                </a:ext>
              </a:extLst>
            </p:cNvPr>
            <p:cNvSpPr/>
            <p:nvPr/>
          </p:nvSpPr>
          <p:spPr>
            <a:xfrm>
              <a:off x="52292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3" name="Rechthoek 142">
              <a:extLst>
                <a:ext uri="{FF2B5EF4-FFF2-40B4-BE49-F238E27FC236}">
                  <a16:creationId xmlns:a16="http://schemas.microsoft.com/office/drawing/2014/main" id="{1AD68A9B-287C-47FA-B23C-EF991C19345D}"/>
                </a:ext>
              </a:extLst>
            </p:cNvPr>
            <p:cNvSpPr/>
            <p:nvPr/>
          </p:nvSpPr>
          <p:spPr>
            <a:xfrm>
              <a:off x="66198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4" name="Rechthoek 143">
              <a:extLst>
                <a:ext uri="{FF2B5EF4-FFF2-40B4-BE49-F238E27FC236}">
                  <a16:creationId xmlns:a16="http://schemas.microsoft.com/office/drawing/2014/main" id="{E13DC975-77A9-49F1-840F-60F7F64AA0AE}"/>
                </a:ext>
              </a:extLst>
            </p:cNvPr>
            <p:cNvSpPr/>
            <p:nvPr/>
          </p:nvSpPr>
          <p:spPr>
            <a:xfrm>
              <a:off x="80105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5" name="Rechthoek 144">
              <a:extLst>
                <a:ext uri="{FF2B5EF4-FFF2-40B4-BE49-F238E27FC236}">
                  <a16:creationId xmlns:a16="http://schemas.microsoft.com/office/drawing/2014/main" id="{1F4C024A-51DC-4F32-8C8D-B2E1662EBABC}"/>
                </a:ext>
              </a:extLst>
            </p:cNvPr>
            <p:cNvSpPr/>
            <p:nvPr/>
          </p:nvSpPr>
          <p:spPr>
            <a:xfrm>
              <a:off x="94011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6" name="Rechthoek 145">
              <a:extLst>
                <a:ext uri="{FF2B5EF4-FFF2-40B4-BE49-F238E27FC236}">
                  <a16:creationId xmlns:a16="http://schemas.microsoft.com/office/drawing/2014/main" id="{7E3E9670-3B8B-4A3E-BBC8-148C50E521E5}"/>
                </a:ext>
              </a:extLst>
            </p:cNvPr>
            <p:cNvSpPr/>
            <p:nvPr/>
          </p:nvSpPr>
          <p:spPr>
            <a:xfrm>
              <a:off x="107918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7" name="Rechthoek 146">
              <a:extLst>
                <a:ext uri="{FF2B5EF4-FFF2-40B4-BE49-F238E27FC236}">
                  <a16:creationId xmlns:a16="http://schemas.microsoft.com/office/drawing/2014/main" id="{0D625E2E-D09E-4433-8635-54FE2B610D71}"/>
                </a:ext>
              </a:extLst>
            </p:cNvPr>
            <p:cNvSpPr/>
            <p:nvPr/>
          </p:nvSpPr>
          <p:spPr>
            <a:xfrm>
              <a:off x="121824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8" name="Rechthoek 147">
              <a:extLst>
                <a:ext uri="{FF2B5EF4-FFF2-40B4-BE49-F238E27FC236}">
                  <a16:creationId xmlns:a16="http://schemas.microsoft.com/office/drawing/2014/main" id="{4D0CF8CE-893C-4FC4-A604-1E1E339B55E0}"/>
                </a:ext>
              </a:extLst>
            </p:cNvPr>
            <p:cNvSpPr/>
            <p:nvPr/>
          </p:nvSpPr>
          <p:spPr>
            <a:xfrm>
              <a:off x="135731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49" name="Rechthoek 148">
              <a:extLst>
                <a:ext uri="{FF2B5EF4-FFF2-40B4-BE49-F238E27FC236}">
                  <a16:creationId xmlns:a16="http://schemas.microsoft.com/office/drawing/2014/main" id="{AA4F597F-E463-4268-91FE-0A240CFB670C}"/>
                </a:ext>
              </a:extLst>
            </p:cNvPr>
            <p:cNvSpPr/>
            <p:nvPr/>
          </p:nvSpPr>
          <p:spPr>
            <a:xfrm>
              <a:off x="1496377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0" name="Rechthoek 149">
              <a:extLst>
                <a:ext uri="{FF2B5EF4-FFF2-40B4-BE49-F238E27FC236}">
                  <a16:creationId xmlns:a16="http://schemas.microsoft.com/office/drawing/2014/main" id="{322D01B1-CED0-4098-A701-3BF8B51E38E6}"/>
                </a:ext>
              </a:extLst>
            </p:cNvPr>
            <p:cNvSpPr/>
            <p:nvPr/>
          </p:nvSpPr>
          <p:spPr>
            <a:xfrm>
              <a:off x="16354425" y="8603455"/>
              <a:ext cx="1266825" cy="552450"/>
            </a:xfrm>
            <a:prstGeom prst="rect">
              <a:avLst/>
            </a:prstGeom>
            <a:solidFill>
              <a:srgbClr val="CA483E">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sp>
          <p:nvSpPr>
            <p:cNvPr id="151" name="Rechthoek 150">
              <a:extLst>
                <a:ext uri="{FF2B5EF4-FFF2-40B4-BE49-F238E27FC236}">
                  <a16:creationId xmlns:a16="http://schemas.microsoft.com/office/drawing/2014/main" id="{9B29E19F-617C-43B4-81CB-8EEF9BCF4A1D}"/>
                </a:ext>
              </a:extLst>
            </p:cNvPr>
            <p:cNvSpPr/>
            <p:nvPr/>
          </p:nvSpPr>
          <p:spPr>
            <a:xfrm>
              <a:off x="9527" y="9302390"/>
              <a:ext cx="17611724" cy="552450"/>
            </a:xfrm>
            <a:prstGeom prst="rect">
              <a:avLst/>
            </a:prstGeom>
            <a:solidFill>
              <a:srgbClr val="4472C4">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68580" rIns="137160" bIns="68580" numCol="1" spcCol="0" rtlCol="0" fromWordArt="0" anchor="ctr" anchorCtr="0" forceAA="0" compatLnSpc="1">
              <a:prstTxWarp prst="textNoShape">
                <a:avLst/>
              </a:prstTxWarp>
              <a:noAutofit/>
            </a:bodyPr>
            <a:lstStyle/>
            <a:p>
              <a:pPr algn="ctr"/>
              <a:endParaRPr lang="nl-BE" sz="2160"/>
            </a:p>
          </p:txBody>
        </p:sp>
      </p:grpSp>
      <p:grpSp>
        <p:nvGrpSpPr>
          <p:cNvPr id="168" name="Graphic 6" hidden="1">
            <a:extLst>
              <a:ext uri="{FF2B5EF4-FFF2-40B4-BE49-F238E27FC236}">
                <a16:creationId xmlns:a16="http://schemas.microsoft.com/office/drawing/2014/main" id="{8A0AAF7F-DD0F-4CB1-A1B2-505FC4BCCC2B}"/>
              </a:ext>
            </a:extLst>
          </p:cNvPr>
          <p:cNvGrpSpPr/>
          <p:nvPr/>
        </p:nvGrpSpPr>
        <p:grpSpPr>
          <a:xfrm>
            <a:off x="-4762" y="-4762"/>
            <a:ext cx="12198350" cy="6864350"/>
            <a:chOff x="-7144" y="-7144"/>
            <a:chExt cx="18297525" cy="10296525"/>
          </a:xfrm>
          <a:solidFill>
            <a:srgbClr val="FFFFFF">
              <a:alpha val="0"/>
            </a:srgbClr>
          </a:solidFill>
        </p:grpSpPr>
        <p:sp>
          <p:nvSpPr>
            <p:cNvPr id="169" name="Vrije vorm: vorm 168">
              <a:extLst>
                <a:ext uri="{FF2B5EF4-FFF2-40B4-BE49-F238E27FC236}">
                  <a16:creationId xmlns:a16="http://schemas.microsoft.com/office/drawing/2014/main" id="{F1DCEBEA-BD51-4E6A-BDD5-B32F46FCAF21}"/>
                </a:ext>
              </a:extLst>
            </p:cNvPr>
            <p:cNvSpPr/>
            <p:nvPr/>
          </p:nvSpPr>
          <p:spPr>
            <a:xfrm>
              <a:off x="10406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0" name="Vrije vorm: vorm 169">
              <a:extLst>
                <a:ext uri="{FF2B5EF4-FFF2-40B4-BE49-F238E27FC236}">
                  <a16:creationId xmlns:a16="http://schemas.microsoft.com/office/drawing/2014/main" id="{FD08B8C0-EAC8-4271-BD1D-93AF595C0334}"/>
                </a:ext>
              </a:extLst>
            </p:cNvPr>
            <p:cNvSpPr/>
            <p:nvPr/>
          </p:nvSpPr>
          <p:spPr>
            <a:xfrm>
              <a:off x="-7144" y="-7144"/>
              <a:ext cx="18297525" cy="10296525"/>
            </a:xfrm>
            <a:custGeom>
              <a:avLst/>
              <a:gdLst>
                <a:gd name="connsiteX0" fmla="*/ 7144 w 18297525"/>
                <a:gd name="connsiteY0" fmla="*/ 7144 h 10296525"/>
                <a:gd name="connsiteX1" fmla="*/ 18295144 w 18297525"/>
                <a:gd name="connsiteY1" fmla="*/ 7144 h 10296525"/>
                <a:gd name="connsiteX2" fmla="*/ 18295144 w 18297525"/>
                <a:gd name="connsiteY2" fmla="*/ 10294144 h 10296525"/>
                <a:gd name="connsiteX3" fmla="*/ 7144 w 18297525"/>
                <a:gd name="connsiteY3" fmla="*/ 10294144 h 10296525"/>
              </a:gdLst>
              <a:ahLst/>
              <a:cxnLst>
                <a:cxn ang="0">
                  <a:pos x="connsiteX0" y="connsiteY0"/>
                </a:cxn>
                <a:cxn ang="0">
                  <a:pos x="connsiteX1" y="connsiteY1"/>
                </a:cxn>
                <a:cxn ang="0">
                  <a:pos x="connsiteX2" y="connsiteY2"/>
                </a:cxn>
                <a:cxn ang="0">
                  <a:pos x="connsiteX3" y="connsiteY3"/>
                </a:cxn>
              </a:cxnLst>
              <a:rect l="l" t="t" r="r" b="b"/>
              <a:pathLst>
                <a:path w="18297525" h="10296525">
                  <a:moveTo>
                    <a:pt x="7144" y="7144"/>
                  </a:moveTo>
                  <a:lnTo>
                    <a:pt x="18295144" y="7144"/>
                  </a:lnTo>
                  <a:lnTo>
                    <a:pt x="18295144" y="10294144"/>
                  </a:lnTo>
                  <a:lnTo>
                    <a:pt x="7144" y="1029414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1" name="Vrije vorm: vorm 170">
              <a:extLst>
                <a:ext uri="{FF2B5EF4-FFF2-40B4-BE49-F238E27FC236}">
                  <a16:creationId xmlns:a16="http://schemas.microsoft.com/office/drawing/2014/main" id="{92DE7A37-0B5F-4A33-8877-BF9493146315}"/>
                </a:ext>
              </a:extLst>
            </p:cNvPr>
            <p:cNvSpPr/>
            <p:nvPr/>
          </p:nvSpPr>
          <p:spPr>
            <a:xfrm>
              <a:off x="10406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2" name="Vrije vorm: vorm 171">
              <a:extLst>
                <a:ext uri="{FF2B5EF4-FFF2-40B4-BE49-F238E27FC236}">
                  <a16:creationId xmlns:a16="http://schemas.microsoft.com/office/drawing/2014/main" id="{6F8A9ABB-A2A9-490F-978E-E0F0E67708C9}"/>
                </a:ext>
              </a:extLst>
            </p:cNvPr>
            <p:cNvSpPr/>
            <p:nvPr/>
          </p:nvSpPr>
          <p:spPr>
            <a:xfrm>
              <a:off x="10406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3" name="Vrije vorm: vorm 172">
              <a:extLst>
                <a:ext uri="{FF2B5EF4-FFF2-40B4-BE49-F238E27FC236}">
                  <a16:creationId xmlns:a16="http://schemas.microsoft.com/office/drawing/2014/main" id="{E2C0164E-F16D-4328-887D-B444B8D5799F}"/>
                </a:ext>
              </a:extLst>
            </p:cNvPr>
            <p:cNvSpPr/>
            <p:nvPr/>
          </p:nvSpPr>
          <p:spPr>
            <a:xfrm>
              <a:off x="10406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4" name="Vrije vorm: vorm 173">
              <a:extLst>
                <a:ext uri="{FF2B5EF4-FFF2-40B4-BE49-F238E27FC236}">
                  <a16:creationId xmlns:a16="http://schemas.microsoft.com/office/drawing/2014/main" id="{2DFDFC57-EE90-4415-A198-64E26D72FFC4}"/>
                </a:ext>
              </a:extLst>
            </p:cNvPr>
            <p:cNvSpPr/>
            <p:nvPr/>
          </p:nvSpPr>
          <p:spPr>
            <a:xfrm>
              <a:off x="10406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5" name="Vrije vorm: vorm 174">
              <a:extLst>
                <a:ext uri="{FF2B5EF4-FFF2-40B4-BE49-F238E27FC236}">
                  <a16:creationId xmlns:a16="http://schemas.microsoft.com/office/drawing/2014/main" id="{F64CECF1-92EC-4E9F-9FAF-078C71B824C3}"/>
                </a:ext>
              </a:extLst>
            </p:cNvPr>
            <p:cNvSpPr/>
            <p:nvPr/>
          </p:nvSpPr>
          <p:spPr>
            <a:xfrm>
              <a:off x="10406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6" name="Vrije vorm: vorm 175">
              <a:extLst>
                <a:ext uri="{FF2B5EF4-FFF2-40B4-BE49-F238E27FC236}">
                  <a16:creationId xmlns:a16="http://schemas.microsoft.com/office/drawing/2014/main" id="{9CFD6479-782A-4767-BD69-EA62A2917EAC}"/>
                </a:ext>
              </a:extLst>
            </p:cNvPr>
            <p:cNvSpPr/>
            <p:nvPr/>
          </p:nvSpPr>
          <p:spPr>
            <a:xfrm>
              <a:off x="10406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7" name="Vrije vorm: vorm 176">
              <a:extLst>
                <a:ext uri="{FF2B5EF4-FFF2-40B4-BE49-F238E27FC236}">
                  <a16:creationId xmlns:a16="http://schemas.microsoft.com/office/drawing/2014/main" id="{39C87844-B0D3-4095-A2A1-66DB74BB61E7}"/>
                </a:ext>
              </a:extLst>
            </p:cNvPr>
            <p:cNvSpPr/>
            <p:nvPr/>
          </p:nvSpPr>
          <p:spPr>
            <a:xfrm>
              <a:off x="10406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8" name="Vrije vorm: vorm 177">
              <a:extLst>
                <a:ext uri="{FF2B5EF4-FFF2-40B4-BE49-F238E27FC236}">
                  <a16:creationId xmlns:a16="http://schemas.microsoft.com/office/drawing/2014/main" id="{56142EEF-703A-4C22-8198-0BA6F3C1960E}"/>
                </a:ext>
              </a:extLst>
            </p:cNvPr>
            <p:cNvSpPr/>
            <p:nvPr/>
          </p:nvSpPr>
          <p:spPr>
            <a:xfrm>
              <a:off x="10406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79" name="Vrije vorm: vorm 178">
              <a:extLst>
                <a:ext uri="{FF2B5EF4-FFF2-40B4-BE49-F238E27FC236}">
                  <a16:creationId xmlns:a16="http://schemas.microsoft.com/office/drawing/2014/main" id="{FAE584A2-2C35-47DE-8D98-FF3614A89F42}"/>
                </a:ext>
              </a:extLst>
            </p:cNvPr>
            <p:cNvSpPr/>
            <p:nvPr/>
          </p:nvSpPr>
          <p:spPr>
            <a:xfrm>
              <a:off x="10406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0" name="Vrije vorm: vorm 179">
              <a:extLst>
                <a:ext uri="{FF2B5EF4-FFF2-40B4-BE49-F238E27FC236}">
                  <a16:creationId xmlns:a16="http://schemas.microsoft.com/office/drawing/2014/main" id="{26EBDC24-CB3F-4813-9805-3A2A0D44A8ED}"/>
                </a:ext>
              </a:extLst>
            </p:cNvPr>
            <p:cNvSpPr/>
            <p:nvPr/>
          </p:nvSpPr>
          <p:spPr>
            <a:xfrm>
              <a:off x="10406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1" name="Vrije vorm: vorm 180">
              <a:extLst>
                <a:ext uri="{FF2B5EF4-FFF2-40B4-BE49-F238E27FC236}">
                  <a16:creationId xmlns:a16="http://schemas.microsoft.com/office/drawing/2014/main" id="{8A5A8701-49EC-4727-867C-68DA7013C530}"/>
                </a:ext>
              </a:extLst>
            </p:cNvPr>
            <p:cNvSpPr/>
            <p:nvPr/>
          </p:nvSpPr>
          <p:spPr>
            <a:xfrm>
              <a:off x="10406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2" name="Vrije vorm: vorm 181">
              <a:extLst>
                <a:ext uri="{FF2B5EF4-FFF2-40B4-BE49-F238E27FC236}">
                  <a16:creationId xmlns:a16="http://schemas.microsoft.com/office/drawing/2014/main" id="{37E1922D-681A-453A-BFCD-616668F2883A}"/>
                </a:ext>
              </a:extLst>
            </p:cNvPr>
            <p:cNvSpPr/>
            <p:nvPr/>
          </p:nvSpPr>
          <p:spPr>
            <a:xfrm>
              <a:off x="24312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3" name="Vrije vorm: vorm 182">
              <a:extLst>
                <a:ext uri="{FF2B5EF4-FFF2-40B4-BE49-F238E27FC236}">
                  <a16:creationId xmlns:a16="http://schemas.microsoft.com/office/drawing/2014/main" id="{497CB453-B88A-400B-840D-0DDAAE62A10F}"/>
                </a:ext>
              </a:extLst>
            </p:cNvPr>
            <p:cNvSpPr/>
            <p:nvPr/>
          </p:nvSpPr>
          <p:spPr>
            <a:xfrm>
              <a:off x="24312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4" name="Vrije vorm: vorm 183">
              <a:extLst>
                <a:ext uri="{FF2B5EF4-FFF2-40B4-BE49-F238E27FC236}">
                  <a16:creationId xmlns:a16="http://schemas.microsoft.com/office/drawing/2014/main" id="{F61CDFF9-AF0B-4065-ABB8-D597CDBA8854}"/>
                </a:ext>
              </a:extLst>
            </p:cNvPr>
            <p:cNvSpPr/>
            <p:nvPr/>
          </p:nvSpPr>
          <p:spPr>
            <a:xfrm>
              <a:off x="24312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5" name="Vrije vorm: vorm 184">
              <a:extLst>
                <a:ext uri="{FF2B5EF4-FFF2-40B4-BE49-F238E27FC236}">
                  <a16:creationId xmlns:a16="http://schemas.microsoft.com/office/drawing/2014/main" id="{E3EB7C2B-C1F9-4AFD-8882-60DA92A8ADED}"/>
                </a:ext>
              </a:extLst>
            </p:cNvPr>
            <p:cNvSpPr/>
            <p:nvPr/>
          </p:nvSpPr>
          <p:spPr>
            <a:xfrm>
              <a:off x="24312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6" name="Vrije vorm: vorm 185">
              <a:extLst>
                <a:ext uri="{FF2B5EF4-FFF2-40B4-BE49-F238E27FC236}">
                  <a16:creationId xmlns:a16="http://schemas.microsoft.com/office/drawing/2014/main" id="{489C6816-0854-40AA-ABEB-111F5910589C}"/>
                </a:ext>
              </a:extLst>
            </p:cNvPr>
            <p:cNvSpPr/>
            <p:nvPr/>
          </p:nvSpPr>
          <p:spPr>
            <a:xfrm>
              <a:off x="24312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7" name="Vrije vorm: vorm 186">
              <a:extLst>
                <a:ext uri="{FF2B5EF4-FFF2-40B4-BE49-F238E27FC236}">
                  <a16:creationId xmlns:a16="http://schemas.microsoft.com/office/drawing/2014/main" id="{0231460C-657B-4A78-8DEE-68E18F741156}"/>
                </a:ext>
              </a:extLst>
            </p:cNvPr>
            <p:cNvSpPr/>
            <p:nvPr/>
          </p:nvSpPr>
          <p:spPr>
            <a:xfrm>
              <a:off x="24312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8" name="Vrije vorm: vorm 187">
              <a:extLst>
                <a:ext uri="{FF2B5EF4-FFF2-40B4-BE49-F238E27FC236}">
                  <a16:creationId xmlns:a16="http://schemas.microsoft.com/office/drawing/2014/main" id="{B5033D87-EEDD-4F13-B0C3-CF9361532B11}"/>
                </a:ext>
              </a:extLst>
            </p:cNvPr>
            <p:cNvSpPr/>
            <p:nvPr/>
          </p:nvSpPr>
          <p:spPr>
            <a:xfrm>
              <a:off x="24312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89" name="Vrije vorm: vorm 188">
              <a:extLst>
                <a:ext uri="{FF2B5EF4-FFF2-40B4-BE49-F238E27FC236}">
                  <a16:creationId xmlns:a16="http://schemas.microsoft.com/office/drawing/2014/main" id="{7C5F0B27-3C63-42C4-8594-450FCB00312C}"/>
                </a:ext>
              </a:extLst>
            </p:cNvPr>
            <p:cNvSpPr/>
            <p:nvPr/>
          </p:nvSpPr>
          <p:spPr>
            <a:xfrm>
              <a:off x="24312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0" name="Vrije vorm: vorm 189">
              <a:extLst>
                <a:ext uri="{FF2B5EF4-FFF2-40B4-BE49-F238E27FC236}">
                  <a16:creationId xmlns:a16="http://schemas.microsoft.com/office/drawing/2014/main" id="{99F80DAA-B96E-4701-9CB5-F49111E78250}"/>
                </a:ext>
              </a:extLst>
            </p:cNvPr>
            <p:cNvSpPr/>
            <p:nvPr/>
          </p:nvSpPr>
          <p:spPr>
            <a:xfrm>
              <a:off x="24312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1" name="Vrije vorm: vorm 190">
              <a:extLst>
                <a:ext uri="{FF2B5EF4-FFF2-40B4-BE49-F238E27FC236}">
                  <a16:creationId xmlns:a16="http://schemas.microsoft.com/office/drawing/2014/main" id="{13692850-9541-4BB4-B362-AE0171ACBF31}"/>
                </a:ext>
              </a:extLst>
            </p:cNvPr>
            <p:cNvSpPr/>
            <p:nvPr/>
          </p:nvSpPr>
          <p:spPr>
            <a:xfrm>
              <a:off x="24312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2" name="Vrije vorm: vorm 191">
              <a:extLst>
                <a:ext uri="{FF2B5EF4-FFF2-40B4-BE49-F238E27FC236}">
                  <a16:creationId xmlns:a16="http://schemas.microsoft.com/office/drawing/2014/main" id="{572B36D2-56CF-4A7D-AC9B-7E969D54D4E7}"/>
                </a:ext>
              </a:extLst>
            </p:cNvPr>
            <p:cNvSpPr/>
            <p:nvPr/>
          </p:nvSpPr>
          <p:spPr>
            <a:xfrm>
              <a:off x="24312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3" name="Vrije vorm: vorm 192">
              <a:extLst>
                <a:ext uri="{FF2B5EF4-FFF2-40B4-BE49-F238E27FC236}">
                  <a16:creationId xmlns:a16="http://schemas.microsoft.com/office/drawing/2014/main" id="{A2C92572-F8D7-44A2-9D57-45E262873BB0}"/>
                </a:ext>
              </a:extLst>
            </p:cNvPr>
            <p:cNvSpPr/>
            <p:nvPr/>
          </p:nvSpPr>
          <p:spPr>
            <a:xfrm>
              <a:off x="24312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4" name="Vrije vorm: vorm 193">
              <a:extLst>
                <a:ext uri="{FF2B5EF4-FFF2-40B4-BE49-F238E27FC236}">
                  <a16:creationId xmlns:a16="http://schemas.microsoft.com/office/drawing/2014/main" id="{EB4332FB-9BEE-4210-ADF6-1A74B1ED2CB5}"/>
                </a:ext>
              </a:extLst>
            </p:cNvPr>
            <p:cNvSpPr/>
            <p:nvPr/>
          </p:nvSpPr>
          <p:spPr>
            <a:xfrm>
              <a:off x="38219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5" name="Vrije vorm: vorm 194">
              <a:extLst>
                <a:ext uri="{FF2B5EF4-FFF2-40B4-BE49-F238E27FC236}">
                  <a16:creationId xmlns:a16="http://schemas.microsoft.com/office/drawing/2014/main" id="{B93E0225-17F2-4084-9801-80F75B2958FA}"/>
                </a:ext>
              </a:extLst>
            </p:cNvPr>
            <p:cNvSpPr/>
            <p:nvPr/>
          </p:nvSpPr>
          <p:spPr>
            <a:xfrm>
              <a:off x="38219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6" name="Vrije vorm: vorm 195">
              <a:extLst>
                <a:ext uri="{FF2B5EF4-FFF2-40B4-BE49-F238E27FC236}">
                  <a16:creationId xmlns:a16="http://schemas.microsoft.com/office/drawing/2014/main" id="{3AD07331-36A6-421A-8E9A-547F75B78B3B}"/>
                </a:ext>
              </a:extLst>
            </p:cNvPr>
            <p:cNvSpPr/>
            <p:nvPr/>
          </p:nvSpPr>
          <p:spPr>
            <a:xfrm>
              <a:off x="38219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7" name="Vrije vorm: vorm 196">
              <a:extLst>
                <a:ext uri="{FF2B5EF4-FFF2-40B4-BE49-F238E27FC236}">
                  <a16:creationId xmlns:a16="http://schemas.microsoft.com/office/drawing/2014/main" id="{FF7BB381-288F-4A37-8BC1-C179199E33DB}"/>
                </a:ext>
              </a:extLst>
            </p:cNvPr>
            <p:cNvSpPr/>
            <p:nvPr/>
          </p:nvSpPr>
          <p:spPr>
            <a:xfrm>
              <a:off x="38219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8" name="Vrije vorm: vorm 197">
              <a:extLst>
                <a:ext uri="{FF2B5EF4-FFF2-40B4-BE49-F238E27FC236}">
                  <a16:creationId xmlns:a16="http://schemas.microsoft.com/office/drawing/2014/main" id="{9D36DF80-7790-4E85-AE98-3A408ECDED22}"/>
                </a:ext>
              </a:extLst>
            </p:cNvPr>
            <p:cNvSpPr/>
            <p:nvPr/>
          </p:nvSpPr>
          <p:spPr>
            <a:xfrm>
              <a:off x="38219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199" name="Vrije vorm: vorm 198">
              <a:extLst>
                <a:ext uri="{FF2B5EF4-FFF2-40B4-BE49-F238E27FC236}">
                  <a16:creationId xmlns:a16="http://schemas.microsoft.com/office/drawing/2014/main" id="{E7E2E3D6-C555-46A7-83AE-449EECD859CC}"/>
                </a:ext>
              </a:extLst>
            </p:cNvPr>
            <p:cNvSpPr/>
            <p:nvPr/>
          </p:nvSpPr>
          <p:spPr>
            <a:xfrm>
              <a:off x="38219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0" name="Vrije vorm: vorm 199">
              <a:extLst>
                <a:ext uri="{FF2B5EF4-FFF2-40B4-BE49-F238E27FC236}">
                  <a16:creationId xmlns:a16="http://schemas.microsoft.com/office/drawing/2014/main" id="{139EB61E-32AD-43B0-A56F-52E4E28A315C}"/>
                </a:ext>
              </a:extLst>
            </p:cNvPr>
            <p:cNvSpPr/>
            <p:nvPr/>
          </p:nvSpPr>
          <p:spPr>
            <a:xfrm>
              <a:off x="38219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1" name="Vrije vorm: vorm 200">
              <a:extLst>
                <a:ext uri="{FF2B5EF4-FFF2-40B4-BE49-F238E27FC236}">
                  <a16:creationId xmlns:a16="http://schemas.microsoft.com/office/drawing/2014/main" id="{3086C5A4-5E29-4518-87C8-1FA0CAE4150A}"/>
                </a:ext>
              </a:extLst>
            </p:cNvPr>
            <p:cNvSpPr/>
            <p:nvPr/>
          </p:nvSpPr>
          <p:spPr>
            <a:xfrm>
              <a:off x="38219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2" name="Vrije vorm: vorm 201">
              <a:extLst>
                <a:ext uri="{FF2B5EF4-FFF2-40B4-BE49-F238E27FC236}">
                  <a16:creationId xmlns:a16="http://schemas.microsoft.com/office/drawing/2014/main" id="{46C5339E-AB25-4978-8E9C-B3C2531EC88F}"/>
                </a:ext>
              </a:extLst>
            </p:cNvPr>
            <p:cNvSpPr/>
            <p:nvPr/>
          </p:nvSpPr>
          <p:spPr>
            <a:xfrm>
              <a:off x="38219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3" name="Vrije vorm: vorm 202">
              <a:extLst>
                <a:ext uri="{FF2B5EF4-FFF2-40B4-BE49-F238E27FC236}">
                  <a16:creationId xmlns:a16="http://schemas.microsoft.com/office/drawing/2014/main" id="{020EA7C7-EAA6-4C71-B729-64732A5C581B}"/>
                </a:ext>
              </a:extLst>
            </p:cNvPr>
            <p:cNvSpPr/>
            <p:nvPr/>
          </p:nvSpPr>
          <p:spPr>
            <a:xfrm>
              <a:off x="38219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4" name="Vrije vorm: vorm 203">
              <a:extLst>
                <a:ext uri="{FF2B5EF4-FFF2-40B4-BE49-F238E27FC236}">
                  <a16:creationId xmlns:a16="http://schemas.microsoft.com/office/drawing/2014/main" id="{E5244770-65CB-4917-A6BD-5684F23CEC98}"/>
                </a:ext>
              </a:extLst>
            </p:cNvPr>
            <p:cNvSpPr/>
            <p:nvPr/>
          </p:nvSpPr>
          <p:spPr>
            <a:xfrm>
              <a:off x="38219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5" name="Vrije vorm: vorm 204">
              <a:extLst>
                <a:ext uri="{FF2B5EF4-FFF2-40B4-BE49-F238E27FC236}">
                  <a16:creationId xmlns:a16="http://schemas.microsoft.com/office/drawing/2014/main" id="{C6DBA397-4E63-4985-BBAA-69C197879DDC}"/>
                </a:ext>
              </a:extLst>
            </p:cNvPr>
            <p:cNvSpPr/>
            <p:nvPr/>
          </p:nvSpPr>
          <p:spPr>
            <a:xfrm>
              <a:off x="38219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6" name="Vrije vorm: vorm 205">
              <a:extLst>
                <a:ext uri="{FF2B5EF4-FFF2-40B4-BE49-F238E27FC236}">
                  <a16:creationId xmlns:a16="http://schemas.microsoft.com/office/drawing/2014/main" id="{15F003C3-8CCA-44E9-A537-88A5318E3A58}"/>
                </a:ext>
              </a:extLst>
            </p:cNvPr>
            <p:cNvSpPr/>
            <p:nvPr/>
          </p:nvSpPr>
          <p:spPr>
            <a:xfrm>
              <a:off x="52125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7" name="Vrije vorm: vorm 206">
              <a:extLst>
                <a:ext uri="{FF2B5EF4-FFF2-40B4-BE49-F238E27FC236}">
                  <a16:creationId xmlns:a16="http://schemas.microsoft.com/office/drawing/2014/main" id="{793F9362-7536-4184-8AD1-13DC3CF55525}"/>
                </a:ext>
              </a:extLst>
            </p:cNvPr>
            <p:cNvSpPr/>
            <p:nvPr/>
          </p:nvSpPr>
          <p:spPr>
            <a:xfrm>
              <a:off x="52125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8" name="Vrije vorm: vorm 207">
              <a:extLst>
                <a:ext uri="{FF2B5EF4-FFF2-40B4-BE49-F238E27FC236}">
                  <a16:creationId xmlns:a16="http://schemas.microsoft.com/office/drawing/2014/main" id="{1797BBD5-DBF5-4821-BC13-134F4B742E74}"/>
                </a:ext>
              </a:extLst>
            </p:cNvPr>
            <p:cNvSpPr/>
            <p:nvPr/>
          </p:nvSpPr>
          <p:spPr>
            <a:xfrm>
              <a:off x="52125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09" name="Vrije vorm: vorm 208">
              <a:extLst>
                <a:ext uri="{FF2B5EF4-FFF2-40B4-BE49-F238E27FC236}">
                  <a16:creationId xmlns:a16="http://schemas.microsoft.com/office/drawing/2014/main" id="{E63B1547-139D-4E61-A6FF-E8DF1C73DF67}"/>
                </a:ext>
              </a:extLst>
            </p:cNvPr>
            <p:cNvSpPr/>
            <p:nvPr/>
          </p:nvSpPr>
          <p:spPr>
            <a:xfrm>
              <a:off x="52125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0" name="Vrije vorm: vorm 209">
              <a:extLst>
                <a:ext uri="{FF2B5EF4-FFF2-40B4-BE49-F238E27FC236}">
                  <a16:creationId xmlns:a16="http://schemas.microsoft.com/office/drawing/2014/main" id="{E1321F02-540A-4188-BD25-6B26E347D251}"/>
                </a:ext>
              </a:extLst>
            </p:cNvPr>
            <p:cNvSpPr/>
            <p:nvPr/>
          </p:nvSpPr>
          <p:spPr>
            <a:xfrm>
              <a:off x="52125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1" name="Vrije vorm: vorm 210">
              <a:extLst>
                <a:ext uri="{FF2B5EF4-FFF2-40B4-BE49-F238E27FC236}">
                  <a16:creationId xmlns:a16="http://schemas.microsoft.com/office/drawing/2014/main" id="{8AE1F77D-89BA-49BD-B5F6-D1D8FA420BB9}"/>
                </a:ext>
              </a:extLst>
            </p:cNvPr>
            <p:cNvSpPr/>
            <p:nvPr/>
          </p:nvSpPr>
          <p:spPr>
            <a:xfrm>
              <a:off x="52125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2" name="Vrije vorm: vorm 211">
              <a:extLst>
                <a:ext uri="{FF2B5EF4-FFF2-40B4-BE49-F238E27FC236}">
                  <a16:creationId xmlns:a16="http://schemas.microsoft.com/office/drawing/2014/main" id="{59287451-C612-464E-9C13-0A88B9F4C4AB}"/>
                </a:ext>
              </a:extLst>
            </p:cNvPr>
            <p:cNvSpPr/>
            <p:nvPr/>
          </p:nvSpPr>
          <p:spPr>
            <a:xfrm>
              <a:off x="52125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3" name="Vrije vorm: vorm 212">
              <a:extLst>
                <a:ext uri="{FF2B5EF4-FFF2-40B4-BE49-F238E27FC236}">
                  <a16:creationId xmlns:a16="http://schemas.microsoft.com/office/drawing/2014/main" id="{7C5C4F3D-241A-4EDC-9A4B-8B56C2D6E120}"/>
                </a:ext>
              </a:extLst>
            </p:cNvPr>
            <p:cNvSpPr/>
            <p:nvPr/>
          </p:nvSpPr>
          <p:spPr>
            <a:xfrm>
              <a:off x="52125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4" name="Vrije vorm: vorm 213">
              <a:extLst>
                <a:ext uri="{FF2B5EF4-FFF2-40B4-BE49-F238E27FC236}">
                  <a16:creationId xmlns:a16="http://schemas.microsoft.com/office/drawing/2014/main" id="{815F0A0A-F8FD-4E1D-8DBA-0C62D7CC2ED3}"/>
                </a:ext>
              </a:extLst>
            </p:cNvPr>
            <p:cNvSpPr/>
            <p:nvPr/>
          </p:nvSpPr>
          <p:spPr>
            <a:xfrm>
              <a:off x="52125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5" name="Vrije vorm: vorm 214">
              <a:extLst>
                <a:ext uri="{FF2B5EF4-FFF2-40B4-BE49-F238E27FC236}">
                  <a16:creationId xmlns:a16="http://schemas.microsoft.com/office/drawing/2014/main" id="{1D15493A-63D5-4610-94A8-1D841C235B47}"/>
                </a:ext>
              </a:extLst>
            </p:cNvPr>
            <p:cNvSpPr/>
            <p:nvPr/>
          </p:nvSpPr>
          <p:spPr>
            <a:xfrm>
              <a:off x="52125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6" name="Vrije vorm: vorm 215">
              <a:extLst>
                <a:ext uri="{FF2B5EF4-FFF2-40B4-BE49-F238E27FC236}">
                  <a16:creationId xmlns:a16="http://schemas.microsoft.com/office/drawing/2014/main" id="{1F0A4721-57CA-407A-86AD-742855631F0A}"/>
                </a:ext>
              </a:extLst>
            </p:cNvPr>
            <p:cNvSpPr/>
            <p:nvPr/>
          </p:nvSpPr>
          <p:spPr>
            <a:xfrm>
              <a:off x="52125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7" name="Vrije vorm: vorm 216">
              <a:extLst>
                <a:ext uri="{FF2B5EF4-FFF2-40B4-BE49-F238E27FC236}">
                  <a16:creationId xmlns:a16="http://schemas.microsoft.com/office/drawing/2014/main" id="{2EE89D6D-CABF-435D-9317-40DA8ED7ABC1}"/>
                </a:ext>
              </a:extLst>
            </p:cNvPr>
            <p:cNvSpPr/>
            <p:nvPr/>
          </p:nvSpPr>
          <p:spPr>
            <a:xfrm>
              <a:off x="52125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8" name="Vrije vorm: vorm 217">
              <a:extLst>
                <a:ext uri="{FF2B5EF4-FFF2-40B4-BE49-F238E27FC236}">
                  <a16:creationId xmlns:a16="http://schemas.microsoft.com/office/drawing/2014/main" id="{0BF7581F-74B7-4E19-A9F4-CC02C34CC7E9}"/>
                </a:ext>
              </a:extLst>
            </p:cNvPr>
            <p:cNvSpPr/>
            <p:nvPr/>
          </p:nvSpPr>
          <p:spPr>
            <a:xfrm>
              <a:off x="66032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19" name="Vrije vorm: vorm 218">
              <a:extLst>
                <a:ext uri="{FF2B5EF4-FFF2-40B4-BE49-F238E27FC236}">
                  <a16:creationId xmlns:a16="http://schemas.microsoft.com/office/drawing/2014/main" id="{B1AD4A4A-49D0-46BF-849A-1A6A3CC392CB}"/>
                </a:ext>
              </a:extLst>
            </p:cNvPr>
            <p:cNvSpPr/>
            <p:nvPr/>
          </p:nvSpPr>
          <p:spPr>
            <a:xfrm>
              <a:off x="66032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0" name="Vrije vorm: vorm 219">
              <a:extLst>
                <a:ext uri="{FF2B5EF4-FFF2-40B4-BE49-F238E27FC236}">
                  <a16:creationId xmlns:a16="http://schemas.microsoft.com/office/drawing/2014/main" id="{3A42FA4A-7FE0-4704-BDB8-238F187C36D0}"/>
                </a:ext>
              </a:extLst>
            </p:cNvPr>
            <p:cNvSpPr/>
            <p:nvPr/>
          </p:nvSpPr>
          <p:spPr>
            <a:xfrm>
              <a:off x="66032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1" name="Vrije vorm: vorm 220">
              <a:extLst>
                <a:ext uri="{FF2B5EF4-FFF2-40B4-BE49-F238E27FC236}">
                  <a16:creationId xmlns:a16="http://schemas.microsoft.com/office/drawing/2014/main" id="{E662FE9A-2DE4-4F36-A35D-992FE01D24E7}"/>
                </a:ext>
              </a:extLst>
            </p:cNvPr>
            <p:cNvSpPr/>
            <p:nvPr/>
          </p:nvSpPr>
          <p:spPr>
            <a:xfrm>
              <a:off x="66032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2" name="Vrije vorm: vorm 221">
              <a:extLst>
                <a:ext uri="{FF2B5EF4-FFF2-40B4-BE49-F238E27FC236}">
                  <a16:creationId xmlns:a16="http://schemas.microsoft.com/office/drawing/2014/main" id="{B150B04B-342B-4377-AEBB-B317ED4AC32D}"/>
                </a:ext>
              </a:extLst>
            </p:cNvPr>
            <p:cNvSpPr/>
            <p:nvPr/>
          </p:nvSpPr>
          <p:spPr>
            <a:xfrm>
              <a:off x="66032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3" name="Vrije vorm: vorm 222">
              <a:extLst>
                <a:ext uri="{FF2B5EF4-FFF2-40B4-BE49-F238E27FC236}">
                  <a16:creationId xmlns:a16="http://schemas.microsoft.com/office/drawing/2014/main" id="{921631A7-1936-4C30-8858-C3D6A4B3BB6C}"/>
                </a:ext>
              </a:extLst>
            </p:cNvPr>
            <p:cNvSpPr/>
            <p:nvPr/>
          </p:nvSpPr>
          <p:spPr>
            <a:xfrm>
              <a:off x="66032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4" name="Vrije vorm: vorm 223">
              <a:extLst>
                <a:ext uri="{FF2B5EF4-FFF2-40B4-BE49-F238E27FC236}">
                  <a16:creationId xmlns:a16="http://schemas.microsoft.com/office/drawing/2014/main" id="{12262A95-CB74-4F15-817D-705EBA84AA77}"/>
                </a:ext>
              </a:extLst>
            </p:cNvPr>
            <p:cNvSpPr/>
            <p:nvPr/>
          </p:nvSpPr>
          <p:spPr>
            <a:xfrm>
              <a:off x="66032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5" name="Vrije vorm: vorm 224">
              <a:extLst>
                <a:ext uri="{FF2B5EF4-FFF2-40B4-BE49-F238E27FC236}">
                  <a16:creationId xmlns:a16="http://schemas.microsoft.com/office/drawing/2014/main" id="{14EF9739-70DA-4D80-86B2-F24D073F288F}"/>
                </a:ext>
              </a:extLst>
            </p:cNvPr>
            <p:cNvSpPr/>
            <p:nvPr/>
          </p:nvSpPr>
          <p:spPr>
            <a:xfrm>
              <a:off x="66032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6" name="Vrije vorm: vorm 225">
              <a:extLst>
                <a:ext uri="{FF2B5EF4-FFF2-40B4-BE49-F238E27FC236}">
                  <a16:creationId xmlns:a16="http://schemas.microsoft.com/office/drawing/2014/main" id="{A33150B7-CDF3-4E5B-84E9-D946405BCB90}"/>
                </a:ext>
              </a:extLst>
            </p:cNvPr>
            <p:cNvSpPr/>
            <p:nvPr/>
          </p:nvSpPr>
          <p:spPr>
            <a:xfrm>
              <a:off x="66032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7" name="Vrije vorm: vorm 226">
              <a:extLst>
                <a:ext uri="{FF2B5EF4-FFF2-40B4-BE49-F238E27FC236}">
                  <a16:creationId xmlns:a16="http://schemas.microsoft.com/office/drawing/2014/main" id="{31037E07-93C3-45D7-9A6B-EB47AFDD527D}"/>
                </a:ext>
              </a:extLst>
            </p:cNvPr>
            <p:cNvSpPr/>
            <p:nvPr/>
          </p:nvSpPr>
          <p:spPr>
            <a:xfrm>
              <a:off x="66032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8" name="Vrije vorm: vorm 227">
              <a:extLst>
                <a:ext uri="{FF2B5EF4-FFF2-40B4-BE49-F238E27FC236}">
                  <a16:creationId xmlns:a16="http://schemas.microsoft.com/office/drawing/2014/main" id="{1B0B00C7-EB32-4F07-814B-4CE22FF3F070}"/>
                </a:ext>
              </a:extLst>
            </p:cNvPr>
            <p:cNvSpPr/>
            <p:nvPr/>
          </p:nvSpPr>
          <p:spPr>
            <a:xfrm>
              <a:off x="66032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29" name="Vrije vorm: vorm 228">
              <a:extLst>
                <a:ext uri="{FF2B5EF4-FFF2-40B4-BE49-F238E27FC236}">
                  <a16:creationId xmlns:a16="http://schemas.microsoft.com/office/drawing/2014/main" id="{A2EBA371-9949-4EAF-A654-5DBDF963E9E5}"/>
                </a:ext>
              </a:extLst>
            </p:cNvPr>
            <p:cNvSpPr/>
            <p:nvPr/>
          </p:nvSpPr>
          <p:spPr>
            <a:xfrm>
              <a:off x="66032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0" name="Vrije vorm: vorm 229">
              <a:extLst>
                <a:ext uri="{FF2B5EF4-FFF2-40B4-BE49-F238E27FC236}">
                  <a16:creationId xmlns:a16="http://schemas.microsoft.com/office/drawing/2014/main" id="{1D4F4521-E59C-409B-BE0E-C9D5AEDC2A8F}"/>
                </a:ext>
              </a:extLst>
            </p:cNvPr>
            <p:cNvSpPr/>
            <p:nvPr/>
          </p:nvSpPr>
          <p:spPr>
            <a:xfrm>
              <a:off x="79938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1" name="Vrije vorm: vorm 230">
              <a:extLst>
                <a:ext uri="{FF2B5EF4-FFF2-40B4-BE49-F238E27FC236}">
                  <a16:creationId xmlns:a16="http://schemas.microsoft.com/office/drawing/2014/main" id="{FFE49938-73CD-4832-8C49-3D82E7F6ED56}"/>
                </a:ext>
              </a:extLst>
            </p:cNvPr>
            <p:cNvSpPr/>
            <p:nvPr/>
          </p:nvSpPr>
          <p:spPr>
            <a:xfrm>
              <a:off x="79938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2" name="Vrije vorm: vorm 231">
              <a:extLst>
                <a:ext uri="{FF2B5EF4-FFF2-40B4-BE49-F238E27FC236}">
                  <a16:creationId xmlns:a16="http://schemas.microsoft.com/office/drawing/2014/main" id="{0F486BF9-F68A-49D5-906C-5568892D0886}"/>
                </a:ext>
              </a:extLst>
            </p:cNvPr>
            <p:cNvSpPr/>
            <p:nvPr/>
          </p:nvSpPr>
          <p:spPr>
            <a:xfrm>
              <a:off x="79938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3" name="Vrije vorm: vorm 232">
              <a:extLst>
                <a:ext uri="{FF2B5EF4-FFF2-40B4-BE49-F238E27FC236}">
                  <a16:creationId xmlns:a16="http://schemas.microsoft.com/office/drawing/2014/main" id="{2AFA228E-9C1A-4808-B110-207F17359D21}"/>
                </a:ext>
              </a:extLst>
            </p:cNvPr>
            <p:cNvSpPr/>
            <p:nvPr/>
          </p:nvSpPr>
          <p:spPr>
            <a:xfrm>
              <a:off x="79938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4" name="Vrije vorm: vorm 233">
              <a:extLst>
                <a:ext uri="{FF2B5EF4-FFF2-40B4-BE49-F238E27FC236}">
                  <a16:creationId xmlns:a16="http://schemas.microsoft.com/office/drawing/2014/main" id="{30436F4A-77D5-45D6-ABF3-465239315E63}"/>
                </a:ext>
              </a:extLst>
            </p:cNvPr>
            <p:cNvSpPr/>
            <p:nvPr/>
          </p:nvSpPr>
          <p:spPr>
            <a:xfrm>
              <a:off x="79938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5" name="Vrije vorm: vorm 234">
              <a:extLst>
                <a:ext uri="{FF2B5EF4-FFF2-40B4-BE49-F238E27FC236}">
                  <a16:creationId xmlns:a16="http://schemas.microsoft.com/office/drawing/2014/main" id="{6A3EC34F-07B3-4782-BF8D-19004113AB70}"/>
                </a:ext>
              </a:extLst>
            </p:cNvPr>
            <p:cNvSpPr/>
            <p:nvPr/>
          </p:nvSpPr>
          <p:spPr>
            <a:xfrm>
              <a:off x="79938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6" name="Vrije vorm: vorm 235">
              <a:extLst>
                <a:ext uri="{FF2B5EF4-FFF2-40B4-BE49-F238E27FC236}">
                  <a16:creationId xmlns:a16="http://schemas.microsoft.com/office/drawing/2014/main" id="{D4290E9C-DF79-4EE5-AEAC-AAF203C6B663}"/>
                </a:ext>
              </a:extLst>
            </p:cNvPr>
            <p:cNvSpPr/>
            <p:nvPr/>
          </p:nvSpPr>
          <p:spPr>
            <a:xfrm>
              <a:off x="79938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7" name="Vrije vorm: vorm 236">
              <a:extLst>
                <a:ext uri="{FF2B5EF4-FFF2-40B4-BE49-F238E27FC236}">
                  <a16:creationId xmlns:a16="http://schemas.microsoft.com/office/drawing/2014/main" id="{8F41F57B-9C00-47EA-9E23-DE35868286B5}"/>
                </a:ext>
              </a:extLst>
            </p:cNvPr>
            <p:cNvSpPr/>
            <p:nvPr/>
          </p:nvSpPr>
          <p:spPr>
            <a:xfrm>
              <a:off x="79938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8" name="Vrije vorm: vorm 237">
              <a:extLst>
                <a:ext uri="{FF2B5EF4-FFF2-40B4-BE49-F238E27FC236}">
                  <a16:creationId xmlns:a16="http://schemas.microsoft.com/office/drawing/2014/main" id="{9BC7717F-A995-417E-A827-2A3ADD92EEF9}"/>
                </a:ext>
              </a:extLst>
            </p:cNvPr>
            <p:cNvSpPr/>
            <p:nvPr/>
          </p:nvSpPr>
          <p:spPr>
            <a:xfrm>
              <a:off x="79938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39" name="Vrije vorm: vorm 238">
              <a:extLst>
                <a:ext uri="{FF2B5EF4-FFF2-40B4-BE49-F238E27FC236}">
                  <a16:creationId xmlns:a16="http://schemas.microsoft.com/office/drawing/2014/main" id="{5B5D8E0C-EC79-4F1F-9744-A5BA8291FF69}"/>
                </a:ext>
              </a:extLst>
            </p:cNvPr>
            <p:cNvSpPr/>
            <p:nvPr/>
          </p:nvSpPr>
          <p:spPr>
            <a:xfrm>
              <a:off x="79938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0" name="Vrije vorm: vorm 239">
              <a:extLst>
                <a:ext uri="{FF2B5EF4-FFF2-40B4-BE49-F238E27FC236}">
                  <a16:creationId xmlns:a16="http://schemas.microsoft.com/office/drawing/2014/main" id="{8162E9CB-F784-4F64-9770-F42016C04329}"/>
                </a:ext>
              </a:extLst>
            </p:cNvPr>
            <p:cNvSpPr/>
            <p:nvPr/>
          </p:nvSpPr>
          <p:spPr>
            <a:xfrm>
              <a:off x="79938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1" name="Vrije vorm: vorm 240">
              <a:extLst>
                <a:ext uri="{FF2B5EF4-FFF2-40B4-BE49-F238E27FC236}">
                  <a16:creationId xmlns:a16="http://schemas.microsoft.com/office/drawing/2014/main" id="{7A17B65B-88AE-40C2-ACA8-B2FE38B0839B}"/>
                </a:ext>
              </a:extLst>
            </p:cNvPr>
            <p:cNvSpPr/>
            <p:nvPr/>
          </p:nvSpPr>
          <p:spPr>
            <a:xfrm>
              <a:off x="79938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2" name="Vrije vorm: vorm 241">
              <a:extLst>
                <a:ext uri="{FF2B5EF4-FFF2-40B4-BE49-F238E27FC236}">
                  <a16:creationId xmlns:a16="http://schemas.microsoft.com/office/drawing/2014/main" id="{0D175333-BA59-43F8-A2B5-64FC41B9D237}"/>
                </a:ext>
              </a:extLst>
            </p:cNvPr>
            <p:cNvSpPr/>
            <p:nvPr/>
          </p:nvSpPr>
          <p:spPr>
            <a:xfrm>
              <a:off x="93845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3" name="Vrije vorm: vorm 242">
              <a:extLst>
                <a:ext uri="{FF2B5EF4-FFF2-40B4-BE49-F238E27FC236}">
                  <a16:creationId xmlns:a16="http://schemas.microsoft.com/office/drawing/2014/main" id="{199281A4-F139-4CB2-A7C8-8DB737FC596A}"/>
                </a:ext>
              </a:extLst>
            </p:cNvPr>
            <p:cNvSpPr/>
            <p:nvPr/>
          </p:nvSpPr>
          <p:spPr>
            <a:xfrm>
              <a:off x="93845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4" name="Vrije vorm: vorm 243">
              <a:extLst>
                <a:ext uri="{FF2B5EF4-FFF2-40B4-BE49-F238E27FC236}">
                  <a16:creationId xmlns:a16="http://schemas.microsoft.com/office/drawing/2014/main" id="{BEB2514B-CA36-4E88-88CB-EE2F29C56450}"/>
                </a:ext>
              </a:extLst>
            </p:cNvPr>
            <p:cNvSpPr/>
            <p:nvPr/>
          </p:nvSpPr>
          <p:spPr>
            <a:xfrm>
              <a:off x="93845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5" name="Vrije vorm: vorm 244">
              <a:extLst>
                <a:ext uri="{FF2B5EF4-FFF2-40B4-BE49-F238E27FC236}">
                  <a16:creationId xmlns:a16="http://schemas.microsoft.com/office/drawing/2014/main" id="{54F13D69-07CF-44C5-9505-0A59A32116BC}"/>
                </a:ext>
              </a:extLst>
            </p:cNvPr>
            <p:cNvSpPr/>
            <p:nvPr/>
          </p:nvSpPr>
          <p:spPr>
            <a:xfrm>
              <a:off x="93845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6" name="Vrije vorm: vorm 245">
              <a:extLst>
                <a:ext uri="{FF2B5EF4-FFF2-40B4-BE49-F238E27FC236}">
                  <a16:creationId xmlns:a16="http://schemas.microsoft.com/office/drawing/2014/main" id="{3C7CD5EC-B6DF-4DDA-8683-B42999021E21}"/>
                </a:ext>
              </a:extLst>
            </p:cNvPr>
            <p:cNvSpPr/>
            <p:nvPr/>
          </p:nvSpPr>
          <p:spPr>
            <a:xfrm>
              <a:off x="93845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7" name="Vrije vorm: vorm 246">
              <a:extLst>
                <a:ext uri="{FF2B5EF4-FFF2-40B4-BE49-F238E27FC236}">
                  <a16:creationId xmlns:a16="http://schemas.microsoft.com/office/drawing/2014/main" id="{8D9AD9E3-E25A-4320-9EF4-344AAAD0E122}"/>
                </a:ext>
              </a:extLst>
            </p:cNvPr>
            <p:cNvSpPr/>
            <p:nvPr/>
          </p:nvSpPr>
          <p:spPr>
            <a:xfrm>
              <a:off x="93845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8" name="Vrije vorm: vorm 247">
              <a:extLst>
                <a:ext uri="{FF2B5EF4-FFF2-40B4-BE49-F238E27FC236}">
                  <a16:creationId xmlns:a16="http://schemas.microsoft.com/office/drawing/2014/main" id="{1724857A-B13B-453C-85DB-A187E4C0C014}"/>
                </a:ext>
              </a:extLst>
            </p:cNvPr>
            <p:cNvSpPr/>
            <p:nvPr/>
          </p:nvSpPr>
          <p:spPr>
            <a:xfrm>
              <a:off x="93845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49" name="Vrije vorm: vorm 248">
              <a:extLst>
                <a:ext uri="{FF2B5EF4-FFF2-40B4-BE49-F238E27FC236}">
                  <a16:creationId xmlns:a16="http://schemas.microsoft.com/office/drawing/2014/main" id="{88DD47F0-CFB3-481A-985A-4FE1623C30C9}"/>
                </a:ext>
              </a:extLst>
            </p:cNvPr>
            <p:cNvSpPr/>
            <p:nvPr/>
          </p:nvSpPr>
          <p:spPr>
            <a:xfrm>
              <a:off x="93845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0" name="Vrije vorm: vorm 249">
              <a:extLst>
                <a:ext uri="{FF2B5EF4-FFF2-40B4-BE49-F238E27FC236}">
                  <a16:creationId xmlns:a16="http://schemas.microsoft.com/office/drawing/2014/main" id="{2589F8E3-DF89-4FFF-B019-29AFAAED92FB}"/>
                </a:ext>
              </a:extLst>
            </p:cNvPr>
            <p:cNvSpPr/>
            <p:nvPr/>
          </p:nvSpPr>
          <p:spPr>
            <a:xfrm>
              <a:off x="93845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1" name="Vrije vorm: vorm 250">
              <a:extLst>
                <a:ext uri="{FF2B5EF4-FFF2-40B4-BE49-F238E27FC236}">
                  <a16:creationId xmlns:a16="http://schemas.microsoft.com/office/drawing/2014/main" id="{7C4DA9BE-7C7B-43EB-853D-099B25532167}"/>
                </a:ext>
              </a:extLst>
            </p:cNvPr>
            <p:cNvSpPr/>
            <p:nvPr/>
          </p:nvSpPr>
          <p:spPr>
            <a:xfrm>
              <a:off x="93845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2" name="Vrije vorm: vorm 251">
              <a:extLst>
                <a:ext uri="{FF2B5EF4-FFF2-40B4-BE49-F238E27FC236}">
                  <a16:creationId xmlns:a16="http://schemas.microsoft.com/office/drawing/2014/main" id="{226C6566-A96D-4E30-B19E-E8B572A972A6}"/>
                </a:ext>
              </a:extLst>
            </p:cNvPr>
            <p:cNvSpPr/>
            <p:nvPr/>
          </p:nvSpPr>
          <p:spPr>
            <a:xfrm>
              <a:off x="93845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3" name="Vrije vorm: vorm 252">
              <a:extLst>
                <a:ext uri="{FF2B5EF4-FFF2-40B4-BE49-F238E27FC236}">
                  <a16:creationId xmlns:a16="http://schemas.microsoft.com/office/drawing/2014/main" id="{E245DFD3-9BBD-4F1A-B544-12271DE877B2}"/>
                </a:ext>
              </a:extLst>
            </p:cNvPr>
            <p:cNvSpPr/>
            <p:nvPr/>
          </p:nvSpPr>
          <p:spPr>
            <a:xfrm>
              <a:off x="93845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4" name="Vrije vorm: vorm 253">
              <a:extLst>
                <a:ext uri="{FF2B5EF4-FFF2-40B4-BE49-F238E27FC236}">
                  <a16:creationId xmlns:a16="http://schemas.microsoft.com/office/drawing/2014/main" id="{D95161EA-24AD-48DD-9372-44675E835550}"/>
                </a:ext>
              </a:extLst>
            </p:cNvPr>
            <p:cNvSpPr/>
            <p:nvPr/>
          </p:nvSpPr>
          <p:spPr>
            <a:xfrm>
              <a:off x="107751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5" name="Vrije vorm: vorm 254">
              <a:extLst>
                <a:ext uri="{FF2B5EF4-FFF2-40B4-BE49-F238E27FC236}">
                  <a16:creationId xmlns:a16="http://schemas.microsoft.com/office/drawing/2014/main" id="{CBD13926-04E9-4D88-ADCA-9BF422736EDC}"/>
                </a:ext>
              </a:extLst>
            </p:cNvPr>
            <p:cNvSpPr/>
            <p:nvPr/>
          </p:nvSpPr>
          <p:spPr>
            <a:xfrm>
              <a:off x="107751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6" name="Vrije vorm: vorm 255">
              <a:extLst>
                <a:ext uri="{FF2B5EF4-FFF2-40B4-BE49-F238E27FC236}">
                  <a16:creationId xmlns:a16="http://schemas.microsoft.com/office/drawing/2014/main" id="{ACB3FA1F-1790-496B-8A86-FD44BEA13282}"/>
                </a:ext>
              </a:extLst>
            </p:cNvPr>
            <p:cNvSpPr/>
            <p:nvPr/>
          </p:nvSpPr>
          <p:spPr>
            <a:xfrm>
              <a:off x="107751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7" name="Vrije vorm: vorm 256">
              <a:extLst>
                <a:ext uri="{FF2B5EF4-FFF2-40B4-BE49-F238E27FC236}">
                  <a16:creationId xmlns:a16="http://schemas.microsoft.com/office/drawing/2014/main" id="{CD8765C5-2D15-4B70-816C-2DF9D4A26093}"/>
                </a:ext>
              </a:extLst>
            </p:cNvPr>
            <p:cNvSpPr/>
            <p:nvPr/>
          </p:nvSpPr>
          <p:spPr>
            <a:xfrm>
              <a:off x="107751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8" name="Vrije vorm: vorm 257">
              <a:extLst>
                <a:ext uri="{FF2B5EF4-FFF2-40B4-BE49-F238E27FC236}">
                  <a16:creationId xmlns:a16="http://schemas.microsoft.com/office/drawing/2014/main" id="{7CFA7C81-72EF-442D-92CC-CDDFFE8648DA}"/>
                </a:ext>
              </a:extLst>
            </p:cNvPr>
            <p:cNvSpPr/>
            <p:nvPr/>
          </p:nvSpPr>
          <p:spPr>
            <a:xfrm>
              <a:off x="107751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59" name="Vrije vorm: vorm 258">
              <a:extLst>
                <a:ext uri="{FF2B5EF4-FFF2-40B4-BE49-F238E27FC236}">
                  <a16:creationId xmlns:a16="http://schemas.microsoft.com/office/drawing/2014/main" id="{33985638-E02B-47C8-A837-C5F8BDDBDCBD}"/>
                </a:ext>
              </a:extLst>
            </p:cNvPr>
            <p:cNvSpPr/>
            <p:nvPr/>
          </p:nvSpPr>
          <p:spPr>
            <a:xfrm>
              <a:off x="107751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0" name="Vrije vorm: vorm 259">
              <a:extLst>
                <a:ext uri="{FF2B5EF4-FFF2-40B4-BE49-F238E27FC236}">
                  <a16:creationId xmlns:a16="http://schemas.microsoft.com/office/drawing/2014/main" id="{748E75A6-EBE4-4D24-B51D-D8F61A8BC03F}"/>
                </a:ext>
              </a:extLst>
            </p:cNvPr>
            <p:cNvSpPr/>
            <p:nvPr/>
          </p:nvSpPr>
          <p:spPr>
            <a:xfrm>
              <a:off x="107751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1" name="Vrije vorm: vorm 260">
              <a:extLst>
                <a:ext uri="{FF2B5EF4-FFF2-40B4-BE49-F238E27FC236}">
                  <a16:creationId xmlns:a16="http://schemas.microsoft.com/office/drawing/2014/main" id="{6B00294F-4A25-4D23-94E1-6F0E33598E5A}"/>
                </a:ext>
              </a:extLst>
            </p:cNvPr>
            <p:cNvSpPr/>
            <p:nvPr/>
          </p:nvSpPr>
          <p:spPr>
            <a:xfrm>
              <a:off x="107751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2" name="Vrije vorm: vorm 261">
              <a:extLst>
                <a:ext uri="{FF2B5EF4-FFF2-40B4-BE49-F238E27FC236}">
                  <a16:creationId xmlns:a16="http://schemas.microsoft.com/office/drawing/2014/main" id="{94ED50B9-8C05-4F65-97B1-35B065E70EAB}"/>
                </a:ext>
              </a:extLst>
            </p:cNvPr>
            <p:cNvSpPr/>
            <p:nvPr/>
          </p:nvSpPr>
          <p:spPr>
            <a:xfrm>
              <a:off x="107751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3" name="Vrije vorm: vorm 262">
              <a:extLst>
                <a:ext uri="{FF2B5EF4-FFF2-40B4-BE49-F238E27FC236}">
                  <a16:creationId xmlns:a16="http://schemas.microsoft.com/office/drawing/2014/main" id="{EF0CC7DB-9979-4E90-8835-AA3B0EFDCBDD}"/>
                </a:ext>
              </a:extLst>
            </p:cNvPr>
            <p:cNvSpPr/>
            <p:nvPr/>
          </p:nvSpPr>
          <p:spPr>
            <a:xfrm>
              <a:off x="107751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4" name="Vrije vorm: vorm 263">
              <a:extLst>
                <a:ext uri="{FF2B5EF4-FFF2-40B4-BE49-F238E27FC236}">
                  <a16:creationId xmlns:a16="http://schemas.microsoft.com/office/drawing/2014/main" id="{6015355D-33D2-4E1D-8918-20E789D59A68}"/>
                </a:ext>
              </a:extLst>
            </p:cNvPr>
            <p:cNvSpPr/>
            <p:nvPr/>
          </p:nvSpPr>
          <p:spPr>
            <a:xfrm>
              <a:off x="107751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5" name="Vrije vorm: vorm 264">
              <a:extLst>
                <a:ext uri="{FF2B5EF4-FFF2-40B4-BE49-F238E27FC236}">
                  <a16:creationId xmlns:a16="http://schemas.microsoft.com/office/drawing/2014/main" id="{F01E6A87-05F9-438A-9FAA-A803531B4491}"/>
                </a:ext>
              </a:extLst>
            </p:cNvPr>
            <p:cNvSpPr/>
            <p:nvPr/>
          </p:nvSpPr>
          <p:spPr>
            <a:xfrm>
              <a:off x="107751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6" name="Vrije vorm: vorm 265">
              <a:extLst>
                <a:ext uri="{FF2B5EF4-FFF2-40B4-BE49-F238E27FC236}">
                  <a16:creationId xmlns:a16="http://schemas.microsoft.com/office/drawing/2014/main" id="{22AB7446-72D9-4C7B-85F8-1DC005F3C428}"/>
                </a:ext>
              </a:extLst>
            </p:cNvPr>
            <p:cNvSpPr/>
            <p:nvPr/>
          </p:nvSpPr>
          <p:spPr>
            <a:xfrm>
              <a:off x="121658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7" name="Vrije vorm: vorm 266">
              <a:extLst>
                <a:ext uri="{FF2B5EF4-FFF2-40B4-BE49-F238E27FC236}">
                  <a16:creationId xmlns:a16="http://schemas.microsoft.com/office/drawing/2014/main" id="{E9F73508-DB02-48FC-AB7A-3F0588C03F3A}"/>
                </a:ext>
              </a:extLst>
            </p:cNvPr>
            <p:cNvSpPr/>
            <p:nvPr/>
          </p:nvSpPr>
          <p:spPr>
            <a:xfrm>
              <a:off x="121658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8" name="Vrije vorm: vorm 267">
              <a:extLst>
                <a:ext uri="{FF2B5EF4-FFF2-40B4-BE49-F238E27FC236}">
                  <a16:creationId xmlns:a16="http://schemas.microsoft.com/office/drawing/2014/main" id="{7B0E439F-9C0F-439A-A3DF-549D2934FD37}"/>
                </a:ext>
              </a:extLst>
            </p:cNvPr>
            <p:cNvSpPr/>
            <p:nvPr/>
          </p:nvSpPr>
          <p:spPr>
            <a:xfrm>
              <a:off x="121658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69" name="Vrije vorm: vorm 268">
              <a:extLst>
                <a:ext uri="{FF2B5EF4-FFF2-40B4-BE49-F238E27FC236}">
                  <a16:creationId xmlns:a16="http://schemas.microsoft.com/office/drawing/2014/main" id="{080BDC9C-CAAF-419E-A180-50937D37C30B}"/>
                </a:ext>
              </a:extLst>
            </p:cNvPr>
            <p:cNvSpPr/>
            <p:nvPr/>
          </p:nvSpPr>
          <p:spPr>
            <a:xfrm>
              <a:off x="121658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0" name="Vrije vorm: vorm 269">
              <a:extLst>
                <a:ext uri="{FF2B5EF4-FFF2-40B4-BE49-F238E27FC236}">
                  <a16:creationId xmlns:a16="http://schemas.microsoft.com/office/drawing/2014/main" id="{614D0A52-7F45-45F6-91A1-2D61A3506347}"/>
                </a:ext>
              </a:extLst>
            </p:cNvPr>
            <p:cNvSpPr/>
            <p:nvPr/>
          </p:nvSpPr>
          <p:spPr>
            <a:xfrm>
              <a:off x="121658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1" name="Vrije vorm: vorm 270">
              <a:extLst>
                <a:ext uri="{FF2B5EF4-FFF2-40B4-BE49-F238E27FC236}">
                  <a16:creationId xmlns:a16="http://schemas.microsoft.com/office/drawing/2014/main" id="{D22BC105-797F-425A-9CAF-2622037CD94E}"/>
                </a:ext>
              </a:extLst>
            </p:cNvPr>
            <p:cNvSpPr/>
            <p:nvPr/>
          </p:nvSpPr>
          <p:spPr>
            <a:xfrm>
              <a:off x="121658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2" name="Vrije vorm: vorm 271">
              <a:extLst>
                <a:ext uri="{FF2B5EF4-FFF2-40B4-BE49-F238E27FC236}">
                  <a16:creationId xmlns:a16="http://schemas.microsoft.com/office/drawing/2014/main" id="{1804B6FC-AD3C-433B-ABFC-122C7F1A50B1}"/>
                </a:ext>
              </a:extLst>
            </p:cNvPr>
            <p:cNvSpPr/>
            <p:nvPr/>
          </p:nvSpPr>
          <p:spPr>
            <a:xfrm>
              <a:off x="121658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3" name="Vrije vorm: vorm 272">
              <a:extLst>
                <a:ext uri="{FF2B5EF4-FFF2-40B4-BE49-F238E27FC236}">
                  <a16:creationId xmlns:a16="http://schemas.microsoft.com/office/drawing/2014/main" id="{87910B5A-D3F0-400D-8C8F-B197C2E0315B}"/>
                </a:ext>
              </a:extLst>
            </p:cNvPr>
            <p:cNvSpPr/>
            <p:nvPr/>
          </p:nvSpPr>
          <p:spPr>
            <a:xfrm>
              <a:off x="121658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4" name="Vrije vorm: vorm 273">
              <a:extLst>
                <a:ext uri="{FF2B5EF4-FFF2-40B4-BE49-F238E27FC236}">
                  <a16:creationId xmlns:a16="http://schemas.microsoft.com/office/drawing/2014/main" id="{11C2B0BB-92CF-4850-AC2A-DAD9F53565B0}"/>
                </a:ext>
              </a:extLst>
            </p:cNvPr>
            <p:cNvSpPr/>
            <p:nvPr/>
          </p:nvSpPr>
          <p:spPr>
            <a:xfrm>
              <a:off x="121658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5" name="Vrije vorm: vorm 274">
              <a:extLst>
                <a:ext uri="{FF2B5EF4-FFF2-40B4-BE49-F238E27FC236}">
                  <a16:creationId xmlns:a16="http://schemas.microsoft.com/office/drawing/2014/main" id="{D95FEFB3-6BBF-4F88-AEC1-2C039BF40197}"/>
                </a:ext>
              </a:extLst>
            </p:cNvPr>
            <p:cNvSpPr/>
            <p:nvPr/>
          </p:nvSpPr>
          <p:spPr>
            <a:xfrm>
              <a:off x="121658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6" name="Vrije vorm: vorm 275">
              <a:extLst>
                <a:ext uri="{FF2B5EF4-FFF2-40B4-BE49-F238E27FC236}">
                  <a16:creationId xmlns:a16="http://schemas.microsoft.com/office/drawing/2014/main" id="{8B5243DF-2F27-4383-B5B1-AC6B3AEE3D8D}"/>
                </a:ext>
              </a:extLst>
            </p:cNvPr>
            <p:cNvSpPr/>
            <p:nvPr/>
          </p:nvSpPr>
          <p:spPr>
            <a:xfrm>
              <a:off x="121658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7" name="Vrije vorm: vorm 276">
              <a:extLst>
                <a:ext uri="{FF2B5EF4-FFF2-40B4-BE49-F238E27FC236}">
                  <a16:creationId xmlns:a16="http://schemas.microsoft.com/office/drawing/2014/main" id="{548C792A-C349-49EA-A56D-5FD40D9BDA4B}"/>
                </a:ext>
              </a:extLst>
            </p:cNvPr>
            <p:cNvSpPr/>
            <p:nvPr/>
          </p:nvSpPr>
          <p:spPr>
            <a:xfrm>
              <a:off x="121658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8" name="Vrije vorm: vorm 277">
              <a:extLst>
                <a:ext uri="{FF2B5EF4-FFF2-40B4-BE49-F238E27FC236}">
                  <a16:creationId xmlns:a16="http://schemas.microsoft.com/office/drawing/2014/main" id="{A879EFCB-22CB-4E1F-ADFB-B60FAB9EE839}"/>
                </a:ext>
              </a:extLst>
            </p:cNvPr>
            <p:cNvSpPr/>
            <p:nvPr/>
          </p:nvSpPr>
          <p:spPr>
            <a:xfrm>
              <a:off x="135564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79" name="Vrije vorm: vorm 278">
              <a:extLst>
                <a:ext uri="{FF2B5EF4-FFF2-40B4-BE49-F238E27FC236}">
                  <a16:creationId xmlns:a16="http://schemas.microsoft.com/office/drawing/2014/main" id="{DEEEEDD9-0D85-47C2-BCCC-3C4EE2B0E771}"/>
                </a:ext>
              </a:extLst>
            </p:cNvPr>
            <p:cNvSpPr/>
            <p:nvPr/>
          </p:nvSpPr>
          <p:spPr>
            <a:xfrm>
              <a:off x="135564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0" name="Vrije vorm: vorm 279">
              <a:extLst>
                <a:ext uri="{FF2B5EF4-FFF2-40B4-BE49-F238E27FC236}">
                  <a16:creationId xmlns:a16="http://schemas.microsoft.com/office/drawing/2014/main" id="{84DB55BE-4CCF-4D52-9478-755AA7EC98C1}"/>
                </a:ext>
              </a:extLst>
            </p:cNvPr>
            <p:cNvSpPr/>
            <p:nvPr/>
          </p:nvSpPr>
          <p:spPr>
            <a:xfrm>
              <a:off x="135564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1" name="Vrije vorm: vorm 280">
              <a:extLst>
                <a:ext uri="{FF2B5EF4-FFF2-40B4-BE49-F238E27FC236}">
                  <a16:creationId xmlns:a16="http://schemas.microsoft.com/office/drawing/2014/main" id="{AF2D2390-9B86-4896-9EA7-9612FB85711E}"/>
                </a:ext>
              </a:extLst>
            </p:cNvPr>
            <p:cNvSpPr/>
            <p:nvPr/>
          </p:nvSpPr>
          <p:spPr>
            <a:xfrm>
              <a:off x="135564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2" name="Vrije vorm: vorm 281">
              <a:extLst>
                <a:ext uri="{FF2B5EF4-FFF2-40B4-BE49-F238E27FC236}">
                  <a16:creationId xmlns:a16="http://schemas.microsoft.com/office/drawing/2014/main" id="{4C0E7423-BF43-4725-980A-34FA014FA767}"/>
                </a:ext>
              </a:extLst>
            </p:cNvPr>
            <p:cNvSpPr/>
            <p:nvPr/>
          </p:nvSpPr>
          <p:spPr>
            <a:xfrm>
              <a:off x="135564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3" name="Vrije vorm: vorm 282">
              <a:extLst>
                <a:ext uri="{FF2B5EF4-FFF2-40B4-BE49-F238E27FC236}">
                  <a16:creationId xmlns:a16="http://schemas.microsoft.com/office/drawing/2014/main" id="{71966838-9EB8-47F9-AB63-3DAC5496CFFD}"/>
                </a:ext>
              </a:extLst>
            </p:cNvPr>
            <p:cNvSpPr/>
            <p:nvPr/>
          </p:nvSpPr>
          <p:spPr>
            <a:xfrm>
              <a:off x="135564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4" name="Vrije vorm: vorm 283">
              <a:extLst>
                <a:ext uri="{FF2B5EF4-FFF2-40B4-BE49-F238E27FC236}">
                  <a16:creationId xmlns:a16="http://schemas.microsoft.com/office/drawing/2014/main" id="{6AB90869-2B00-4821-B200-44A5D5F5C40E}"/>
                </a:ext>
              </a:extLst>
            </p:cNvPr>
            <p:cNvSpPr/>
            <p:nvPr/>
          </p:nvSpPr>
          <p:spPr>
            <a:xfrm>
              <a:off x="135564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5" name="Vrije vorm: vorm 284">
              <a:extLst>
                <a:ext uri="{FF2B5EF4-FFF2-40B4-BE49-F238E27FC236}">
                  <a16:creationId xmlns:a16="http://schemas.microsoft.com/office/drawing/2014/main" id="{30B4F58A-33DA-46AC-B0C1-520F115FE70D}"/>
                </a:ext>
              </a:extLst>
            </p:cNvPr>
            <p:cNvSpPr/>
            <p:nvPr/>
          </p:nvSpPr>
          <p:spPr>
            <a:xfrm>
              <a:off x="135564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6" name="Vrije vorm: vorm 285">
              <a:extLst>
                <a:ext uri="{FF2B5EF4-FFF2-40B4-BE49-F238E27FC236}">
                  <a16:creationId xmlns:a16="http://schemas.microsoft.com/office/drawing/2014/main" id="{88A4FB4B-8224-44D2-A337-154B8A71A1E5}"/>
                </a:ext>
              </a:extLst>
            </p:cNvPr>
            <p:cNvSpPr/>
            <p:nvPr/>
          </p:nvSpPr>
          <p:spPr>
            <a:xfrm>
              <a:off x="135564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7" name="Vrije vorm: vorm 286">
              <a:extLst>
                <a:ext uri="{FF2B5EF4-FFF2-40B4-BE49-F238E27FC236}">
                  <a16:creationId xmlns:a16="http://schemas.microsoft.com/office/drawing/2014/main" id="{04172D06-37CB-4AD6-B377-F54981178485}"/>
                </a:ext>
              </a:extLst>
            </p:cNvPr>
            <p:cNvSpPr/>
            <p:nvPr/>
          </p:nvSpPr>
          <p:spPr>
            <a:xfrm>
              <a:off x="135564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8" name="Vrije vorm: vorm 287">
              <a:extLst>
                <a:ext uri="{FF2B5EF4-FFF2-40B4-BE49-F238E27FC236}">
                  <a16:creationId xmlns:a16="http://schemas.microsoft.com/office/drawing/2014/main" id="{CD898590-9A56-48D1-83CE-790914020D3F}"/>
                </a:ext>
              </a:extLst>
            </p:cNvPr>
            <p:cNvSpPr/>
            <p:nvPr/>
          </p:nvSpPr>
          <p:spPr>
            <a:xfrm>
              <a:off x="135564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89" name="Vrije vorm: vorm 288">
              <a:extLst>
                <a:ext uri="{FF2B5EF4-FFF2-40B4-BE49-F238E27FC236}">
                  <a16:creationId xmlns:a16="http://schemas.microsoft.com/office/drawing/2014/main" id="{83B32B6C-144A-4AF2-9C19-F2110782CDC5}"/>
                </a:ext>
              </a:extLst>
            </p:cNvPr>
            <p:cNvSpPr/>
            <p:nvPr/>
          </p:nvSpPr>
          <p:spPr>
            <a:xfrm>
              <a:off x="135564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0" name="Vrije vorm: vorm 289">
              <a:extLst>
                <a:ext uri="{FF2B5EF4-FFF2-40B4-BE49-F238E27FC236}">
                  <a16:creationId xmlns:a16="http://schemas.microsoft.com/office/drawing/2014/main" id="{0949DD4B-4317-4669-BE85-9057F5C61DAC}"/>
                </a:ext>
              </a:extLst>
            </p:cNvPr>
            <p:cNvSpPr/>
            <p:nvPr/>
          </p:nvSpPr>
          <p:spPr>
            <a:xfrm>
              <a:off x="1494710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1" name="Vrije vorm: vorm 290">
              <a:extLst>
                <a:ext uri="{FF2B5EF4-FFF2-40B4-BE49-F238E27FC236}">
                  <a16:creationId xmlns:a16="http://schemas.microsoft.com/office/drawing/2014/main" id="{91C36D88-0E9E-4B86-B70B-112F890140AE}"/>
                </a:ext>
              </a:extLst>
            </p:cNvPr>
            <p:cNvSpPr/>
            <p:nvPr/>
          </p:nvSpPr>
          <p:spPr>
            <a:xfrm>
              <a:off x="1494710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2" name="Vrije vorm: vorm 291">
              <a:extLst>
                <a:ext uri="{FF2B5EF4-FFF2-40B4-BE49-F238E27FC236}">
                  <a16:creationId xmlns:a16="http://schemas.microsoft.com/office/drawing/2014/main" id="{493A8652-94EC-44F5-8832-0E5B52078664}"/>
                </a:ext>
              </a:extLst>
            </p:cNvPr>
            <p:cNvSpPr/>
            <p:nvPr/>
          </p:nvSpPr>
          <p:spPr>
            <a:xfrm>
              <a:off x="1494710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3" name="Vrije vorm: vorm 292">
              <a:extLst>
                <a:ext uri="{FF2B5EF4-FFF2-40B4-BE49-F238E27FC236}">
                  <a16:creationId xmlns:a16="http://schemas.microsoft.com/office/drawing/2014/main" id="{0775AFEE-9B42-4F99-94B5-5967161B6914}"/>
                </a:ext>
              </a:extLst>
            </p:cNvPr>
            <p:cNvSpPr/>
            <p:nvPr/>
          </p:nvSpPr>
          <p:spPr>
            <a:xfrm>
              <a:off x="1494710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4" name="Vrije vorm: vorm 293">
              <a:extLst>
                <a:ext uri="{FF2B5EF4-FFF2-40B4-BE49-F238E27FC236}">
                  <a16:creationId xmlns:a16="http://schemas.microsoft.com/office/drawing/2014/main" id="{74130020-E86E-44F2-942D-581737FC0148}"/>
                </a:ext>
              </a:extLst>
            </p:cNvPr>
            <p:cNvSpPr/>
            <p:nvPr/>
          </p:nvSpPr>
          <p:spPr>
            <a:xfrm>
              <a:off x="1494710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5" name="Vrije vorm: vorm 294">
              <a:extLst>
                <a:ext uri="{FF2B5EF4-FFF2-40B4-BE49-F238E27FC236}">
                  <a16:creationId xmlns:a16="http://schemas.microsoft.com/office/drawing/2014/main" id="{7CE82AFB-AE7D-49D8-B23D-F0816063C2FF}"/>
                </a:ext>
              </a:extLst>
            </p:cNvPr>
            <p:cNvSpPr/>
            <p:nvPr/>
          </p:nvSpPr>
          <p:spPr>
            <a:xfrm>
              <a:off x="1494710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6" name="Vrije vorm: vorm 295">
              <a:extLst>
                <a:ext uri="{FF2B5EF4-FFF2-40B4-BE49-F238E27FC236}">
                  <a16:creationId xmlns:a16="http://schemas.microsoft.com/office/drawing/2014/main" id="{D0DF6A50-1F7E-409C-B554-2D46D99BE9FF}"/>
                </a:ext>
              </a:extLst>
            </p:cNvPr>
            <p:cNvSpPr/>
            <p:nvPr/>
          </p:nvSpPr>
          <p:spPr>
            <a:xfrm>
              <a:off x="1494710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7" name="Vrije vorm: vorm 296">
              <a:extLst>
                <a:ext uri="{FF2B5EF4-FFF2-40B4-BE49-F238E27FC236}">
                  <a16:creationId xmlns:a16="http://schemas.microsoft.com/office/drawing/2014/main" id="{27CC0782-9D09-4503-B890-52ADCF1FF117}"/>
                </a:ext>
              </a:extLst>
            </p:cNvPr>
            <p:cNvSpPr/>
            <p:nvPr/>
          </p:nvSpPr>
          <p:spPr>
            <a:xfrm>
              <a:off x="1494710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8" name="Vrije vorm: vorm 297">
              <a:extLst>
                <a:ext uri="{FF2B5EF4-FFF2-40B4-BE49-F238E27FC236}">
                  <a16:creationId xmlns:a16="http://schemas.microsoft.com/office/drawing/2014/main" id="{38057788-17E8-4311-B8BA-7B3427BE1535}"/>
                </a:ext>
              </a:extLst>
            </p:cNvPr>
            <p:cNvSpPr/>
            <p:nvPr/>
          </p:nvSpPr>
          <p:spPr>
            <a:xfrm>
              <a:off x="1494710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299" name="Vrije vorm: vorm 298">
              <a:extLst>
                <a:ext uri="{FF2B5EF4-FFF2-40B4-BE49-F238E27FC236}">
                  <a16:creationId xmlns:a16="http://schemas.microsoft.com/office/drawing/2014/main" id="{2F09411C-C36C-4181-9924-5337E3B5AADA}"/>
                </a:ext>
              </a:extLst>
            </p:cNvPr>
            <p:cNvSpPr/>
            <p:nvPr/>
          </p:nvSpPr>
          <p:spPr>
            <a:xfrm>
              <a:off x="1494710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0" name="Vrije vorm: vorm 299">
              <a:extLst>
                <a:ext uri="{FF2B5EF4-FFF2-40B4-BE49-F238E27FC236}">
                  <a16:creationId xmlns:a16="http://schemas.microsoft.com/office/drawing/2014/main" id="{FF54E9C0-3B3E-40B8-AA75-C9F0CBE9017C}"/>
                </a:ext>
              </a:extLst>
            </p:cNvPr>
            <p:cNvSpPr/>
            <p:nvPr/>
          </p:nvSpPr>
          <p:spPr>
            <a:xfrm>
              <a:off x="1494710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1" name="Vrije vorm: vorm 300">
              <a:extLst>
                <a:ext uri="{FF2B5EF4-FFF2-40B4-BE49-F238E27FC236}">
                  <a16:creationId xmlns:a16="http://schemas.microsoft.com/office/drawing/2014/main" id="{4F1990F5-C890-43BE-8EAA-2B4919084C48}"/>
                </a:ext>
              </a:extLst>
            </p:cNvPr>
            <p:cNvSpPr/>
            <p:nvPr/>
          </p:nvSpPr>
          <p:spPr>
            <a:xfrm>
              <a:off x="1494710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2" name="Vrije vorm: vorm 301">
              <a:extLst>
                <a:ext uri="{FF2B5EF4-FFF2-40B4-BE49-F238E27FC236}">
                  <a16:creationId xmlns:a16="http://schemas.microsoft.com/office/drawing/2014/main" id="{B0BB263B-B6E9-4194-BC3B-8E01BA8010ED}"/>
                </a:ext>
              </a:extLst>
            </p:cNvPr>
            <p:cNvSpPr/>
            <p:nvPr/>
          </p:nvSpPr>
          <p:spPr>
            <a:xfrm>
              <a:off x="16337756" y="9453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3" name="Vrije vorm: vorm 302">
              <a:extLst>
                <a:ext uri="{FF2B5EF4-FFF2-40B4-BE49-F238E27FC236}">
                  <a16:creationId xmlns:a16="http://schemas.microsoft.com/office/drawing/2014/main" id="{6EB579CC-67F4-4BF2-B7CA-8CF45EFEF164}"/>
                </a:ext>
              </a:extLst>
            </p:cNvPr>
            <p:cNvSpPr/>
            <p:nvPr/>
          </p:nvSpPr>
          <p:spPr>
            <a:xfrm>
              <a:off x="16337756" y="16406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4" name="Vrije vorm: vorm 303">
              <a:extLst>
                <a:ext uri="{FF2B5EF4-FFF2-40B4-BE49-F238E27FC236}">
                  <a16:creationId xmlns:a16="http://schemas.microsoft.com/office/drawing/2014/main" id="{768C3711-5C73-4CAD-A09B-8AD8D504CF6A}"/>
                </a:ext>
              </a:extLst>
            </p:cNvPr>
            <p:cNvSpPr/>
            <p:nvPr/>
          </p:nvSpPr>
          <p:spPr>
            <a:xfrm>
              <a:off x="16337756" y="23360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5" name="Vrije vorm: vorm 304">
              <a:extLst>
                <a:ext uri="{FF2B5EF4-FFF2-40B4-BE49-F238E27FC236}">
                  <a16:creationId xmlns:a16="http://schemas.microsoft.com/office/drawing/2014/main" id="{67BC1828-8DA8-46DC-A197-48196280F354}"/>
                </a:ext>
              </a:extLst>
            </p:cNvPr>
            <p:cNvSpPr/>
            <p:nvPr/>
          </p:nvSpPr>
          <p:spPr>
            <a:xfrm>
              <a:off x="16337756" y="30313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6" name="Vrije vorm: vorm 305">
              <a:extLst>
                <a:ext uri="{FF2B5EF4-FFF2-40B4-BE49-F238E27FC236}">
                  <a16:creationId xmlns:a16="http://schemas.microsoft.com/office/drawing/2014/main" id="{CFAD1716-2C85-40CD-8FD3-69A735B88467}"/>
                </a:ext>
              </a:extLst>
            </p:cNvPr>
            <p:cNvSpPr/>
            <p:nvPr/>
          </p:nvSpPr>
          <p:spPr>
            <a:xfrm>
              <a:off x="16337756" y="37266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7" name="Vrije vorm: vorm 306">
              <a:extLst>
                <a:ext uri="{FF2B5EF4-FFF2-40B4-BE49-F238E27FC236}">
                  <a16:creationId xmlns:a16="http://schemas.microsoft.com/office/drawing/2014/main" id="{E65EAAB6-E979-4D23-8011-C11F6740C397}"/>
                </a:ext>
              </a:extLst>
            </p:cNvPr>
            <p:cNvSpPr/>
            <p:nvPr/>
          </p:nvSpPr>
          <p:spPr>
            <a:xfrm>
              <a:off x="16337756" y="44219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8" name="Vrije vorm: vorm 307">
              <a:extLst>
                <a:ext uri="{FF2B5EF4-FFF2-40B4-BE49-F238E27FC236}">
                  <a16:creationId xmlns:a16="http://schemas.microsoft.com/office/drawing/2014/main" id="{DBAE8A15-9EE2-45A3-B633-3E8C2310F4C2}"/>
                </a:ext>
              </a:extLst>
            </p:cNvPr>
            <p:cNvSpPr/>
            <p:nvPr/>
          </p:nvSpPr>
          <p:spPr>
            <a:xfrm>
              <a:off x="16337756" y="51173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09" name="Vrije vorm: vorm 308">
              <a:extLst>
                <a:ext uri="{FF2B5EF4-FFF2-40B4-BE49-F238E27FC236}">
                  <a16:creationId xmlns:a16="http://schemas.microsoft.com/office/drawing/2014/main" id="{D753326B-8874-4E7C-AA7E-A545A47E3574}"/>
                </a:ext>
              </a:extLst>
            </p:cNvPr>
            <p:cNvSpPr/>
            <p:nvPr/>
          </p:nvSpPr>
          <p:spPr>
            <a:xfrm>
              <a:off x="16337756" y="58126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0" name="Vrije vorm: vorm 309">
              <a:extLst>
                <a:ext uri="{FF2B5EF4-FFF2-40B4-BE49-F238E27FC236}">
                  <a16:creationId xmlns:a16="http://schemas.microsoft.com/office/drawing/2014/main" id="{5DDD3B5E-6A57-497A-B6F4-B63BF165269B}"/>
                </a:ext>
              </a:extLst>
            </p:cNvPr>
            <p:cNvSpPr/>
            <p:nvPr/>
          </p:nvSpPr>
          <p:spPr>
            <a:xfrm>
              <a:off x="16337756" y="650795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1" name="Vrije vorm: vorm 310">
              <a:extLst>
                <a:ext uri="{FF2B5EF4-FFF2-40B4-BE49-F238E27FC236}">
                  <a16:creationId xmlns:a16="http://schemas.microsoft.com/office/drawing/2014/main" id="{3D08178D-F7D5-4D3A-9450-60366D69715B}"/>
                </a:ext>
              </a:extLst>
            </p:cNvPr>
            <p:cNvSpPr/>
            <p:nvPr/>
          </p:nvSpPr>
          <p:spPr>
            <a:xfrm>
              <a:off x="16337756" y="720328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2" name="Vrije vorm: vorm 311">
              <a:extLst>
                <a:ext uri="{FF2B5EF4-FFF2-40B4-BE49-F238E27FC236}">
                  <a16:creationId xmlns:a16="http://schemas.microsoft.com/office/drawing/2014/main" id="{EBF44C3E-9D51-4C63-B82B-3F96ADEDB96B}"/>
                </a:ext>
              </a:extLst>
            </p:cNvPr>
            <p:cNvSpPr/>
            <p:nvPr/>
          </p:nvSpPr>
          <p:spPr>
            <a:xfrm>
              <a:off x="16337756" y="7898606"/>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3" name="Vrije vorm: vorm 312">
              <a:extLst>
                <a:ext uri="{FF2B5EF4-FFF2-40B4-BE49-F238E27FC236}">
                  <a16:creationId xmlns:a16="http://schemas.microsoft.com/office/drawing/2014/main" id="{6BFC47CB-5B02-4DAB-A17E-F94EA310D04E}"/>
                </a:ext>
              </a:extLst>
            </p:cNvPr>
            <p:cNvSpPr/>
            <p:nvPr/>
          </p:nvSpPr>
          <p:spPr>
            <a:xfrm>
              <a:off x="16337756" y="8593931"/>
              <a:ext cx="1276350" cy="561975"/>
            </a:xfrm>
            <a:custGeom>
              <a:avLst/>
              <a:gdLst>
                <a:gd name="connsiteX0" fmla="*/ 7144 w 1276350"/>
                <a:gd name="connsiteY0" fmla="*/ 7144 h 561975"/>
                <a:gd name="connsiteX1" fmla="*/ 1273969 w 1276350"/>
                <a:gd name="connsiteY1" fmla="*/ 7144 h 561975"/>
                <a:gd name="connsiteX2" fmla="*/ 1273969 w 1276350"/>
                <a:gd name="connsiteY2" fmla="*/ 559594 h 561975"/>
                <a:gd name="connsiteX3" fmla="*/ 7144 w 12763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276350" h="561975">
                  <a:moveTo>
                    <a:pt x="7144" y="7144"/>
                  </a:moveTo>
                  <a:lnTo>
                    <a:pt x="1273969" y="7144"/>
                  </a:lnTo>
                  <a:lnTo>
                    <a:pt x="1273969"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sp>
          <p:nvSpPr>
            <p:cNvPr id="314" name="Vrije vorm: vorm 313">
              <a:extLst>
                <a:ext uri="{FF2B5EF4-FFF2-40B4-BE49-F238E27FC236}">
                  <a16:creationId xmlns:a16="http://schemas.microsoft.com/office/drawing/2014/main" id="{F19208B1-17AB-43B4-B0AD-E5828CAFAFB9}"/>
                </a:ext>
              </a:extLst>
            </p:cNvPr>
            <p:cNvSpPr/>
            <p:nvPr/>
          </p:nvSpPr>
          <p:spPr>
            <a:xfrm>
              <a:off x="-7144" y="9289256"/>
              <a:ext cx="17621250" cy="561975"/>
            </a:xfrm>
            <a:custGeom>
              <a:avLst/>
              <a:gdLst>
                <a:gd name="connsiteX0" fmla="*/ 7144 w 17621250"/>
                <a:gd name="connsiteY0" fmla="*/ 7144 h 561975"/>
                <a:gd name="connsiteX1" fmla="*/ 17618868 w 17621250"/>
                <a:gd name="connsiteY1" fmla="*/ 7144 h 561975"/>
                <a:gd name="connsiteX2" fmla="*/ 17618868 w 17621250"/>
                <a:gd name="connsiteY2" fmla="*/ 559594 h 561975"/>
                <a:gd name="connsiteX3" fmla="*/ 7144 w 17621250"/>
                <a:gd name="connsiteY3" fmla="*/ 559594 h 561975"/>
              </a:gdLst>
              <a:ahLst/>
              <a:cxnLst>
                <a:cxn ang="0">
                  <a:pos x="connsiteX0" y="connsiteY0"/>
                </a:cxn>
                <a:cxn ang="0">
                  <a:pos x="connsiteX1" y="connsiteY1"/>
                </a:cxn>
                <a:cxn ang="0">
                  <a:pos x="connsiteX2" y="connsiteY2"/>
                </a:cxn>
                <a:cxn ang="0">
                  <a:pos x="connsiteX3" y="connsiteY3"/>
                </a:cxn>
              </a:cxnLst>
              <a:rect l="l" t="t" r="r" b="b"/>
              <a:pathLst>
                <a:path w="17621250" h="561975">
                  <a:moveTo>
                    <a:pt x="7144" y="7144"/>
                  </a:moveTo>
                  <a:lnTo>
                    <a:pt x="17618868" y="7144"/>
                  </a:lnTo>
                  <a:lnTo>
                    <a:pt x="17618868" y="559594"/>
                  </a:lnTo>
                  <a:lnTo>
                    <a:pt x="7144" y="559594"/>
                  </a:lnTo>
                  <a:close/>
                </a:path>
              </a:pathLst>
            </a:custGeom>
            <a:grpFill/>
            <a:ln w="9525" cap="flat">
              <a:solidFill>
                <a:schemeClr val="bg1">
                  <a:lumMod val="65000"/>
                </a:schemeClr>
              </a:solidFill>
              <a:prstDash val="solid"/>
              <a:miter/>
            </a:ln>
          </p:spPr>
          <p:txBody>
            <a:bodyPr rtlCol="0" anchor="ctr"/>
            <a:lstStyle/>
            <a:p>
              <a:endParaRPr lang="nl-BE" sz="1200">
                <a:highlight>
                  <a:srgbClr val="FFFF00"/>
                </a:highlight>
              </a:endParaRPr>
            </a:p>
          </p:txBody>
        </p:sp>
      </p:grpSp>
      <p:pic>
        <p:nvPicPr>
          <p:cNvPr id="315" name="Graphic 314">
            <a:extLst>
              <a:ext uri="{FF2B5EF4-FFF2-40B4-BE49-F238E27FC236}">
                <a16:creationId xmlns:a16="http://schemas.microsoft.com/office/drawing/2014/main" id="{F02C931F-5CA2-4951-9406-1794839C7F32}"/>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660845" y="6097799"/>
            <a:ext cx="1227947" cy="629268"/>
          </a:xfrm>
          <a:prstGeom prst="rect">
            <a:avLst/>
          </a:prstGeom>
        </p:spPr>
      </p:pic>
      <p:sp>
        <p:nvSpPr>
          <p:cNvPr id="155" name="Rechthoek 154">
            <a:extLst>
              <a:ext uri="{FF2B5EF4-FFF2-40B4-BE49-F238E27FC236}">
                <a16:creationId xmlns:a16="http://schemas.microsoft.com/office/drawing/2014/main" id="{3006AA6B-15EB-4DBD-8F12-1BA7B403185D}"/>
              </a:ext>
            </a:extLst>
          </p:cNvPr>
          <p:cNvSpPr/>
          <p:nvPr/>
        </p:nvSpPr>
        <p:spPr>
          <a:xfrm>
            <a:off x="9238450" y="6205615"/>
            <a:ext cx="1143000" cy="3651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33" err="1"/>
              <a:t>Plaats</a:t>
            </a:r>
            <a:r>
              <a:rPr lang="en-US" sz="733"/>
              <a:t> logo </a:t>
            </a:r>
            <a:r>
              <a:rPr lang="en-US" sz="733" err="1"/>
              <a:t>hier</a:t>
            </a:r>
            <a:r>
              <a:rPr lang="en-US" sz="733"/>
              <a:t> in het </a:t>
            </a:r>
            <a:r>
              <a:rPr lang="en-US" sz="733" err="1"/>
              <a:t>diamodel</a:t>
            </a:r>
            <a:endParaRPr lang="nl-BE" sz="733"/>
          </a:p>
        </p:txBody>
      </p:sp>
    </p:spTree>
    <p:extLst>
      <p:ext uri="{BB962C8B-B14F-4D97-AF65-F5344CB8AC3E}">
        <p14:creationId xmlns:p14="http://schemas.microsoft.com/office/powerpoint/2010/main" val="3657433417"/>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798" r:id="rId22"/>
    <p:sldLayoutId id="2147483799" r:id="rId23"/>
    <p:sldLayoutId id="2147483800" r:id="rId24"/>
    <p:sldLayoutId id="2147483801" r:id="rId25"/>
    <p:sldLayoutId id="2147483802" r:id="rId26"/>
  </p:sldLayoutIdLst>
  <p:hf hdr="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60">
          <p15:clr>
            <a:srgbClr val="5ACBF0"/>
          </p15:clr>
        </p15:guide>
        <p15:guide id="2" pos="11094">
          <p15:clr>
            <a:srgbClr val="5ACBF0"/>
          </p15:clr>
        </p15:guide>
        <p15:guide id="3" pos="5877">
          <p15:clr>
            <a:srgbClr val="5ACBF0"/>
          </p15:clr>
        </p15:guide>
        <p15:guide id="4" orient="horz" pos="1475">
          <p15:clr>
            <a:srgbClr val="5ACBF0"/>
          </p15:clr>
        </p15:guide>
        <p15:guide id="5" orient="horz" pos="5327">
          <p15:clr>
            <a:srgbClr val="5ACBF0"/>
          </p15:clr>
        </p15:guide>
        <p15:guide id="6" orient="horz" pos="5765">
          <p15:clr>
            <a:srgbClr val="5ACBF0"/>
          </p15:clr>
        </p15:guide>
        <p15:guide id="7" orient="horz" pos="1037">
          <p15:clr>
            <a:srgbClr val="5ACBF0"/>
          </p15:clr>
        </p15:guide>
        <p15:guide id="8" orient="horz" pos="3392">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0.xml"/></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0.xml"/></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0.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0.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0.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0.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0.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0.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0.xml"/></Relationships>
</file>

<file path=ppt/slides/_rels/slide1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0.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0.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0.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60.xml"/></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0.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0.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7.png"/><Relationship Id="rId1" Type="http://schemas.openxmlformats.org/officeDocument/2006/relationships/slideLayout" Target="../slideLayouts/slideLayout60.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0.xml"/></Relationships>
</file>

<file path=ppt/slides/_rels/slide3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0.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0.xml"/></Relationships>
</file>

<file path=ppt/slides/_rels/slide3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0.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0.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0.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DDF8B-2304-7432-9D29-8B79B13537BB}"/>
              </a:ext>
            </a:extLst>
          </p:cNvPr>
          <p:cNvSpPr>
            <a:spLocks noGrp="1"/>
          </p:cNvSpPr>
          <p:nvPr>
            <p:ph type="ctrTitle"/>
          </p:nvPr>
        </p:nvSpPr>
        <p:spPr/>
        <p:txBody>
          <a:bodyPr/>
          <a:lstStyle/>
          <a:p>
            <a:r>
              <a:rPr lang="nl-BE" b="1"/>
              <a:t>Het Microsoft Identity Platform</a:t>
            </a:r>
            <a:endParaRPr lang="en-BE"/>
          </a:p>
        </p:txBody>
      </p:sp>
      <p:sp>
        <p:nvSpPr>
          <p:cNvPr id="3" name="Subtitle 2">
            <a:extLst>
              <a:ext uri="{FF2B5EF4-FFF2-40B4-BE49-F238E27FC236}">
                <a16:creationId xmlns:a16="http://schemas.microsoft.com/office/drawing/2014/main" id="{DBB65C0A-4136-2597-C3FB-D3EDFB737967}"/>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3226089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6C947BF-D2AC-BFBB-F713-1722B6EE7C60}"/>
              </a:ext>
            </a:extLst>
          </p:cNvPr>
          <p:cNvSpPr>
            <a:spLocks noGrp="1"/>
          </p:cNvSpPr>
          <p:nvPr>
            <p:ph type="body" sz="quarter" idx="17"/>
          </p:nvPr>
        </p:nvSpPr>
        <p:spPr/>
        <p:txBody>
          <a:bodyPr/>
          <a:lstStyle/>
          <a:p>
            <a:r>
              <a:rPr lang="nl-NL"/>
              <a:t>Microsoft Identity Platform is een </a:t>
            </a:r>
            <a:r>
              <a:rPr lang="nl-NL" b="1"/>
              <a:t>lidmaatschapssysteem</a:t>
            </a:r>
            <a:r>
              <a:rPr lang="nl-NL"/>
              <a:t> dat login-functionaliteit toevoegt aan .NET-apps.</a:t>
            </a:r>
          </a:p>
          <a:p>
            <a:endParaRPr lang="nl-NL"/>
          </a:p>
          <a:p>
            <a:r>
              <a:rPr lang="nl-NL" b="1"/>
              <a:t>Mogelijkheden:</a:t>
            </a:r>
            <a:endParaRPr lang="nl-NL"/>
          </a:p>
          <a:p>
            <a:pPr marL="342900" indent="-342900">
              <a:buFont typeface="Arial" panose="020B0604020202020204" pitchFamily="34" charset="0"/>
              <a:buChar char="•"/>
            </a:pPr>
            <a:r>
              <a:rPr lang="nl-NL"/>
              <a:t>Gebruikers maken een account aan met opgeslagen inloggegevens</a:t>
            </a:r>
          </a:p>
          <a:p>
            <a:pPr marL="342900" indent="-342900">
              <a:buFont typeface="Arial" panose="020B0604020202020204" pitchFamily="34" charset="0"/>
              <a:buChar char="•"/>
            </a:pPr>
            <a:r>
              <a:rPr lang="nl-NL"/>
              <a:t>Ondersteuning voor externe login providers (Facebook, Google, Microsoft, Twitter)</a:t>
            </a:r>
          </a:p>
          <a:p>
            <a:pPr marL="342900" indent="-342900">
              <a:buFont typeface="Arial" panose="020B0604020202020204" pitchFamily="34" charset="0"/>
              <a:buChar char="•"/>
            </a:pPr>
            <a:r>
              <a:rPr lang="nl-NL"/>
              <a:t>Opslag via SQL Server of alternatieven zoals Azure </a:t>
            </a:r>
            <a:r>
              <a:rPr lang="nl-NL" err="1"/>
              <a:t>Table</a:t>
            </a:r>
            <a:r>
              <a:rPr lang="nl-NL"/>
              <a:t> Storage</a:t>
            </a:r>
          </a:p>
          <a:p>
            <a:pPr marL="342900" indent="-342900">
              <a:buFont typeface="Arial" panose="020B0604020202020204" pitchFamily="34" charset="0"/>
              <a:buChar char="•"/>
            </a:pPr>
            <a:r>
              <a:rPr lang="nl-NL"/>
              <a:t>Volledig open source op GitHub</a:t>
            </a:r>
          </a:p>
          <a:p>
            <a:endParaRPr lang="en-BE"/>
          </a:p>
        </p:txBody>
      </p:sp>
      <p:sp>
        <p:nvSpPr>
          <p:cNvPr id="3" name="Title 2">
            <a:extLst>
              <a:ext uri="{FF2B5EF4-FFF2-40B4-BE49-F238E27FC236}">
                <a16:creationId xmlns:a16="http://schemas.microsoft.com/office/drawing/2014/main" id="{E8E41F77-A592-FF6D-E48F-0DC6C7DFC83F}"/>
              </a:ext>
            </a:extLst>
          </p:cNvPr>
          <p:cNvSpPr>
            <a:spLocks noGrp="1"/>
          </p:cNvSpPr>
          <p:nvPr>
            <p:ph type="title"/>
          </p:nvPr>
        </p:nvSpPr>
        <p:spPr/>
        <p:txBody>
          <a:bodyPr/>
          <a:lstStyle/>
          <a:p>
            <a:r>
              <a:rPr lang="nl-BE" b="1"/>
              <a:t>Wat is het?</a:t>
            </a:r>
            <a:endParaRPr lang="en-BE"/>
          </a:p>
        </p:txBody>
      </p:sp>
    </p:spTree>
    <p:extLst>
      <p:ext uri="{BB962C8B-B14F-4D97-AF65-F5344CB8AC3E}">
        <p14:creationId xmlns:p14="http://schemas.microsoft.com/office/powerpoint/2010/main" val="848039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AF64B-E865-B773-842B-6E3713A09E33}"/>
              </a:ext>
            </a:extLst>
          </p:cNvPr>
          <p:cNvSpPr>
            <a:spLocks noGrp="1"/>
          </p:cNvSpPr>
          <p:nvPr>
            <p:ph type="ctrTitle"/>
          </p:nvPr>
        </p:nvSpPr>
        <p:spPr/>
        <p:txBody>
          <a:bodyPr/>
          <a:lstStyle/>
          <a:p>
            <a:r>
              <a:rPr lang="nl-NL" b="1"/>
              <a:t>Identity configureren in een</a:t>
            </a:r>
            <a:br>
              <a:rPr lang="nl-NL" b="1"/>
            </a:br>
            <a:r>
              <a:rPr lang="nl-NL" b="1"/>
              <a:t>bestaand MVC project</a:t>
            </a:r>
            <a:endParaRPr lang="en-BE"/>
          </a:p>
        </p:txBody>
      </p:sp>
      <p:sp>
        <p:nvSpPr>
          <p:cNvPr id="3" name="Subtitle 2">
            <a:extLst>
              <a:ext uri="{FF2B5EF4-FFF2-40B4-BE49-F238E27FC236}">
                <a16:creationId xmlns:a16="http://schemas.microsoft.com/office/drawing/2014/main" id="{6384509C-CC4B-00CE-5BB7-3C5E4DE7EE57}"/>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1213084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6D745E-D052-1527-3812-981812C7DD80}"/>
              </a:ext>
            </a:extLst>
          </p:cNvPr>
          <p:cNvSpPr>
            <a:spLocks noGrp="1"/>
          </p:cNvSpPr>
          <p:nvPr>
            <p:ph type="body" sz="quarter" idx="17"/>
          </p:nvPr>
        </p:nvSpPr>
        <p:spPr/>
        <p:txBody>
          <a:bodyPr/>
          <a:lstStyle/>
          <a:p>
            <a:pPr marL="457200" indent="-457200">
              <a:buFont typeface="+mj-lt"/>
              <a:buAutoNum type="arabicPeriod"/>
            </a:pPr>
            <a:r>
              <a:rPr lang="nl-BE" err="1"/>
              <a:t>NuGet</a:t>
            </a:r>
            <a:r>
              <a:rPr lang="nl-BE"/>
              <a:t> packages installeren</a:t>
            </a:r>
          </a:p>
          <a:p>
            <a:pPr marL="457200" indent="-457200">
              <a:buFont typeface="+mj-lt"/>
              <a:buAutoNum type="arabicPeriod"/>
            </a:pPr>
            <a:r>
              <a:rPr lang="nl-BE" err="1"/>
              <a:t>DbContext</a:t>
            </a:r>
            <a:r>
              <a:rPr lang="nl-BE"/>
              <a:t> aanpassen</a:t>
            </a:r>
          </a:p>
          <a:p>
            <a:pPr marL="457200" indent="-457200">
              <a:buFont typeface="+mj-lt"/>
              <a:buAutoNum type="arabicPeriod"/>
            </a:pPr>
            <a:r>
              <a:rPr lang="nl-BE"/>
              <a:t>Identity registreren in </a:t>
            </a:r>
            <a:r>
              <a:rPr lang="nl-BE" err="1"/>
              <a:t>Program.cs</a:t>
            </a:r>
            <a:endParaRPr lang="nl-BE"/>
          </a:p>
          <a:p>
            <a:pPr marL="457200" indent="-457200">
              <a:buFont typeface="+mj-lt"/>
              <a:buAutoNum type="arabicPeriod"/>
            </a:pPr>
            <a:r>
              <a:rPr lang="nl-BE"/>
              <a:t>Migration genereren &amp; database updaten</a:t>
            </a:r>
          </a:p>
          <a:p>
            <a:pPr marL="457200" indent="-457200">
              <a:buFont typeface="+mj-lt"/>
              <a:buAutoNum type="arabicPeriod"/>
            </a:pPr>
            <a:r>
              <a:rPr lang="nl-BE" err="1"/>
              <a:t>IdentityUser</a:t>
            </a:r>
            <a:r>
              <a:rPr lang="nl-BE"/>
              <a:t> uitbreiden</a:t>
            </a:r>
          </a:p>
          <a:p>
            <a:endParaRPr lang="en-BE"/>
          </a:p>
        </p:txBody>
      </p:sp>
      <p:sp>
        <p:nvSpPr>
          <p:cNvPr id="3" name="Title 2">
            <a:extLst>
              <a:ext uri="{FF2B5EF4-FFF2-40B4-BE49-F238E27FC236}">
                <a16:creationId xmlns:a16="http://schemas.microsoft.com/office/drawing/2014/main" id="{9ECA83ED-BCDF-09A1-4FDD-7EA3DCF01305}"/>
              </a:ext>
            </a:extLst>
          </p:cNvPr>
          <p:cNvSpPr>
            <a:spLocks noGrp="1"/>
          </p:cNvSpPr>
          <p:nvPr>
            <p:ph type="title"/>
          </p:nvPr>
        </p:nvSpPr>
        <p:spPr/>
        <p:txBody>
          <a:bodyPr/>
          <a:lstStyle/>
          <a:p>
            <a:r>
              <a:rPr lang="en-US" err="1"/>
              <a:t>Stappenplan</a:t>
            </a:r>
            <a:endParaRPr lang="en-BE"/>
          </a:p>
        </p:txBody>
      </p:sp>
    </p:spTree>
    <p:extLst>
      <p:ext uri="{BB962C8B-B14F-4D97-AF65-F5344CB8AC3E}">
        <p14:creationId xmlns:p14="http://schemas.microsoft.com/office/powerpoint/2010/main" val="246158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A4CDDC-91E5-3DE1-AC08-4F050B67EB1F}"/>
              </a:ext>
            </a:extLst>
          </p:cNvPr>
          <p:cNvSpPr>
            <a:spLocks noGrp="1"/>
          </p:cNvSpPr>
          <p:nvPr>
            <p:ph type="body" sz="quarter" idx="17"/>
          </p:nvPr>
        </p:nvSpPr>
        <p:spPr/>
        <p:txBody>
          <a:bodyPr/>
          <a:lstStyle/>
          <a:p>
            <a:endParaRPr lang="en-US"/>
          </a:p>
          <a:p>
            <a:endParaRPr lang="en-US"/>
          </a:p>
          <a:p>
            <a:r>
              <a:rPr lang="en-US"/>
              <a:t>Zorg </a:t>
            </a:r>
            <a:r>
              <a:rPr lang="en-US" err="1"/>
              <a:t>voor</a:t>
            </a:r>
            <a:r>
              <a:rPr lang="en-US"/>
              <a:t> de </a:t>
            </a:r>
            <a:r>
              <a:rPr lang="en-US" err="1"/>
              <a:t>juiste</a:t>
            </a:r>
            <a:r>
              <a:rPr lang="en-US"/>
              <a:t> </a:t>
            </a:r>
            <a:r>
              <a:rPr lang="en-US" err="1"/>
              <a:t>versie</a:t>
            </a:r>
            <a:r>
              <a:rPr lang="en-US"/>
              <a:t> (</a:t>
            </a:r>
            <a:r>
              <a:rPr lang="en-US" err="1"/>
              <a:t>i.f.v.</a:t>
            </a:r>
            <a:r>
              <a:rPr lang="en-US"/>
              <a:t> je project </a:t>
            </a:r>
            <a:r>
              <a:rPr lang="en-US" err="1"/>
              <a:t>versie</a:t>
            </a:r>
            <a:r>
              <a:rPr lang="en-US"/>
              <a:t>)</a:t>
            </a:r>
            <a:endParaRPr lang="en-BE"/>
          </a:p>
        </p:txBody>
      </p:sp>
      <p:sp>
        <p:nvSpPr>
          <p:cNvPr id="3" name="Title 2">
            <a:extLst>
              <a:ext uri="{FF2B5EF4-FFF2-40B4-BE49-F238E27FC236}">
                <a16:creationId xmlns:a16="http://schemas.microsoft.com/office/drawing/2014/main" id="{F41C22B8-CAB4-7618-B0A2-E6D59CC562B9}"/>
              </a:ext>
            </a:extLst>
          </p:cNvPr>
          <p:cNvSpPr>
            <a:spLocks noGrp="1"/>
          </p:cNvSpPr>
          <p:nvPr>
            <p:ph type="title"/>
          </p:nvPr>
        </p:nvSpPr>
        <p:spPr/>
        <p:txBody>
          <a:bodyPr/>
          <a:lstStyle/>
          <a:p>
            <a:r>
              <a:rPr lang="en-US"/>
              <a:t>NuGet Package </a:t>
            </a:r>
            <a:r>
              <a:rPr lang="en-US" err="1"/>
              <a:t>installeren</a:t>
            </a:r>
            <a:endParaRPr lang="en-BE"/>
          </a:p>
        </p:txBody>
      </p:sp>
      <p:pic>
        <p:nvPicPr>
          <p:cNvPr id="5" name="Picture 4">
            <a:extLst>
              <a:ext uri="{FF2B5EF4-FFF2-40B4-BE49-F238E27FC236}">
                <a16:creationId xmlns:a16="http://schemas.microsoft.com/office/drawing/2014/main" id="{FDB8DB52-71BE-250B-3FF5-6FF3D9010880}"/>
              </a:ext>
            </a:extLst>
          </p:cNvPr>
          <p:cNvPicPr>
            <a:picLocks noChangeAspect="1"/>
          </p:cNvPicPr>
          <p:nvPr/>
        </p:nvPicPr>
        <p:blipFill>
          <a:blip r:embed="rId2"/>
          <a:stretch>
            <a:fillRect/>
          </a:stretch>
        </p:blipFill>
        <p:spPr>
          <a:xfrm>
            <a:off x="2356527" y="1569601"/>
            <a:ext cx="7787466" cy="680006"/>
          </a:xfrm>
          <a:prstGeom prst="rect">
            <a:avLst/>
          </a:prstGeom>
        </p:spPr>
      </p:pic>
    </p:spTree>
    <p:extLst>
      <p:ext uri="{BB962C8B-B14F-4D97-AF65-F5344CB8AC3E}">
        <p14:creationId xmlns:p14="http://schemas.microsoft.com/office/powerpoint/2010/main" val="1473402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2C0914-3450-ACE8-3F62-FA6D9D2E3EC6}"/>
              </a:ext>
            </a:extLst>
          </p:cNvPr>
          <p:cNvSpPr>
            <a:spLocks noGrp="1"/>
          </p:cNvSpPr>
          <p:nvPr>
            <p:ph type="body" sz="quarter" idx="17"/>
          </p:nvPr>
        </p:nvSpPr>
        <p:spPr/>
        <p:txBody>
          <a:bodyPr/>
          <a:lstStyle/>
          <a:p>
            <a:r>
              <a:rPr lang="nl-NL"/>
              <a:t>De bestaande </a:t>
            </a:r>
            <a:r>
              <a:rPr lang="nl-NL" err="1"/>
              <a:t>DbContext</a:t>
            </a:r>
            <a:r>
              <a:rPr lang="nl-NL"/>
              <a:t> moet overerven van </a:t>
            </a:r>
            <a:r>
              <a:rPr lang="nl-NL" b="1" err="1"/>
              <a:t>IdentityDbContext</a:t>
            </a:r>
            <a:r>
              <a:rPr lang="nl-NL"/>
              <a:t> in plaats van </a:t>
            </a:r>
            <a:r>
              <a:rPr lang="nl-NL" err="1"/>
              <a:t>DbContext</a:t>
            </a:r>
            <a:r>
              <a:rPr lang="nl-NL"/>
              <a:t>.</a:t>
            </a:r>
          </a:p>
          <a:p>
            <a:endParaRPr lang="nl-NL"/>
          </a:p>
          <a:p>
            <a:endParaRPr lang="nl-NL"/>
          </a:p>
          <a:p>
            <a:endParaRPr lang="nl-NL"/>
          </a:p>
          <a:p>
            <a:endParaRPr lang="nl-NL"/>
          </a:p>
          <a:p>
            <a:endParaRPr lang="nl-NL"/>
          </a:p>
          <a:p>
            <a:r>
              <a:rPr lang="nl-NL"/>
              <a:t>Door over te erven van </a:t>
            </a:r>
            <a:r>
              <a:rPr lang="nl-NL" b="1" err="1"/>
              <a:t>IdentityDbContext</a:t>
            </a:r>
            <a:r>
              <a:rPr lang="nl-NL"/>
              <a:t> worden alle Identity-tabellen (zoals </a:t>
            </a:r>
            <a:r>
              <a:rPr lang="nl-NL" err="1"/>
              <a:t>AspNetUsers</a:t>
            </a:r>
            <a:r>
              <a:rPr lang="nl-NL"/>
              <a:t>, </a:t>
            </a:r>
            <a:r>
              <a:rPr lang="nl-NL" err="1"/>
              <a:t>AspNetRoles</a:t>
            </a:r>
            <a:r>
              <a:rPr lang="nl-NL"/>
              <a:t>, etc.) toegevoegd aan je database.</a:t>
            </a:r>
            <a:endParaRPr lang="en-BE"/>
          </a:p>
        </p:txBody>
      </p:sp>
      <p:sp>
        <p:nvSpPr>
          <p:cNvPr id="3" name="Title 2">
            <a:extLst>
              <a:ext uri="{FF2B5EF4-FFF2-40B4-BE49-F238E27FC236}">
                <a16:creationId xmlns:a16="http://schemas.microsoft.com/office/drawing/2014/main" id="{1ACE4417-27BC-8618-8970-6E1E4BBB0212}"/>
              </a:ext>
            </a:extLst>
          </p:cNvPr>
          <p:cNvSpPr>
            <a:spLocks noGrp="1"/>
          </p:cNvSpPr>
          <p:nvPr>
            <p:ph type="title"/>
          </p:nvPr>
        </p:nvSpPr>
        <p:spPr/>
        <p:txBody>
          <a:bodyPr/>
          <a:lstStyle/>
          <a:p>
            <a:r>
              <a:rPr lang="en-US" err="1"/>
              <a:t>DbContext</a:t>
            </a:r>
            <a:r>
              <a:rPr lang="en-US"/>
              <a:t> </a:t>
            </a:r>
            <a:r>
              <a:rPr lang="en-US" err="1"/>
              <a:t>aanpassen</a:t>
            </a:r>
            <a:endParaRPr lang="en-BE"/>
          </a:p>
        </p:txBody>
      </p:sp>
      <p:pic>
        <p:nvPicPr>
          <p:cNvPr id="5" name="Picture 4">
            <a:extLst>
              <a:ext uri="{FF2B5EF4-FFF2-40B4-BE49-F238E27FC236}">
                <a16:creationId xmlns:a16="http://schemas.microsoft.com/office/drawing/2014/main" id="{88F6907F-84EB-68EE-C891-71E029E60978}"/>
              </a:ext>
            </a:extLst>
          </p:cNvPr>
          <p:cNvPicPr>
            <a:picLocks noChangeAspect="1"/>
          </p:cNvPicPr>
          <p:nvPr/>
        </p:nvPicPr>
        <p:blipFill>
          <a:blip r:embed="rId2"/>
          <a:stretch>
            <a:fillRect/>
          </a:stretch>
        </p:blipFill>
        <p:spPr>
          <a:xfrm>
            <a:off x="3223811" y="2652604"/>
            <a:ext cx="5744377" cy="1552792"/>
          </a:xfrm>
          <a:prstGeom prst="rect">
            <a:avLst/>
          </a:prstGeom>
        </p:spPr>
      </p:pic>
    </p:spTree>
    <p:extLst>
      <p:ext uri="{BB962C8B-B14F-4D97-AF65-F5344CB8AC3E}">
        <p14:creationId xmlns:p14="http://schemas.microsoft.com/office/powerpoint/2010/main" val="1696735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88347A-E20A-3826-732B-2A023FAD9519}"/>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3A371A7D-922C-778C-7129-9AC605FE25AF}"/>
              </a:ext>
            </a:extLst>
          </p:cNvPr>
          <p:cNvSpPr>
            <a:spLocks noGrp="1"/>
          </p:cNvSpPr>
          <p:nvPr>
            <p:ph type="title"/>
          </p:nvPr>
        </p:nvSpPr>
        <p:spPr/>
        <p:txBody>
          <a:bodyPr/>
          <a:lstStyle/>
          <a:p>
            <a:r>
              <a:rPr lang="en-US"/>
              <a:t>Identity </a:t>
            </a:r>
            <a:r>
              <a:rPr lang="en-US" err="1"/>
              <a:t>registreren</a:t>
            </a:r>
            <a:r>
              <a:rPr lang="en-US"/>
              <a:t> in </a:t>
            </a:r>
            <a:r>
              <a:rPr lang="en-US" err="1"/>
              <a:t>Program.cs</a:t>
            </a:r>
            <a:endParaRPr lang="en-BE"/>
          </a:p>
        </p:txBody>
      </p:sp>
      <p:pic>
        <p:nvPicPr>
          <p:cNvPr id="5" name="Picture 4">
            <a:extLst>
              <a:ext uri="{FF2B5EF4-FFF2-40B4-BE49-F238E27FC236}">
                <a16:creationId xmlns:a16="http://schemas.microsoft.com/office/drawing/2014/main" id="{6C20A452-AE29-CB5F-7D11-AFE4754D7DD1}"/>
              </a:ext>
            </a:extLst>
          </p:cNvPr>
          <p:cNvPicPr>
            <a:picLocks noChangeAspect="1"/>
          </p:cNvPicPr>
          <p:nvPr/>
        </p:nvPicPr>
        <p:blipFill>
          <a:blip r:embed="rId2"/>
          <a:stretch>
            <a:fillRect/>
          </a:stretch>
        </p:blipFill>
        <p:spPr>
          <a:xfrm>
            <a:off x="2656995" y="1376076"/>
            <a:ext cx="6878010" cy="4105848"/>
          </a:xfrm>
          <a:prstGeom prst="rect">
            <a:avLst/>
          </a:prstGeom>
        </p:spPr>
      </p:pic>
    </p:spTree>
    <p:extLst>
      <p:ext uri="{BB962C8B-B14F-4D97-AF65-F5344CB8AC3E}">
        <p14:creationId xmlns:p14="http://schemas.microsoft.com/office/powerpoint/2010/main" val="2644130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21CD6E-C6E7-5B50-A295-10DD67A2C77B}"/>
              </a:ext>
            </a:extLst>
          </p:cNvPr>
          <p:cNvSpPr>
            <a:spLocks noGrp="1"/>
          </p:cNvSpPr>
          <p:nvPr>
            <p:ph type="body" sz="quarter" idx="17"/>
          </p:nvPr>
        </p:nvSpPr>
        <p:spPr/>
        <p:txBody>
          <a:bodyPr/>
          <a:lstStyle/>
          <a:p>
            <a:endParaRPr lang="en-US"/>
          </a:p>
          <a:p>
            <a:endParaRPr lang="en-US"/>
          </a:p>
          <a:p>
            <a:r>
              <a:rPr lang="nl-BE" b="1"/>
              <a:t>Aangemaakte tabellen:</a:t>
            </a:r>
            <a:endParaRPr lang="nl-BE"/>
          </a:p>
          <a:p>
            <a:pPr marL="342900" indent="-342900">
              <a:buFont typeface="Arial" panose="020B0604020202020204" pitchFamily="34" charset="0"/>
              <a:buChar char="•"/>
            </a:pPr>
            <a:r>
              <a:rPr lang="nl-BE" b="1" err="1"/>
              <a:t>AspNetUsers</a:t>
            </a:r>
            <a:r>
              <a:rPr lang="nl-BE"/>
              <a:t> – gebruikersgegevens</a:t>
            </a:r>
          </a:p>
          <a:p>
            <a:pPr marL="342900" indent="-342900">
              <a:buFont typeface="Arial" panose="020B0604020202020204" pitchFamily="34" charset="0"/>
              <a:buChar char="•"/>
            </a:pPr>
            <a:r>
              <a:rPr lang="nl-BE" b="1" err="1"/>
              <a:t>AspNetRoles</a:t>
            </a:r>
            <a:r>
              <a:rPr lang="nl-BE"/>
              <a:t> – rollen</a:t>
            </a:r>
          </a:p>
          <a:p>
            <a:pPr marL="342900" indent="-342900">
              <a:buFont typeface="Arial" panose="020B0604020202020204" pitchFamily="34" charset="0"/>
              <a:buChar char="•"/>
            </a:pPr>
            <a:r>
              <a:rPr lang="nl-BE" b="1" err="1"/>
              <a:t>AspNetUserRoles</a:t>
            </a:r>
            <a:r>
              <a:rPr lang="nl-BE"/>
              <a:t> – koppeltabel users ↔ rollen</a:t>
            </a:r>
          </a:p>
          <a:p>
            <a:pPr marL="342900" indent="-342900">
              <a:buFont typeface="Arial" panose="020B0604020202020204" pitchFamily="34" charset="0"/>
              <a:buChar char="•"/>
            </a:pPr>
            <a:r>
              <a:rPr lang="nl-BE" b="1" err="1"/>
              <a:t>AspNetUserClaims</a:t>
            </a:r>
            <a:r>
              <a:rPr lang="nl-BE"/>
              <a:t> – claims per gebruiker</a:t>
            </a:r>
          </a:p>
          <a:p>
            <a:pPr marL="342900" indent="-342900">
              <a:buFont typeface="Arial" panose="020B0604020202020204" pitchFamily="34" charset="0"/>
              <a:buChar char="•"/>
            </a:pPr>
            <a:r>
              <a:rPr lang="nl-BE" b="1" err="1"/>
              <a:t>AspNetUserLogins</a:t>
            </a:r>
            <a:r>
              <a:rPr lang="nl-BE"/>
              <a:t> – externe </a:t>
            </a:r>
            <a:r>
              <a:rPr lang="nl-BE" err="1"/>
              <a:t>logins</a:t>
            </a:r>
            <a:endParaRPr lang="nl-BE"/>
          </a:p>
          <a:p>
            <a:pPr marL="342900" indent="-342900">
              <a:buFont typeface="Arial" panose="020B0604020202020204" pitchFamily="34" charset="0"/>
              <a:buChar char="•"/>
            </a:pPr>
            <a:r>
              <a:rPr lang="nl-BE" b="1" err="1"/>
              <a:t>AspNetUserTokens</a:t>
            </a:r>
            <a:r>
              <a:rPr lang="nl-BE"/>
              <a:t> – tokens</a:t>
            </a:r>
          </a:p>
          <a:p>
            <a:pPr marL="342900" indent="-342900">
              <a:buFont typeface="Arial" panose="020B0604020202020204" pitchFamily="34" charset="0"/>
              <a:buChar char="•"/>
            </a:pPr>
            <a:r>
              <a:rPr lang="nl-BE" b="1" err="1"/>
              <a:t>AspNetRoleClaims</a:t>
            </a:r>
            <a:r>
              <a:rPr lang="nl-BE"/>
              <a:t> – claims per rol</a:t>
            </a:r>
          </a:p>
          <a:p>
            <a:endParaRPr lang="en-BE"/>
          </a:p>
        </p:txBody>
      </p:sp>
      <p:sp>
        <p:nvSpPr>
          <p:cNvPr id="3" name="Title 2">
            <a:extLst>
              <a:ext uri="{FF2B5EF4-FFF2-40B4-BE49-F238E27FC236}">
                <a16:creationId xmlns:a16="http://schemas.microsoft.com/office/drawing/2014/main" id="{47F8D2FB-03DD-A7A8-CEC1-278ABD5485F0}"/>
              </a:ext>
            </a:extLst>
          </p:cNvPr>
          <p:cNvSpPr>
            <a:spLocks noGrp="1"/>
          </p:cNvSpPr>
          <p:nvPr>
            <p:ph type="title"/>
          </p:nvPr>
        </p:nvSpPr>
        <p:spPr/>
        <p:txBody>
          <a:bodyPr/>
          <a:lstStyle/>
          <a:p>
            <a:r>
              <a:rPr lang="en-US"/>
              <a:t>Migration </a:t>
            </a:r>
            <a:r>
              <a:rPr lang="en-US" err="1"/>
              <a:t>genereren</a:t>
            </a:r>
            <a:r>
              <a:rPr lang="en-US"/>
              <a:t> &amp; database update</a:t>
            </a:r>
            <a:endParaRPr lang="en-BE"/>
          </a:p>
        </p:txBody>
      </p:sp>
      <p:pic>
        <p:nvPicPr>
          <p:cNvPr id="5" name="Picture 4">
            <a:extLst>
              <a:ext uri="{FF2B5EF4-FFF2-40B4-BE49-F238E27FC236}">
                <a16:creationId xmlns:a16="http://schemas.microsoft.com/office/drawing/2014/main" id="{B709FE7F-1977-69C5-9611-1E2AF3BAEB3D}"/>
              </a:ext>
            </a:extLst>
          </p:cNvPr>
          <p:cNvPicPr>
            <a:picLocks noChangeAspect="1"/>
          </p:cNvPicPr>
          <p:nvPr/>
        </p:nvPicPr>
        <p:blipFill>
          <a:blip r:embed="rId2"/>
          <a:stretch>
            <a:fillRect/>
          </a:stretch>
        </p:blipFill>
        <p:spPr>
          <a:xfrm>
            <a:off x="5660968" y="1188083"/>
            <a:ext cx="6197209" cy="1542838"/>
          </a:xfrm>
          <a:prstGeom prst="rect">
            <a:avLst/>
          </a:prstGeom>
        </p:spPr>
      </p:pic>
    </p:spTree>
    <p:extLst>
      <p:ext uri="{BB962C8B-B14F-4D97-AF65-F5344CB8AC3E}">
        <p14:creationId xmlns:p14="http://schemas.microsoft.com/office/powerpoint/2010/main" val="2005816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C82A0BD-4A9F-A887-A535-A88EA51744AD}"/>
              </a:ext>
            </a:extLst>
          </p:cNvPr>
          <p:cNvSpPr>
            <a:spLocks noGrp="1"/>
          </p:cNvSpPr>
          <p:nvPr>
            <p:ph type="body" sz="quarter" idx="17"/>
          </p:nvPr>
        </p:nvSpPr>
        <p:spPr/>
        <p:txBody>
          <a:bodyPr/>
          <a:lstStyle/>
          <a:p>
            <a:r>
              <a:rPr lang="nl-NL"/>
              <a:t>De standaard </a:t>
            </a:r>
            <a:r>
              <a:rPr lang="nl-NL" b="1" err="1"/>
              <a:t>IdentityUser</a:t>
            </a:r>
            <a:r>
              <a:rPr lang="nl-NL"/>
              <a:t> bevat geen extra velden zoals voornaam of achternaam.</a:t>
            </a:r>
          </a:p>
          <a:p>
            <a:br>
              <a:rPr lang="nl-NL"/>
            </a:br>
            <a:r>
              <a:rPr lang="nl-NL"/>
              <a:t>We maken een eigen klasse die overerft van </a:t>
            </a:r>
            <a:r>
              <a:rPr lang="nl-NL" b="1" err="1"/>
              <a:t>IdentityUser</a:t>
            </a:r>
            <a:r>
              <a:rPr lang="nl-NL"/>
              <a:t>:</a:t>
            </a:r>
            <a:endParaRPr lang="en-BE"/>
          </a:p>
        </p:txBody>
      </p:sp>
      <p:sp>
        <p:nvSpPr>
          <p:cNvPr id="3" name="Title 2">
            <a:extLst>
              <a:ext uri="{FF2B5EF4-FFF2-40B4-BE49-F238E27FC236}">
                <a16:creationId xmlns:a16="http://schemas.microsoft.com/office/drawing/2014/main" id="{807FAE7B-D7F3-CD72-C56D-6BF58B36F979}"/>
              </a:ext>
            </a:extLst>
          </p:cNvPr>
          <p:cNvSpPr>
            <a:spLocks noGrp="1"/>
          </p:cNvSpPr>
          <p:nvPr>
            <p:ph type="title"/>
          </p:nvPr>
        </p:nvSpPr>
        <p:spPr/>
        <p:txBody>
          <a:bodyPr/>
          <a:lstStyle/>
          <a:p>
            <a:r>
              <a:rPr lang="en-US" err="1"/>
              <a:t>IdentityUser</a:t>
            </a:r>
            <a:r>
              <a:rPr lang="en-US"/>
              <a:t> </a:t>
            </a:r>
            <a:r>
              <a:rPr lang="en-US" err="1"/>
              <a:t>uitbreiden</a:t>
            </a:r>
            <a:endParaRPr lang="en-BE"/>
          </a:p>
        </p:txBody>
      </p:sp>
      <p:pic>
        <p:nvPicPr>
          <p:cNvPr id="5" name="Picture 4">
            <a:extLst>
              <a:ext uri="{FF2B5EF4-FFF2-40B4-BE49-F238E27FC236}">
                <a16:creationId xmlns:a16="http://schemas.microsoft.com/office/drawing/2014/main" id="{D46DC1C8-4288-2425-597F-2277C456DD4E}"/>
              </a:ext>
            </a:extLst>
          </p:cNvPr>
          <p:cNvPicPr>
            <a:picLocks noChangeAspect="1"/>
          </p:cNvPicPr>
          <p:nvPr/>
        </p:nvPicPr>
        <p:blipFill>
          <a:blip r:embed="rId2"/>
          <a:stretch>
            <a:fillRect/>
          </a:stretch>
        </p:blipFill>
        <p:spPr>
          <a:xfrm>
            <a:off x="3185706" y="3235075"/>
            <a:ext cx="5820587" cy="1933845"/>
          </a:xfrm>
          <a:prstGeom prst="rect">
            <a:avLst/>
          </a:prstGeom>
        </p:spPr>
      </p:pic>
      <p:sp>
        <p:nvSpPr>
          <p:cNvPr id="6" name="Rectangle: Rounded Corners 5">
            <a:extLst>
              <a:ext uri="{FF2B5EF4-FFF2-40B4-BE49-F238E27FC236}">
                <a16:creationId xmlns:a16="http://schemas.microsoft.com/office/drawing/2014/main" id="{24599C16-4620-4599-FF07-26A9CF054831}"/>
              </a:ext>
            </a:extLst>
          </p:cNvPr>
          <p:cNvSpPr/>
          <p:nvPr/>
        </p:nvSpPr>
        <p:spPr>
          <a:xfrm>
            <a:off x="5612976" y="3793089"/>
            <a:ext cx="962391" cy="180395"/>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BE"/>
          </a:p>
        </p:txBody>
      </p:sp>
      <p:cxnSp>
        <p:nvCxnSpPr>
          <p:cNvPr id="7" name="Straight Arrow Connector 6">
            <a:extLst>
              <a:ext uri="{FF2B5EF4-FFF2-40B4-BE49-F238E27FC236}">
                <a16:creationId xmlns:a16="http://schemas.microsoft.com/office/drawing/2014/main" id="{1930DD92-D70D-94E8-B23A-EA2C472CC11F}"/>
              </a:ext>
            </a:extLst>
          </p:cNvPr>
          <p:cNvCxnSpPr>
            <a:cxnSpLocks/>
          </p:cNvCxnSpPr>
          <p:nvPr/>
        </p:nvCxnSpPr>
        <p:spPr>
          <a:xfrm flipH="1" flipV="1">
            <a:off x="6510670" y="3973484"/>
            <a:ext cx="2560320" cy="1859399"/>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9171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6F1CD6-4954-C66D-9E2F-AA0D9902FE43}"/>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D0F3AD8C-AC08-21BB-98C9-F92299EE0F00}"/>
              </a:ext>
            </a:extLst>
          </p:cNvPr>
          <p:cNvSpPr>
            <a:spLocks noGrp="1"/>
          </p:cNvSpPr>
          <p:nvPr>
            <p:ph type="title"/>
          </p:nvPr>
        </p:nvSpPr>
        <p:spPr/>
        <p:txBody>
          <a:bodyPr/>
          <a:lstStyle/>
          <a:p>
            <a:r>
              <a:rPr lang="nl-NL" err="1"/>
              <a:t>Program.cs</a:t>
            </a:r>
            <a:r>
              <a:rPr lang="nl-NL"/>
              <a:t> aanpassen na uitbreiding</a:t>
            </a:r>
            <a:endParaRPr lang="en-BE"/>
          </a:p>
        </p:txBody>
      </p:sp>
      <p:pic>
        <p:nvPicPr>
          <p:cNvPr id="5" name="Picture 4">
            <a:extLst>
              <a:ext uri="{FF2B5EF4-FFF2-40B4-BE49-F238E27FC236}">
                <a16:creationId xmlns:a16="http://schemas.microsoft.com/office/drawing/2014/main" id="{7EB779F4-83F5-1315-016C-2A9E7A1AC4AC}"/>
              </a:ext>
            </a:extLst>
          </p:cNvPr>
          <p:cNvPicPr>
            <a:picLocks noChangeAspect="1"/>
          </p:cNvPicPr>
          <p:nvPr/>
        </p:nvPicPr>
        <p:blipFill>
          <a:blip r:embed="rId2"/>
          <a:stretch>
            <a:fillRect/>
          </a:stretch>
        </p:blipFill>
        <p:spPr>
          <a:xfrm>
            <a:off x="1997755" y="2281287"/>
            <a:ext cx="8536797" cy="2776194"/>
          </a:xfrm>
          <a:prstGeom prst="rect">
            <a:avLst/>
          </a:prstGeom>
        </p:spPr>
      </p:pic>
      <p:sp>
        <p:nvSpPr>
          <p:cNvPr id="6" name="Rectangle: Rounded Corners 5">
            <a:extLst>
              <a:ext uri="{FF2B5EF4-FFF2-40B4-BE49-F238E27FC236}">
                <a16:creationId xmlns:a16="http://schemas.microsoft.com/office/drawing/2014/main" id="{83241447-3995-996B-500F-FD0A3D086E8B}"/>
              </a:ext>
            </a:extLst>
          </p:cNvPr>
          <p:cNvSpPr/>
          <p:nvPr/>
        </p:nvSpPr>
        <p:spPr>
          <a:xfrm>
            <a:off x="5396845" y="3148853"/>
            <a:ext cx="1654404" cy="24274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BE"/>
          </a:p>
        </p:txBody>
      </p:sp>
      <p:cxnSp>
        <p:nvCxnSpPr>
          <p:cNvPr id="8" name="Straight Arrow Connector 7">
            <a:extLst>
              <a:ext uri="{FF2B5EF4-FFF2-40B4-BE49-F238E27FC236}">
                <a16:creationId xmlns:a16="http://schemas.microsoft.com/office/drawing/2014/main" id="{452124F4-7F02-9DDD-AE6F-52E6509EC965}"/>
              </a:ext>
            </a:extLst>
          </p:cNvPr>
          <p:cNvCxnSpPr>
            <a:cxnSpLocks/>
          </p:cNvCxnSpPr>
          <p:nvPr/>
        </p:nvCxnSpPr>
        <p:spPr>
          <a:xfrm flipH="1" flipV="1">
            <a:off x="6820593" y="3429000"/>
            <a:ext cx="2560320" cy="1859399"/>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4724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47A96-1FC1-DACD-73F3-E83F1CA84CB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4F08459-F9A3-406E-C457-9F7FDB7569F8}"/>
              </a:ext>
            </a:extLst>
          </p:cNvPr>
          <p:cNvPicPr>
            <a:picLocks noChangeAspect="1"/>
          </p:cNvPicPr>
          <p:nvPr/>
        </p:nvPicPr>
        <p:blipFill>
          <a:blip r:embed="rId2"/>
          <a:stretch>
            <a:fillRect/>
          </a:stretch>
        </p:blipFill>
        <p:spPr>
          <a:xfrm>
            <a:off x="2966601" y="2309656"/>
            <a:ext cx="6258798" cy="2238687"/>
          </a:xfrm>
          <a:prstGeom prst="rect">
            <a:avLst/>
          </a:prstGeom>
        </p:spPr>
      </p:pic>
      <p:sp>
        <p:nvSpPr>
          <p:cNvPr id="2" name="Text Placeholder 1">
            <a:extLst>
              <a:ext uri="{FF2B5EF4-FFF2-40B4-BE49-F238E27FC236}">
                <a16:creationId xmlns:a16="http://schemas.microsoft.com/office/drawing/2014/main" id="{5C168F66-BD64-7E14-E83F-AF55F2F3D6F4}"/>
              </a:ext>
            </a:extLst>
          </p:cNvPr>
          <p:cNvSpPr>
            <a:spLocks noGrp="1"/>
          </p:cNvSpPr>
          <p:nvPr>
            <p:ph type="body" sz="quarter" idx="17"/>
          </p:nvPr>
        </p:nvSpPr>
        <p:spPr/>
        <p:txBody>
          <a:bodyPr/>
          <a:lstStyle/>
          <a:p>
            <a:endParaRPr lang="nl-NL" b="1"/>
          </a:p>
          <a:p>
            <a:endParaRPr lang="nl-NL" b="1"/>
          </a:p>
          <a:p>
            <a:endParaRPr lang="nl-NL" b="1"/>
          </a:p>
          <a:p>
            <a:endParaRPr lang="nl-NL" b="1"/>
          </a:p>
          <a:p>
            <a:endParaRPr lang="nl-NL" b="1"/>
          </a:p>
          <a:p>
            <a:endParaRPr lang="nl-NL" b="1"/>
          </a:p>
          <a:p>
            <a:endParaRPr lang="nl-NL" b="1"/>
          </a:p>
          <a:p>
            <a:r>
              <a:rPr lang="en-US" b="1"/>
              <a:t>⚠️ </a:t>
            </a:r>
            <a:r>
              <a:rPr lang="nl-NL" b="1"/>
              <a:t>Vergeet niet</a:t>
            </a:r>
            <a:r>
              <a:rPr lang="nl-NL"/>
              <a:t> een nieuwe </a:t>
            </a:r>
            <a:r>
              <a:rPr lang="nl-NL" err="1"/>
              <a:t>migration</a:t>
            </a:r>
            <a:r>
              <a:rPr lang="nl-NL"/>
              <a:t> toe te voegen en de database te updaten!</a:t>
            </a:r>
            <a:endParaRPr lang="en-BE"/>
          </a:p>
        </p:txBody>
      </p:sp>
      <p:sp>
        <p:nvSpPr>
          <p:cNvPr id="3" name="Title 2">
            <a:extLst>
              <a:ext uri="{FF2B5EF4-FFF2-40B4-BE49-F238E27FC236}">
                <a16:creationId xmlns:a16="http://schemas.microsoft.com/office/drawing/2014/main" id="{28669456-F2BD-D147-DD6B-C3E203B07509}"/>
              </a:ext>
            </a:extLst>
          </p:cNvPr>
          <p:cNvSpPr>
            <a:spLocks noGrp="1"/>
          </p:cNvSpPr>
          <p:nvPr>
            <p:ph type="title"/>
          </p:nvPr>
        </p:nvSpPr>
        <p:spPr/>
        <p:txBody>
          <a:bodyPr/>
          <a:lstStyle/>
          <a:p>
            <a:r>
              <a:rPr lang="nl-NL" err="1"/>
              <a:t>DbContext</a:t>
            </a:r>
            <a:r>
              <a:rPr lang="nl-NL"/>
              <a:t> aanpassen na uitbreiding</a:t>
            </a:r>
            <a:endParaRPr lang="en-BE"/>
          </a:p>
        </p:txBody>
      </p:sp>
      <p:sp>
        <p:nvSpPr>
          <p:cNvPr id="6" name="Rectangle: Rounded Corners 5">
            <a:extLst>
              <a:ext uri="{FF2B5EF4-FFF2-40B4-BE49-F238E27FC236}">
                <a16:creationId xmlns:a16="http://schemas.microsoft.com/office/drawing/2014/main" id="{55ECD3BF-2B19-29A7-6586-65D2E17EB60E}"/>
              </a:ext>
            </a:extLst>
          </p:cNvPr>
          <p:cNvSpPr/>
          <p:nvPr/>
        </p:nvSpPr>
        <p:spPr>
          <a:xfrm>
            <a:off x="5783385" y="3029243"/>
            <a:ext cx="2560319" cy="24274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BE"/>
          </a:p>
        </p:txBody>
      </p:sp>
      <p:cxnSp>
        <p:nvCxnSpPr>
          <p:cNvPr id="8" name="Straight Arrow Connector 7">
            <a:extLst>
              <a:ext uri="{FF2B5EF4-FFF2-40B4-BE49-F238E27FC236}">
                <a16:creationId xmlns:a16="http://schemas.microsoft.com/office/drawing/2014/main" id="{35E4E9AD-821F-2EBC-7E1E-6E7B14E1B546}"/>
              </a:ext>
            </a:extLst>
          </p:cNvPr>
          <p:cNvCxnSpPr>
            <a:cxnSpLocks/>
          </p:cNvCxnSpPr>
          <p:nvPr/>
        </p:nvCxnSpPr>
        <p:spPr>
          <a:xfrm flipH="1" flipV="1">
            <a:off x="8343704" y="3150613"/>
            <a:ext cx="2670660" cy="594271"/>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7355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6349-2C3D-4EF8-656D-C3A234ADE77F}"/>
              </a:ext>
            </a:extLst>
          </p:cNvPr>
          <p:cNvSpPr>
            <a:spLocks noGrp="1"/>
          </p:cNvSpPr>
          <p:nvPr>
            <p:ph type="ctrTitle"/>
          </p:nvPr>
        </p:nvSpPr>
        <p:spPr/>
        <p:txBody>
          <a:bodyPr/>
          <a:lstStyle/>
          <a:p>
            <a:r>
              <a:rPr lang="en-US" err="1"/>
              <a:t>Registreren</a:t>
            </a:r>
            <a:r>
              <a:rPr lang="en-US"/>
              <a:t> en </a:t>
            </a:r>
            <a:r>
              <a:rPr lang="en-US" err="1"/>
              <a:t>inloggen</a:t>
            </a:r>
            <a:endParaRPr lang="en-BE"/>
          </a:p>
        </p:txBody>
      </p:sp>
      <p:sp>
        <p:nvSpPr>
          <p:cNvPr id="3" name="Subtitle 2">
            <a:extLst>
              <a:ext uri="{FF2B5EF4-FFF2-40B4-BE49-F238E27FC236}">
                <a16:creationId xmlns:a16="http://schemas.microsoft.com/office/drawing/2014/main" id="{A5CD072D-69E8-FF21-01C1-DB17AEA6E123}"/>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5920787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F848CC-A744-C8F7-478C-04BA03BA55A2}"/>
              </a:ext>
            </a:extLst>
          </p:cNvPr>
          <p:cNvSpPr>
            <a:spLocks noGrp="1"/>
          </p:cNvSpPr>
          <p:nvPr>
            <p:ph type="body" sz="quarter" idx="17"/>
          </p:nvPr>
        </p:nvSpPr>
        <p:spPr/>
        <p:txBody>
          <a:bodyPr/>
          <a:lstStyle/>
          <a:p>
            <a:pPr marL="457200" indent="-457200">
              <a:buFont typeface="+mj-lt"/>
              <a:buAutoNum type="arabicPeriod"/>
            </a:pPr>
            <a:r>
              <a:rPr lang="nl-BE" err="1"/>
              <a:t>ViewModels</a:t>
            </a:r>
            <a:r>
              <a:rPr lang="nl-BE"/>
              <a:t> aanmaken (Register &amp; Login)</a:t>
            </a:r>
          </a:p>
          <a:p>
            <a:pPr marL="457200" indent="-457200">
              <a:buFont typeface="+mj-lt"/>
              <a:buAutoNum type="arabicPeriod"/>
            </a:pPr>
            <a:r>
              <a:rPr lang="nl-BE" err="1"/>
              <a:t>AccountController</a:t>
            </a:r>
            <a:r>
              <a:rPr lang="nl-BE"/>
              <a:t> met </a:t>
            </a:r>
            <a:r>
              <a:rPr lang="nl-BE" err="1"/>
              <a:t>UserManager</a:t>
            </a:r>
            <a:r>
              <a:rPr lang="nl-BE"/>
              <a:t> &amp; </a:t>
            </a:r>
            <a:r>
              <a:rPr lang="nl-BE" err="1"/>
              <a:t>SignInManager</a:t>
            </a:r>
            <a:endParaRPr lang="nl-BE"/>
          </a:p>
          <a:p>
            <a:pPr marL="457200" indent="-457200">
              <a:buFont typeface="+mj-lt"/>
              <a:buAutoNum type="arabicPeriod"/>
            </a:pPr>
            <a:r>
              <a:rPr lang="nl-BE"/>
              <a:t>Views voor Register en Login formulieren</a:t>
            </a:r>
          </a:p>
          <a:p>
            <a:pPr marL="457200" indent="-457200">
              <a:buFont typeface="+mj-lt"/>
              <a:buAutoNum type="arabicPeriod"/>
            </a:pPr>
            <a:r>
              <a:rPr lang="nl-BE"/>
              <a:t>Register- en Login-logica implementeren</a:t>
            </a:r>
          </a:p>
          <a:p>
            <a:endParaRPr lang="en-BE"/>
          </a:p>
        </p:txBody>
      </p:sp>
      <p:sp>
        <p:nvSpPr>
          <p:cNvPr id="3" name="Title 2">
            <a:extLst>
              <a:ext uri="{FF2B5EF4-FFF2-40B4-BE49-F238E27FC236}">
                <a16:creationId xmlns:a16="http://schemas.microsoft.com/office/drawing/2014/main" id="{27994106-472C-F5AD-E31B-223702D07BAD}"/>
              </a:ext>
            </a:extLst>
          </p:cNvPr>
          <p:cNvSpPr>
            <a:spLocks noGrp="1"/>
          </p:cNvSpPr>
          <p:nvPr>
            <p:ph type="title"/>
          </p:nvPr>
        </p:nvSpPr>
        <p:spPr/>
        <p:txBody>
          <a:bodyPr/>
          <a:lstStyle/>
          <a:p>
            <a:r>
              <a:rPr lang="en-US" err="1"/>
              <a:t>Overzicht</a:t>
            </a:r>
            <a:endParaRPr lang="en-BE"/>
          </a:p>
        </p:txBody>
      </p:sp>
    </p:spTree>
    <p:extLst>
      <p:ext uri="{BB962C8B-B14F-4D97-AF65-F5344CB8AC3E}">
        <p14:creationId xmlns:p14="http://schemas.microsoft.com/office/powerpoint/2010/main" val="3755720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F46E0EF-F0F0-A243-6D47-4FCC12DA0967}"/>
              </a:ext>
            </a:extLst>
          </p:cNvPr>
          <p:cNvSpPr>
            <a:spLocks noGrp="1"/>
          </p:cNvSpPr>
          <p:nvPr>
            <p:ph type="body" sz="quarter" idx="17"/>
          </p:nvPr>
        </p:nvSpPr>
        <p:spPr/>
        <p:txBody>
          <a:bodyPr/>
          <a:lstStyle/>
          <a:p>
            <a:endParaRPr lang="en-US"/>
          </a:p>
          <a:p>
            <a:endParaRPr lang="en-US"/>
          </a:p>
          <a:p>
            <a:endParaRPr lang="en-US"/>
          </a:p>
          <a:p>
            <a:endParaRPr lang="en-US"/>
          </a:p>
          <a:p>
            <a:endParaRPr lang="en-US"/>
          </a:p>
          <a:p>
            <a:endParaRPr lang="en-US"/>
          </a:p>
          <a:p>
            <a:endParaRPr lang="en-US"/>
          </a:p>
          <a:p>
            <a:endParaRPr lang="en-US"/>
          </a:p>
          <a:p>
            <a:r>
              <a:rPr lang="en-US"/>
              <a:t>Denk </a:t>
            </a:r>
            <a:r>
              <a:rPr lang="en-US" err="1"/>
              <a:t>ook</a:t>
            </a:r>
            <a:r>
              <a:rPr lang="en-US"/>
              <a:t> </a:t>
            </a:r>
            <a:r>
              <a:rPr lang="en-US" err="1"/>
              <a:t>aan</a:t>
            </a:r>
            <a:r>
              <a:rPr lang="en-US"/>
              <a:t> </a:t>
            </a:r>
            <a:r>
              <a:rPr lang="en-US" err="1"/>
              <a:t>BirthDate</a:t>
            </a:r>
            <a:endParaRPr lang="en-BE"/>
          </a:p>
        </p:txBody>
      </p:sp>
      <p:sp>
        <p:nvSpPr>
          <p:cNvPr id="3" name="Title 2">
            <a:extLst>
              <a:ext uri="{FF2B5EF4-FFF2-40B4-BE49-F238E27FC236}">
                <a16:creationId xmlns:a16="http://schemas.microsoft.com/office/drawing/2014/main" id="{9797C848-891B-438C-6190-B68F2F63B468}"/>
              </a:ext>
            </a:extLst>
          </p:cNvPr>
          <p:cNvSpPr>
            <a:spLocks noGrp="1"/>
          </p:cNvSpPr>
          <p:nvPr>
            <p:ph type="title"/>
          </p:nvPr>
        </p:nvSpPr>
        <p:spPr/>
        <p:txBody>
          <a:bodyPr/>
          <a:lstStyle/>
          <a:p>
            <a:r>
              <a:rPr lang="en-US" err="1"/>
              <a:t>AccountRegisterViewModel</a:t>
            </a:r>
            <a:endParaRPr lang="en-BE"/>
          </a:p>
        </p:txBody>
      </p:sp>
      <p:pic>
        <p:nvPicPr>
          <p:cNvPr id="5" name="Picture 4">
            <a:extLst>
              <a:ext uri="{FF2B5EF4-FFF2-40B4-BE49-F238E27FC236}">
                <a16:creationId xmlns:a16="http://schemas.microsoft.com/office/drawing/2014/main" id="{94821692-B822-F09A-271A-86B97C2F262C}"/>
              </a:ext>
            </a:extLst>
          </p:cNvPr>
          <p:cNvPicPr>
            <a:picLocks noChangeAspect="1"/>
          </p:cNvPicPr>
          <p:nvPr/>
        </p:nvPicPr>
        <p:blipFill>
          <a:blip r:embed="rId2"/>
          <a:stretch>
            <a:fillRect/>
          </a:stretch>
        </p:blipFill>
        <p:spPr>
          <a:xfrm>
            <a:off x="3605752" y="1376076"/>
            <a:ext cx="5672041" cy="3659655"/>
          </a:xfrm>
          <a:prstGeom prst="rect">
            <a:avLst/>
          </a:prstGeom>
        </p:spPr>
      </p:pic>
    </p:spTree>
    <p:extLst>
      <p:ext uri="{BB962C8B-B14F-4D97-AF65-F5344CB8AC3E}">
        <p14:creationId xmlns:p14="http://schemas.microsoft.com/office/powerpoint/2010/main" val="711313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39B4F-A647-3F37-DF2F-41F470A2034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54BCA9E-CAB5-B08A-5A6C-A553A3104EEC}"/>
              </a:ext>
            </a:extLst>
          </p:cNvPr>
          <p:cNvSpPr>
            <a:spLocks noGrp="1"/>
          </p:cNvSpPr>
          <p:nvPr>
            <p:ph type="body" sz="quarter" idx="17"/>
          </p:nvPr>
        </p:nvSpPr>
        <p:spPr/>
        <p:txBody>
          <a:bodyPr/>
          <a:lstStyle/>
          <a:p>
            <a:endParaRPr lang="en-US"/>
          </a:p>
          <a:p>
            <a:endParaRPr lang="en-US"/>
          </a:p>
          <a:p>
            <a:endParaRPr lang="en-US"/>
          </a:p>
          <a:p>
            <a:endParaRPr lang="en-US"/>
          </a:p>
          <a:p>
            <a:endParaRPr lang="en-US"/>
          </a:p>
          <a:p>
            <a:endParaRPr lang="en-US"/>
          </a:p>
          <a:p>
            <a:endParaRPr lang="en-US"/>
          </a:p>
          <a:p>
            <a:endParaRPr lang="en-US"/>
          </a:p>
          <a:p>
            <a:r>
              <a:rPr lang="en-US"/>
              <a:t>Denk </a:t>
            </a:r>
            <a:r>
              <a:rPr lang="en-US" err="1"/>
              <a:t>ook</a:t>
            </a:r>
            <a:r>
              <a:rPr lang="en-US"/>
              <a:t> </a:t>
            </a:r>
            <a:r>
              <a:rPr lang="en-US" err="1"/>
              <a:t>aan</a:t>
            </a:r>
            <a:r>
              <a:rPr lang="en-US"/>
              <a:t> </a:t>
            </a:r>
            <a:r>
              <a:rPr lang="en-US" err="1"/>
              <a:t>BirthDate</a:t>
            </a:r>
            <a:endParaRPr lang="en-BE"/>
          </a:p>
        </p:txBody>
      </p:sp>
      <p:sp>
        <p:nvSpPr>
          <p:cNvPr id="3" name="Title 2">
            <a:extLst>
              <a:ext uri="{FF2B5EF4-FFF2-40B4-BE49-F238E27FC236}">
                <a16:creationId xmlns:a16="http://schemas.microsoft.com/office/drawing/2014/main" id="{97812DBD-11CC-7B33-DB1F-07AD3925D67D}"/>
              </a:ext>
            </a:extLst>
          </p:cNvPr>
          <p:cNvSpPr>
            <a:spLocks noGrp="1"/>
          </p:cNvSpPr>
          <p:nvPr>
            <p:ph type="title"/>
          </p:nvPr>
        </p:nvSpPr>
        <p:spPr/>
        <p:txBody>
          <a:bodyPr/>
          <a:lstStyle/>
          <a:p>
            <a:r>
              <a:rPr lang="en-US" err="1"/>
              <a:t>AccountLoginViewModel</a:t>
            </a:r>
            <a:r>
              <a:rPr lang="en-US"/>
              <a:t> (met </a:t>
            </a:r>
            <a:r>
              <a:rPr lang="en-US" err="1"/>
              <a:t>overerving</a:t>
            </a:r>
            <a:r>
              <a:rPr lang="en-US"/>
              <a:t>)</a:t>
            </a:r>
            <a:endParaRPr lang="en-BE"/>
          </a:p>
        </p:txBody>
      </p:sp>
      <p:pic>
        <p:nvPicPr>
          <p:cNvPr id="6" name="Picture 5">
            <a:extLst>
              <a:ext uri="{FF2B5EF4-FFF2-40B4-BE49-F238E27FC236}">
                <a16:creationId xmlns:a16="http://schemas.microsoft.com/office/drawing/2014/main" id="{F8F6F495-129C-7B4F-22B0-C567F8A93F36}"/>
              </a:ext>
            </a:extLst>
          </p:cNvPr>
          <p:cNvPicPr>
            <a:picLocks noChangeAspect="1"/>
          </p:cNvPicPr>
          <p:nvPr/>
        </p:nvPicPr>
        <p:blipFill>
          <a:blip r:embed="rId2"/>
          <a:stretch>
            <a:fillRect/>
          </a:stretch>
        </p:blipFill>
        <p:spPr>
          <a:xfrm>
            <a:off x="700088" y="1320836"/>
            <a:ext cx="4686954" cy="2048161"/>
          </a:xfrm>
          <a:prstGeom prst="rect">
            <a:avLst/>
          </a:prstGeom>
        </p:spPr>
      </p:pic>
      <p:pic>
        <p:nvPicPr>
          <p:cNvPr id="8" name="Picture 7">
            <a:extLst>
              <a:ext uri="{FF2B5EF4-FFF2-40B4-BE49-F238E27FC236}">
                <a16:creationId xmlns:a16="http://schemas.microsoft.com/office/drawing/2014/main" id="{A5D93F07-B156-487D-3038-72C743BFE1A5}"/>
              </a:ext>
            </a:extLst>
          </p:cNvPr>
          <p:cNvPicPr>
            <a:picLocks noChangeAspect="1"/>
          </p:cNvPicPr>
          <p:nvPr/>
        </p:nvPicPr>
        <p:blipFill>
          <a:blip r:embed="rId3"/>
          <a:stretch>
            <a:fillRect/>
          </a:stretch>
        </p:blipFill>
        <p:spPr>
          <a:xfrm>
            <a:off x="6225297" y="3301447"/>
            <a:ext cx="5296639" cy="2762636"/>
          </a:xfrm>
          <a:prstGeom prst="rect">
            <a:avLst/>
          </a:prstGeom>
        </p:spPr>
      </p:pic>
      <p:cxnSp>
        <p:nvCxnSpPr>
          <p:cNvPr id="10" name="Connector: Elbow 9">
            <a:extLst>
              <a:ext uri="{FF2B5EF4-FFF2-40B4-BE49-F238E27FC236}">
                <a16:creationId xmlns:a16="http://schemas.microsoft.com/office/drawing/2014/main" id="{D9DE4032-C64B-B93B-9E54-DF67E51E59FD}"/>
              </a:ext>
            </a:extLst>
          </p:cNvPr>
          <p:cNvCxnSpPr>
            <a:cxnSpLocks/>
          </p:cNvCxnSpPr>
          <p:nvPr/>
        </p:nvCxnSpPr>
        <p:spPr>
          <a:xfrm>
            <a:off x="3316778" y="1620982"/>
            <a:ext cx="7489767" cy="2157153"/>
          </a:xfrm>
          <a:prstGeom prst="bentConnector3">
            <a:avLst>
              <a:gd name="adj1" fmla="val 112542"/>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0071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E37F5F-BA41-7B5C-9FA9-F2DBCAF0A0D4}"/>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538325D7-2F65-7BC0-B8F5-83BD8506BB0C}"/>
              </a:ext>
            </a:extLst>
          </p:cNvPr>
          <p:cNvSpPr>
            <a:spLocks noGrp="1"/>
          </p:cNvSpPr>
          <p:nvPr>
            <p:ph type="title"/>
          </p:nvPr>
        </p:nvSpPr>
        <p:spPr/>
        <p:txBody>
          <a:bodyPr/>
          <a:lstStyle/>
          <a:p>
            <a:r>
              <a:rPr lang="en-US" err="1"/>
              <a:t>AccountController</a:t>
            </a:r>
            <a:r>
              <a:rPr lang="en-US"/>
              <a:t> – Dependency Injection</a:t>
            </a:r>
            <a:endParaRPr lang="en-BE"/>
          </a:p>
        </p:txBody>
      </p:sp>
      <p:pic>
        <p:nvPicPr>
          <p:cNvPr id="5" name="Picture 4">
            <a:extLst>
              <a:ext uri="{FF2B5EF4-FFF2-40B4-BE49-F238E27FC236}">
                <a16:creationId xmlns:a16="http://schemas.microsoft.com/office/drawing/2014/main" id="{AF678E65-8F8F-4318-3D34-4006873B87CF}"/>
              </a:ext>
            </a:extLst>
          </p:cNvPr>
          <p:cNvPicPr>
            <a:picLocks noChangeAspect="1"/>
          </p:cNvPicPr>
          <p:nvPr/>
        </p:nvPicPr>
        <p:blipFill>
          <a:blip r:embed="rId2"/>
          <a:stretch>
            <a:fillRect/>
          </a:stretch>
        </p:blipFill>
        <p:spPr>
          <a:xfrm>
            <a:off x="2961837" y="1404655"/>
            <a:ext cx="6268325" cy="4048690"/>
          </a:xfrm>
          <a:prstGeom prst="rect">
            <a:avLst/>
          </a:prstGeom>
        </p:spPr>
      </p:pic>
    </p:spTree>
    <p:extLst>
      <p:ext uri="{BB962C8B-B14F-4D97-AF65-F5344CB8AC3E}">
        <p14:creationId xmlns:p14="http://schemas.microsoft.com/office/powerpoint/2010/main" val="2412532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E0C5F4-FF9D-5B67-B046-7F704EF2BC56}"/>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B10EA3DF-C4FE-19C7-5C3E-D2CB610FD390}"/>
              </a:ext>
            </a:extLst>
          </p:cNvPr>
          <p:cNvSpPr>
            <a:spLocks noGrp="1"/>
          </p:cNvSpPr>
          <p:nvPr>
            <p:ph type="title"/>
          </p:nvPr>
        </p:nvSpPr>
        <p:spPr/>
        <p:txBody>
          <a:bodyPr/>
          <a:lstStyle/>
          <a:p>
            <a:r>
              <a:rPr lang="en-US" err="1"/>
              <a:t>IdentityResult</a:t>
            </a:r>
            <a:endParaRPr lang="en-BE"/>
          </a:p>
        </p:txBody>
      </p:sp>
      <p:pic>
        <p:nvPicPr>
          <p:cNvPr id="5" name="Picture 4">
            <a:extLst>
              <a:ext uri="{FF2B5EF4-FFF2-40B4-BE49-F238E27FC236}">
                <a16:creationId xmlns:a16="http://schemas.microsoft.com/office/drawing/2014/main" id="{E337B661-C93F-FD50-89B2-44DC4989DB97}"/>
              </a:ext>
            </a:extLst>
          </p:cNvPr>
          <p:cNvPicPr>
            <a:picLocks noChangeAspect="1"/>
          </p:cNvPicPr>
          <p:nvPr/>
        </p:nvPicPr>
        <p:blipFill>
          <a:blip r:embed="rId2"/>
          <a:stretch>
            <a:fillRect/>
          </a:stretch>
        </p:blipFill>
        <p:spPr>
          <a:xfrm>
            <a:off x="3099969" y="1618997"/>
            <a:ext cx="5992061" cy="3620005"/>
          </a:xfrm>
          <a:prstGeom prst="rect">
            <a:avLst/>
          </a:prstGeom>
        </p:spPr>
      </p:pic>
    </p:spTree>
    <p:extLst>
      <p:ext uri="{BB962C8B-B14F-4D97-AF65-F5344CB8AC3E}">
        <p14:creationId xmlns:p14="http://schemas.microsoft.com/office/powerpoint/2010/main" val="1870093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0E2345-D28E-5505-A64F-4A8E1EB0F24C}"/>
              </a:ext>
            </a:extLst>
          </p:cNvPr>
          <p:cNvSpPr>
            <a:spLocks noGrp="1"/>
          </p:cNvSpPr>
          <p:nvPr>
            <p:ph type="body" sz="quarter" idx="17"/>
          </p:nvPr>
        </p:nvSpPr>
        <p:spPr/>
        <p:txBody>
          <a:bodyPr/>
          <a:lstStyle/>
          <a:p>
            <a:r>
              <a:rPr lang="en-US" b="1"/>
              <a:t>GET request</a:t>
            </a:r>
            <a:endParaRPr lang="en-BE" b="1"/>
          </a:p>
        </p:txBody>
      </p:sp>
      <p:sp>
        <p:nvSpPr>
          <p:cNvPr id="3" name="Title 2">
            <a:extLst>
              <a:ext uri="{FF2B5EF4-FFF2-40B4-BE49-F238E27FC236}">
                <a16:creationId xmlns:a16="http://schemas.microsoft.com/office/drawing/2014/main" id="{95DADE2E-6CC7-D1C6-84E8-5576557D1F69}"/>
              </a:ext>
            </a:extLst>
          </p:cNvPr>
          <p:cNvSpPr>
            <a:spLocks noGrp="1"/>
          </p:cNvSpPr>
          <p:nvPr>
            <p:ph type="title"/>
          </p:nvPr>
        </p:nvSpPr>
        <p:spPr/>
        <p:txBody>
          <a:bodyPr/>
          <a:lstStyle/>
          <a:p>
            <a:r>
              <a:rPr lang="en-US"/>
              <a:t>Register – GET &amp; POST</a:t>
            </a:r>
            <a:endParaRPr lang="en-BE"/>
          </a:p>
        </p:txBody>
      </p:sp>
      <p:pic>
        <p:nvPicPr>
          <p:cNvPr id="5" name="Picture 4">
            <a:extLst>
              <a:ext uri="{FF2B5EF4-FFF2-40B4-BE49-F238E27FC236}">
                <a16:creationId xmlns:a16="http://schemas.microsoft.com/office/drawing/2014/main" id="{7E98D061-9791-7E52-B47D-09ACA6CC077B}"/>
              </a:ext>
            </a:extLst>
          </p:cNvPr>
          <p:cNvPicPr>
            <a:picLocks noChangeAspect="1"/>
          </p:cNvPicPr>
          <p:nvPr/>
        </p:nvPicPr>
        <p:blipFill>
          <a:blip r:embed="rId2"/>
          <a:stretch>
            <a:fillRect/>
          </a:stretch>
        </p:blipFill>
        <p:spPr>
          <a:xfrm>
            <a:off x="3785047" y="2748862"/>
            <a:ext cx="4621905" cy="1596895"/>
          </a:xfrm>
          <a:prstGeom prst="rect">
            <a:avLst/>
          </a:prstGeom>
        </p:spPr>
      </p:pic>
    </p:spTree>
    <p:extLst>
      <p:ext uri="{BB962C8B-B14F-4D97-AF65-F5344CB8AC3E}">
        <p14:creationId xmlns:p14="http://schemas.microsoft.com/office/powerpoint/2010/main" val="3600864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CCCBD-EF85-23C7-9BA2-1A6FFB28AD0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9DE88A1-35F9-88E1-538B-BFF2BF8247BB}"/>
              </a:ext>
            </a:extLst>
          </p:cNvPr>
          <p:cNvSpPr>
            <a:spLocks noGrp="1"/>
          </p:cNvSpPr>
          <p:nvPr>
            <p:ph type="body" sz="quarter" idx="17"/>
          </p:nvPr>
        </p:nvSpPr>
        <p:spPr/>
        <p:txBody>
          <a:bodyPr/>
          <a:lstStyle/>
          <a:p>
            <a:r>
              <a:rPr lang="en-US" b="1"/>
              <a:t>POST request</a:t>
            </a:r>
            <a:endParaRPr lang="en-BE" b="1"/>
          </a:p>
        </p:txBody>
      </p:sp>
      <p:sp>
        <p:nvSpPr>
          <p:cNvPr id="3" name="Title 2">
            <a:extLst>
              <a:ext uri="{FF2B5EF4-FFF2-40B4-BE49-F238E27FC236}">
                <a16:creationId xmlns:a16="http://schemas.microsoft.com/office/drawing/2014/main" id="{B4CB57C7-5FCE-6611-C1CC-192766DE887B}"/>
              </a:ext>
            </a:extLst>
          </p:cNvPr>
          <p:cNvSpPr>
            <a:spLocks noGrp="1"/>
          </p:cNvSpPr>
          <p:nvPr>
            <p:ph type="title"/>
          </p:nvPr>
        </p:nvSpPr>
        <p:spPr/>
        <p:txBody>
          <a:bodyPr/>
          <a:lstStyle/>
          <a:p>
            <a:r>
              <a:rPr lang="en-US"/>
              <a:t>Register – GET &amp; POST</a:t>
            </a:r>
            <a:endParaRPr lang="en-BE"/>
          </a:p>
        </p:txBody>
      </p:sp>
      <p:pic>
        <p:nvPicPr>
          <p:cNvPr id="6" name="Picture 5">
            <a:extLst>
              <a:ext uri="{FF2B5EF4-FFF2-40B4-BE49-F238E27FC236}">
                <a16:creationId xmlns:a16="http://schemas.microsoft.com/office/drawing/2014/main" id="{BF68F604-2E2D-866F-CD2B-E9F3D5FF7C82}"/>
              </a:ext>
            </a:extLst>
          </p:cNvPr>
          <p:cNvPicPr>
            <a:picLocks noChangeAspect="1"/>
          </p:cNvPicPr>
          <p:nvPr/>
        </p:nvPicPr>
        <p:blipFill>
          <a:blip r:embed="rId2"/>
          <a:stretch>
            <a:fillRect/>
          </a:stretch>
        </p:blipFill>
        <p:spPr>
          <a:xfrm>
            <a:off x="5769204" y="1122109"/>
            <a:ext cx="5659493" cy="4964183"/>
          </a:xfrm>
          <a:prstGeom prst="rect">
            <a:avLst/>
          </a:prstGeom>
        </p:spPr>
      </p:pic>
    </p:spTree>
    <p:extLst>
      <p:ext uri="{BB962C8B-B14F-4D97-AF65-F5344CB8AC3E}">
        <p14:creationId xmlns:p14="http://schemas.microsoft.com/office/powerpoint/2010/main" val="2569387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1550D1-C417-FE59-B5CB-D3D017E6C2F4}"/>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5D45DA0E-DACB-585A-C2E1-07A2D21E0F5F}"/>
              </a:ext>
            </a:extLst>
          </p:cNvPr>
          <p:cNvSpPr>
            <a:spLocks noGrp="1"/>
          </p:cNvSpPr>
          <p:nvPr>
            <p:ph type="title"/>
          </p:nvPr>
        </p:nvSpPr>
        <p:spPr/>
        <p:txBody>
          <a:bodyPr/>
          <a:lstStyle/>
          <a:p>
            <a:r>
              <a:rPr lang="en-US"/>
              <a:t>Register View</a:t>
            </a:r>
            <a:endParaRPr lang="en-BE"/>
          </a:p>
        </p:txBody>
      </p:sp>
      <p:pic>
        <p:nvPicPr>
          <p:cNvPr id="5" name="Picture 4">
            <a:extLst>
              <a:ext uri="{FF2B5EF4-FFF2-40B4-BE49-F238E27FC236}">
                <a16:creationId xmlns:a16="http://schemas.microsoft.com/office/drawing/2014/main" id="{71E61C7F-1360-2AEB-7F86-C23A271C445C}"/>
              </a:ext>
            </a:extLst>
          </p:cNvPr>
          <p:cNvPicPr>
            <a:picLocks noChangeAspect="1"/>
          </p:cNvPicPr>
          <p:nvPr/>
        </p:nvPicPr>
        <p:blipFill>
          <a:blip r:embed="rId2"/>
          <a:stretch>
            <a:fillRect/>
          </a:stretch>
        </p:blipFill>
        <p:spPr>
          <a:xfrm>
            <a:off x="5189456" y="1219199"/>
            <a:ext cx="6730296" cy="4973125"/>
          </a:xfrm>
          <a:prstGeom prst="rect">
            <a:avLst/>
          </a:prstGeom>
        </p:spPr>
      </p:pic>
    </p:spTree>
    <p:extLst>
      <p:ext uri="{BB962C8B-B14F-4D97-AF65-F5344CB8AC3E}">
        <p14:creationId xmlns:p14="http://schemas.microsoft.com/office/powerpoint/2010/main" val="288049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3C892-E9FA-DD49-F8B6-6ACE3D085E2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C53B19D-2D01-D22A-6509-FDE0B7EE5E35}"/>
              </a:ext>
            </a:extLst>
          </p:cNvPr>
          <p:cNvSpPr>
            <a:spLocks noGrp="1"/>
          </p:cNvSpPr>
          <p:nvPr>
            <p:ph type="body" sz="quarter" idx="17"/>
          </p:nvPr>
        </p:nvSpPr>
        <p:spPr/>
        <p:txBody>
          <a:bodyPr/>
          <a:lstStyle/>
          <a:p>
            <a:r>
              <a:rPr lang="en-US" b="1"/>
              <a:t>POST request</a:t>
            </a:r>
            <a:endParaRPr lang="en-BE" b="1"/>
          </a:p>
        </p:txBody>
      </p:sp>
      <p:sp>
        <p:nvSpPr>
          <p:cNvPr id="3" name="Title 2">
            <a:extLst>
              <a:ext uri="{FF2B5EF4-FFF2-40B4-BE49-F238E27FC236}">
                <a16:creationId xmlns:a16="http://schemas.microsoft.com/office/drawing/2014/main" id="{086FAA12-490E-95B9-6CDA-B4A09A146E1E}"/>
              </a:ext>
            </a:extLst>
          </p:cNvPr>
          <p:cNvSpPr>
            <a:spLocks noGrp="1"/>
          </p:cNvSpPr>
          <p:nvPr>
            <p:ph type="title"/>
          </p:nvPr>
        </p:nvSpPr>
        <p:spPr/>
        <p:txBody>
          <a:bodyPr/>
          <a:lstStyle/>
          <a:p>
            <a:r>
              <a:rPr lang="en-US"/>
              <a:t>Login – POST</a:t>
            </a:r>
            <a:endParaRPr lang="en-BE"/>
          </a:p>
        </p:txBody>
      </p:sp>
      <p:pic>
        <p:nvPicPr>
          <p:cNvPr id="5" name="Picture 4">
            <a:extLst>
              <a:ext uri="{FF2B5EF4-FFF2-40B4-BE49-F238E27FC236}">
                <a16:creationId xmlns:a16="http://schemas.microsoft.com/office/drawing/2014/main" id="{890F814C-9430-1F32-B530-271BA113926F}"/>
              </a:ext>
            </a:extLst>
          </p:cNvPr>
          <p:cNvPicPr>
            <a:picLocks noChangeAspect="1"/>
          </p:cNvPicPr>
          <p:nvPr/>
        </p:nvPicPr>
        <p:blipFill>
          <a:blip r:embed="rId2"/>
          <a:stretch>
            <a:fillRect/>
          </a:stretch>
        </p:blipFill>
        <p:spPr>
          <a:xfrm>
            <a:off x="5922725" y="1167286"/>
            <a:ext cx="5827782" cy="4873829"/>
          </a:xfrm>
          <a:prstGeom prst="rect">
            <a:avLst/>
          </a:prstGeom>
        </p:spPr>
      </p:pic>
    </p:spTree>
    <p:extLst>
      <p:ext uri="{BB962C8B-B14F-4D97-AF65-F5344CB8AC3E}">
        <p14:creationId xmlns:p14="http://schemas.microsoft.com/office/powerpoint/2010/main" val="2282936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12AB29-CB4A-DFCC-93B1-E4AD4FFFEE6D}"/>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0453A106-014C-D821-3E29-0FCDF3DD6579}"/>
              </a:ext>
            </a:extLst>
          </p:cNvPr>
          <p:cNvSpPr>
            <a:spLocks noGrp="1"/>
          </p:cNvSpPr>
          <p:nvPr>
            <p:ph type="title"/>
          </p:nvPr>
        </p:nvSpPr>
        <p:spPr/>
        <p:txBody>
          <a:bodyPr/>
          <a:lstStyle/>
          <a:p>
            <a:r>
              <a:rPr lang="en-US"/>
              <a:t>Logout</a:t>
            </a:r>
            <a:endParaRPr lang="en-BE"/>
          </a:p>
        </p:txBody>
      </p:sp>
      <p:pic>
        <p:nvPicPr>
          <p:cNvPr id="5" name="Picture 4">
            <a:extLst>
              <a:ext uri="{FF2B5EF4-FFF2-40B4-BE49-F238E27FC236}">
                <a16:creationId xmlns:a16="http://schemas.microsoft.com/office/drawing/2014/main" id="{8C4C882B-C6B7-CE33-3E41-97AA70FDE745}"/>
              </a:ext>
            </a:extLst>
          </p:cNvPr>
          <p:cNvPicPr>
            <a:picLocks noChangeAspect="1"/>
          </p:cNvPicPr>
          <p:nvPr/>
        </p:nvPicPr>
        <p:blipFill>
          <a:blip r:embed="rId2"/>
          <a:stretch>
            <a:fillRect/>
          </a:stretch>
        </p:blipFill>
        <p:spPr>
          <a:xfrm>
            <a:off x="2764785" y="2719736"/>
            <a:ext cx="6528664" cy="1795703"/>
          </a:xfrm>
          <a:prstGeom prst="rect">
            <a:avLst/>
          </a:prstGeom>
        </p:spPr>
      </p:pic>
    </p:spTree>
    <p:extLst>
      <p:ext uri="{BB962C8B-B14F-4D97-AF65-F5344CB8AC3E}">
        <p14:creationId xmlns:p14="http://schemas.microsoft.com/office/powerpoint/2010/main" val="3282329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0B324-11FB-1ED1-17BC-F8F24A6B251B}"/>
              </a:ext>
            </a:extLst>
          </p:cNvPr>
          <p:cNvSpPr>
            <a:spLocks noGrp="1"/>
          </p:cNvSpPr>
          <p:nvPr>
            <p:ph type="ctrTitle"/>
          </p:nvPr>
        </p:nvSpPr>
        <p:spPr/>
        <p:txBody>
          <a:bodyPr/>
          <a:lstStyle/>
          <a:p>
            <a:r>
              <a:rPr lang="nl-NL" err="1"/>
              <a:t>Authorisatie</a:t>
            </a:r>
            <a:r>
              <a:rPr lang="nl-NL"/>
              <a:t> in een MVC applicatie</a:t>
            </a:r>
            <a:endParaRPr lang="en-BE"/>
          </a:p>
        </p:txBody>
      </p:sp>
      <p:sp>
        <p:nvSpPr>
          <p:cNvPr id="3" name="Subtitle 2">
            <a:extLst>
              <a:ext uri="{FF2B5EF4-FFF2-40B4-BE49-F238E27FC236}">
                <a16:creationId xmlns:a16="http://schemas.microsoft.com/office/drawing/2014/main" id="{2E37B9B4-0EA1-3863-639B-B54E7F04CD02}"/>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4138730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51165D-692D-0B66-260C-01ACE38B2F87}"/>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D6579CEE-C193-B6B9-542F-368EDB61FE0A}"/>
              </a:ext>
            </a:extLst>
          </p:cNvPr>
          <p:cNvSpPr>
            <a:spLocks noGrp="1"/>
          </p:cNvSpPr>
          <p:nvPr>
            <p:ph type="title"/>
          </p:nvPr>
        </p:nvSpPr>
        <p:spPr/>
        <p:txBody>
          <a:bodyPr/>
          <a:lstStyle/>
          <a:p>
            <a:r>
              <a:rPr lang="nl-BE"/>
              <a:t>Authenticatie vs. </a:t>
            </a:r>
            <a:r>
              <a:rPr lang="nl-BE" err="1"/>
              <a:t>Authorisatie</a:t>
            </a:r>
            <a:endParaRPr lang="en-BE"/>
          </a:p>
        </p:txBody>
      </p:sp>
      <p:graphicFrame>
        <p:nvGraphicFramePr>
          <p:cNvPr id="4" name="Table 3">
            <a:extLst>
              <a:ext uri="{FF2B5EF4-FFF2-40B4-BE49-F238E27FC236}">
                <a16:creationId xmlns:a16="http://schemas.microsoft.com/office/drawing/2014/main" id="{B78CC6FC-FE0F-948D-9290-24AFCE721FFF}"/>
              </a:ext>
            </a:extLst>
          </p:cNvPr>
          <p:cNvGraphicFramePr>
            <a:graphicFrameLocks noGrp="1"/>
          </p:cNvGraphicFramePr>
          <p:nvPr>
            <p:extLst>
              <p:ext uri="{D42A27DB-BD31-4B8C-83A1-F6EECF244321}">
                <p14:modId xmlns:p14="http://schemas.microsoft.com/office/powerpoint/2010/main" val="3197088528"/>
              </p:ext>
            </p:extLst>
          </p:nvPr>
        </p:nvGraphicFramePr>
        <p:xfrm>
          <a:off x="1920700" y="2955790"/>
          <a:ext cx="8350599" cy="1112520"/>
        </p:xfrm>
        <a:graphic>
          <a:graphicData uri="http://schemas.openxmlformats.org/drawingml/2006/table">
            <a:tbl>
              <a:tblPr firstRow="1" bandRow="1">
                <a:tableStyleId>{5C22544A-7EE6-4342-B048-85BDC9FD1C3A}</a:tableStyleId>
              </a:tblPr>
              <a:tblGrid>
                <a:gridCol w="1466365">
                  <a:extLst>
                    <a:ext uri="{9D8B030D-6E8A-4147-A177-3AD203B41FA5}">
                      <a16:colId xmlns:a16="http://schemas.microsoft.com/office/drawing/2014/main" val="2940293322"/>
                    </a:ext>
                  </a:extLst>
                </a:gridCol>
                <a:gridCol w="6884234">
                  <a:extLst>
                    <a:ext uri="{9D8B030D-6E8A-4147-A177-3AD203B41FA5}">
                      <a16:colId xmlns:a16="http://schemas.microsoft.com/office/drawing/2014/main" val="3603392209"/>
                    </a:ext>
                  </a:extLst>
                </a:gridCol>
              </a:tblGrid>
              <a:tr h="370840">
                <a:tc>
                  <a:txBody>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nl-BE" sz="1800" b="1" kern="1200">
                          <a:solidFill>
                            <a:schemeClr val="lt1"/>
                          </a:solidFill>
                          <a:effectLst/>
                          <a:latin typeface="+mn-lt"/>
                          <a:ea typeface="+mn-ea"/>
                          <a:cs typeface="+mn-cs"/>
                        </a:rPr>
                        <a:t>Concept</a:t>
                      </a:r>
                    </a:p>
                  </a:txBody>
                  <a:tcPr/>
                </a:tc>
                <a:tc>
                  <a:txBody>
                    <a:bodyPr/>
                    <a:lstStyle/>
                    <a:p>
                      <a:r>
                        <a:rPr lang="en-US" err="1"/>
                        <a:t>Betekenis</a:t>
                      </a:r>
                      <a:endParaRPr lang="en-BE"/>
                    </a:p>
                  </a:txBody>
                  <a:tcPr/>
                </a:tc>
                <a:extLst>
                  <a:ext uri="{0D108BD9-81ED-4DB2-BD59-A6C34878D82A}">
                    <a16:rowId xmlns:a16="http://schemas.microsoft.com/office/drawing/2014/main" val="2282732519"/>
                  </a:ext>
                </a:extLst>
              </a:tr>
              <a:tr h="370840">
                <a:tc>
                  <a:txBody>
                    <a:bodyPr/>
                    <a:lstStyle/>
                    <a:p>
                      <a:r>
                        <a:rPr lang="en-US" err="1"/>
                        <a:t>Authenticatie</a:t>
                      </a:r>
                      <a:endParaRPr lang="en-BE"/>
                    </a:p>
                  </a:txBody>
                  <a:tcPr/>
                </a:tc>
                <a:tc>
                  <a:txBody>
                    <a:bodyPr/>
                    <a:lstStyle/>
                    <a:p>
                      <a:r>
                        <a:rPr lang="en-US"/>
                        <a:t>Wie ben je? – </a:t>
                      </a:r>
                      <a:r>
                        <a:rPr lang="en-US" err="1"/>
                        <a:t>Verifiëren</a:t>
                      </a:r>
                      <a:r>
                        <a:rPr lang="en-US"/>
                        <a:t> van </a:t>
                      </a:r>
                      <a:r>
                        <a:rPr lang="en-US" err="1"/>
                        <a:t>identiteit</a:t>
                      </a:r>
                      <a:r>
                        <a:rPr lang="en-US"/>
                        <a:t> (login)</a:t>
                      </a:r>
                      <a:endParaRPr lang="en-BE"/>
                    </a:p>
                  </a:txBody>
                  <a:tcPr/>
                </a:tc>
                <a:extLst>
                  <a:ext uri="{0D108BD9-81ED-4DB2-BD59-A6C34878D82A}">
                    <a16:rowId xmlns:a16="http://schemas.microsoft.com/office/drawing/2014/main" val="2697022401"/>
                  </a:ext>
                </a:extLst>
              </a:tr>
              <a:tr h="370840">
                <a:tc>
                  <a:txBody>
                    <a:bodyPr/>
                    <a:lstStyle/>
                    <a:p>
                      <a:r>
                        <a:rPr lang="en-US" err="1"/>
                        <a:t>Authorisatie</a:t>
                      </a:r>
                      <a:endParaRPr lang="en-BE"/>
                    </a:p>
                  </a:txBody>
                  <a:tcPr/>
                </a:tc>
                <a:tc>
                  <a:txBody>
                    <a:bodyPr/>
                    <a:lstStyle/>
                    <a:p>
                      <a:r>
                        <a:rPr lang="en-US"/>
                        <a:t>Wat mag je? – </a:t>
                      </a:r>
                      <a:r>
                        <a:rPr lang="en-US" err="1"/>
                        <a:t>Bepalen</a:t>
                      </a:r>
                      <a:r>
                        <a:rPr lang="en-US"/>
                        <a:t> of je </a:t>
                      </a:r>
                      <a:r>
                        <a:rPr lang="en-US" err="1"/>
                        <a:t>toegang</a:t>
                      </a:r>
                      <a:r>
                        <a:rPr lang="en-US"/>
                        <a:t> </a:t>
                      </a:r>
                      <a:r>
                        <a:rPr lang="en-US" err="1"/>
                        <a:t>hebt</a:t>
                      </a:r>
                      <a:r>
                        <a:rPr lang="en-US"/>
                        <a:t> tot </a:t>
                      </a:r>
                      <a:r>
                        <a:rPr lang="en-US" err="1"/>
                        <a:t>een</a:t>
                      </a:r>
                      <a:r>
                        <a:rPr lang="en-US"/>
                        <a:t> resource</a:t>
                      </a:r>
                      <a:endParaRPr lang="en-BE"/>
                    </a:p>
                  </a:txBody>
                  <a:tcPr/>
                </a:tc>
                <a:extLst>
                  <a:ext uri="{0D108BD9-81ED-4DB2-BD59-A6C34878D82A}">
                    <a16:rowId xmlns:a16="http://schemas.microsoft.com/office/drawing/2014/main" val="622424331"/>
                  </a:ext>
                </a:extLst>
              </a:tr>
            </a:tbl>
          </a:graphicData>
        </a:graphic>
      </p:graphicFrame>
    </p:spTree>
    <p:extLst>
      <p:ext uri="{BB962C8B-B14F-4D97-AF65-F5344CB8AC3E}">
        <p14:creationId xmlns:p14="http://schemas.microsoft.com/office/powerpoint/2010/main" val="2464025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43239B-0FCF-8884-D92B-A37CB4EAE510}"/>
              </a:ext>
            </a:extLst>
          </p:cNvPr>
          <p:cNvSpPr>
            <a:spLocks noGrp="1"/>
          </p:cNvSpPr>
          <p:nvPr>
            <p:ph type="body" sz="quarter" idx="17"/>
          </p:nvPr>
        </p:nvSpPr>
        <p:spPr/>
        <p:txBody>
          <a:bodyPr/>
          <a:lstStyle/>
          <a:p>
            <a:pPr marL="342900" indent="-342900" fontAlgn="base">
              <a:buFont typeface="Arial" panose="020B0604020202020204" pitchFamily="34" charset="0"/>
              <a:buChar char="•"/>
            </a:pPr>
            <a:r>
              <a:rPr lang="nl-BE"/>
              <a:t>Je koopt een </a:t>
            </a:r>
            <a:r>
              <a:rPr lang="nl-BE" b="1"/>
              <a:t>VIP</a:t>
            </a:r>
            <a:r>
              <a:rPr lang="nl-BE"/>
              <a:t> ticket voor een driedaags festival.</a:t>
            </a:r>
            <a:r>
              <a:rPr lang="en-US"/>
              <a:t>​</a:t>
            </a:r>
          </a:p>
          <a:p>
            <a:pPr marL="342900" indent="-342900" fontAlgn="base">
              <a:buFont typeface="Arial" panose="020B0604020202020204" pitchFamily="34" charset="0"/>
              <a:buChar char="•"/>
            </a:pPr>
            <a:r>
              <a:rPr lang="nl-BE" b="1" err="1"/>
              <a:t>Authentication</a:t>
            </a:r>
            <a:r>
              <a:rPr lang="nl-BE"/>
              <a:t>​</a:t>
            </a:r>
          </a:p>
          <a:p>
            <a:pPr marL="800123" lvl="1" indent="-342900" fontAlgn="base">
              <a:buFont typeface="Arial" panose="020B0604020202020204" pitchFamily="34" charset="0"/>
              <a:buChar char="•"/>
            </a:pPr>
            <a:r>
              <a:rPr lang="nl-BE"/>
              <a:t>Aan de ingang wordt er gecontroleerd of je een geldig ticket hebt</a:t>
            </a:r>
            <a:r>
              <a:rPr lang="en-US"/>
              <a:t>​</a:t>
            </a:r>
          </a:p>
          <a:p>
            <a:pPr marL="800123" lvl="1" indent="-342900" fontAlgn="base">
              <a:buFont typeface="Arial" panose="020B0604020202020204" pitchFamily="34" charset="0"/>
              <a:buChar char="•"/>
            </a:pPr>
            <a:r>
              <a:rPr lang="en-US"/>
              <a:t>Bij </a:t>
            </a:r>
            <a:r>
              <a:rPr lang="en-US" err="1"/>
              <a:t>een</a:t>
            </a:r>
            <a:r>
              <a:rPr lang="en-US"/>
              <a:t> </a:t>
            </a:r>
            <a:r>
              <a:rPr lang="en-US" err="1"/>
              <a:t>geldig</a:t>
            </a:r>
            <a:r>
              <a:rPr lang="en-US"/>
              <a:t> ticket </a:t>
            </a:r>
            <a:r>
              <a:rPr lang="en-US" err="1"/>
              <a:t>krijg</a:t>
            </a:r>
            <a:r>
              <a:rPr lang="en-US"/>
              <a:t> je </a:t>
            </a:r>
            <a:r>
              <a:rPr lang="en-US" err="1"/>
              <a:t>een</a:t>
            </a:r>
            <a:r>
              <a:rPr lang="en-US"/>
              <a:t> </a:t>
            </a:r>
            <a:r>
              <a:rPr lang="en-US" err="1"/>
              <a:t>polsbandje</a:t>
            </a:r>
            <a:r>
              <a:rPr lang="en-US"/>
              <a:t>​</a:t>
            </a:r>
          </a:p>
          <a:p>
            <a:pPr marL="342900" indent="-342900" fontAlgn="base">
              <a:buFont typeface="Arial" panose="020B0604020202020204" pitchFamily="34" charset="0"/>
              <a:buChar char="•"/>
            </a:pPr>
            <a:r>
              <a:rPr lang="en-US" b="1" err="1"/>
              <a:t>Authorisation</a:t>
            </a:r>
            <a:r>
              <a:rPr lang="en-US"/>
              <a:t>​</a:t>
            </a:r>
          </a:p>
          <a:p>
            <a:pPr marL="800123" lvl="1" indent="-342900" fontAlgn="base">
              <a:buFont typeface="Arial" panose="020B0604020202020204" pitchFamily="34" charset="0"/>
              <a:buChar char="•"/>
            </a:pPr>
            <a:r>
              <a:rPr lang="en-US"/>
              <a:t>Met je </a:t>
            </a:r>
            <a:r>
              <a:rPr lang="en-US" err="1"/>
              <a:t>polsbandje</a:t>
            </a:r>
            <a:r>
              <a:rPr lang="en-US"/>
              <a:t> </a:t>
            </a:r>
            <a:r>
              <a:rPr lang="en-US" err="1"/>
              <a:t>krijg</a:t>
            </a:r>
            <a:r>
              <a:rPr lang="en-US"/>
              <a:t> je </a:t>
            </a:r>
            <a:r>
              <a:rPr lang="en-US" err="1"/>
              <a:t>toegang</a:t>
            </a:r>
            <a:r>
              <a:rPr lang="en-US"/>
              <a:t> tot </a:t>
            </a:r>
            <a:br>
              <a:rPr lang="en-US"/>
            </a:br>
            <a:r>
              <a:rPr lang="en-US"/>
              <a:t>de </a:t>
            </a:r>
            <a:r>
              <a:rPr lang="en-US" err="1"/>
              <a:t>festivalweide</a:t>
            </a:r>
            <a:r>
              <a:rPr lang="en-US"/>
              <a:t>​</a:t>
            </a:r>
          </a:p>
          <a:p>
            <a:pPr marL="800123" lvl="1" indent="-342900" fontAlgn="base">
              <a:buFont typeface="Arial" panose="020B0604020202020204" pitchFamily="34" charset="0"/>
              <a:buChar char="•"/>
            </a:pPr>
            <a:r>
              <a:rPr lang="en-US"/>
              <a:t>Met je </a:t>
            </a:r>
            <a:r>
              <a:rPr lang="en-US" err="1"/>
              <a:t>polsbandje</a:t>
            </a:r>
            <a:r>
              <a:rPr lang="en-US"/>
              <a:t> </a:t>
            </a:r>
            <a:r>
              <a:rPr lang="en-US" err="1"/>
              <a:t>krijg</a:t>
            </a:r>
            <a:r>
              <a:rPr lang="en-US"/>
              <a:t> je </a:t>
            </a:r>
            <a:r>
              <a:rPr lang="en-US" err="1"/>
              <a:t>toegang</a:t>
            </a:r>
            <a:r>
              <a:rPr lang="en-US"/>
              <a:t> tot </a:t>
            </a:r>
            <a:br>
              <a:rPr lang="en-US"/>
            </a:br>
            <a:r>
              <a:rPr lang="en-US"/>
              <a:t>de backstage</a:t>
            </a:r>
          </a:p>
          <a:p>
            <a:endParaRPr lang="en-BE"/>
          </a:p>
        </p:txBody>
      </p:sp>
      <p:sp>
        <p:nvSpPr>
          <p:cNvPr id="3" name="Title 2">
            <a:extLst>
              <a:ext uri="{FF2B5EF4-FFF2-40B4-BE49-F238E27FC236}">
                <a16:creationId xmlns:a16="http://schemas.microsoft.com/office/drawing/2014/main" id="{1C90D337-8FE1-1A92-F6AA-6AD1B4A4B7E4}"/>
              </a:ext>
            </a:extLst>
          </p:cNvPr>
          <p:cNvSpPr>
            <a:spLocks noGrp="1"/>
          </p:cNvSpPr>
          <p:nvPr>
            <p:ph type="title"/>
          </p:nvPr>
        </p:nvSpPr>
        <p:spPr/>
        <p:txBody>
          <a:bodyPr/>
          <a:lstStyle/>
          <a:p>
            <a:r>
              <a:rPr lang="en-US"/>
              <a:t>Festival </a:t>
            </a:r>
            <a:r>
              <a:rPr lang="en-US" err="1"/>
              <a:t>voorbeeld</a:t>
            </a:r>
            <a:endParaRPr lang="en-BE"/>
          </a:p>
        </p:txBody>
      </p:sp>
      <p:pic>
        <p:nvPicPr>
          <p:cNvPr id="1026" name="Picture 2" descr="Fiscaalvriendelijk naar een festival deze zomer? | PIA Group">
            <a:extLst>
              <a:ext uri="{FF2B5EF4-FFF2-40B4-BE49-F238E27FC236}">
                <a16:creationId xmlns:a16="http://schemas.microsoft.com/office/drawing/2014/main" id="{2CB07EEB-37DE-1A07-E966-59DDED03D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9021" y="3174999"/>
            <a:ext cx="4329653" cy="2886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2433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F057475-D0F7-123B-1CF5-F9CC5D397255}"/>
              </a:ext>
            </a:extLst>
          </p:cNvPr>
          <p:cNvSpPr>
            <a:spLocks noGrp="1"/>
          </p:cNvSpPr>
          <p:nvPr>
            <p:ph type="body" sz="quarter" idx="17"/>
          </p:nvPr>
        </p:nvSpPr>
        <p:spPr/>
        <p:txBody>
          <a:bodyPr/>
          <a:lstStyle/>
          <a:p>
            <a:endParaRPr lang="en-US"/>
          </a:p>
          <a:p>
            <a:endParaRPr lang="en-US"/>
          </a:p>
          <a:p>
            <a:endParaRPr lang="en-US"/>
          </a:p>
          <a:p>
            <a:endParaRPr lang="en-US"/>
          </a:p>
          <a:p>
            <a:endParaRPr lang="en-US"/>
          </a:p>
          <a:p>
            <a:r>
              <a:rPr lang="en-US" err="1"/>
              <a:t>Niet</a:t>
            </a:r>
            <a:r>
              <a:rPr lang="en-US"/>
              <a:t> </a:t>
            </a:r>
            <a:r>
              <a:rPr lang="en-US" err="1"/>
              <a:t>ingelogde</a:t>
            </a:r>
            <a:r>
              <a:rPr lang="en-US"/>
              <a:t> </a:t>
            </a:r>
            <a:r>
              <a:rPr lang="en-US" err="1"/>
              <a:t>gebruikers</a:t>
            </a:r>
            <a:r>
              <a:rPr lang="en-US"/>
              <a:t> </a:t>
            </a:r>
            <a:r>
              <a:rPr lang="en-US" err="1"/>
              <a:t>worden</a:t>
            </a:r>
            <a:r>
              <a:rPr lang="en-US"/>
              <a:t> </a:t>
            </a:r>
            <a:r>
              <a:rPr lang="en-US" err="1"/>
              <a:t>automatisch</a:t>
            </a:r>
            <a:r>
              <a:rPr lang="en-US"/>
              <a:t> </a:t>
            </a:r>
            <a:r>
              <a:rPr lang="en-US" err="1"/>
              <a:t>doorgestuurd</a:t>
            </a:r>
            <a:r>
              <a:rPr lang="en-US"/>
              <a:t> </a:t>
            </a:r>
            <a:r>
              <a:rPr lang="en-US" err="1"/>
              <a:t>naar</a:t>
            </a:r>
            <a:r>
              <a:rPr lang="en-US"/>
              <a:t> de </a:t>
            </a:r>
            <a:r>
              <a:rPr lang="en-US" err="1"/>
              <a:t>inlog-pagina</a:t>
            </a:r>
            <a:endParaRPr lang="en-BE"/>
          </a:p>
        </p:txBody>
      </p:sp>
      <p:sp>
        <p:nvSpPr>
          <p:cNvPr id="3" name="Title 2">
            <a:extLst>
              <a:ext uri="{FF2B5EF4-FFF2-40B4-BE49-F238E27FC236}">
                <a16:creationId xmlns:a16="http://schemas.microsoft.com/office/drawing/2014/main" id="{88C8B60B-8188-0967-5ACD-7F65BA4B26F5}"/>
              </a:ext>
            </a:extLst>
          </p:cNvPr>
          <p:cNvSpPr>
            <a:spLocks noGrp="1"/>
          </p:cNvSpPr>
          <p:nvPr>
            <p:ph type="title"/>
          </p:nvPr>
        </p:nvSpPr>
        <p:spPr/>
        <p:txBody>
          <a:bodyPr/>
          <a:lstStyle/>
          <a:p>
            <a:r>
              <a:rPr lang="en-US"/>
              <a:t>Het [Authorize] </a:t>
            </a:r>
            <a:r>
              <a:rPr lang="en-US" err="1"/>
              <a:t>attribuut</a:t>
            </a:r>
            <a:endParaRPr lang="en-BE"/>
          </a:p>
        </p:txBody>
      </p:sp>
      <p:pic>
        <p:nvPicPr>
          <p:cNvPr id="5" name="Picture 4">
            <a:extLst>
              <a:ext uri="{FF2B5EF4-FFF2-40B4-BE49-F238E27FC236}">
                <a16:creationId xmlns:a16="http://schemas.microsoft.com/office/drawing/2014/main" id="{352D9164-E785-93BE-0279-C17CD7230D38}"/>
              </a:ext>
            </a:extLst>
          </p:cNvPr>
          <p:cNvPicPr>
            <a:picLocks noChangeAspect="1"/>
          </p:cNvPicPr>
          <p:nvPr/>
        </p:nvPicPr>
        <p:blipFill>
          <a:blip r:embed="rId2"/>
          <a:stretch>
            <a:fillRect/>
          </a:stretch>
        </p:blipFill>
        <p:spPr>
          <a:xfrm>
            <a:off x="3247627" y="1733491"/>
            <a:ext cx="5696745" cy="1552792"/>
          </a:xfrm>
          <a:prstGeom prst="rect">
            <a:avLst/>
          </a:prstGeom>
        </p:spPr>
      </p:pic>
    </p:spTree>
    <p:extLst>
      <p:ext uri="{BB962C8B-B14F-4D97-AF65-F5344CB8AC3E}">
        <p14:creationId xmlns:p14="http://schemas.microsoft.com/office/powerpoint/2010/main" val="2384410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D48EE-60D1-512D-D9BA-943BD6433B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911F601-F8FF-F1DE-42AF-C4163D6CDE9F}"/>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5FECAF18-2837-1F04-3ED7-B43EAA2DB730}"/>
              </a:ext>
            </a:extLst>
          </p:cNvPr>
          <p:cNvSpPr>
            <a:spLocks noGrp="1"/>
          </p:cNvSpPr>
          <p:nvPr>
            <p:ph type="title"/>
          </p:nvPr>
        </p:nvSpPr>
        <p:spPr/>
        <p:txBody>
          <a:bodyPr/>
          <a:lstStyle/>
          <a:p>
            <a:r>
              <a:rPr lang="en-US"/>
              <a:t>[Authorize] op Controller-</a:t>
            </a:r>
            <a:r>
              <a:rPr lang="en-US" err="1"/>
              <a:t>niveau</a:t>
            </a:r>
            <a:endParaRPr lang="en-BE"/>
          </a:p>
        </p:txBody>
      </p:sp>
      <p:pic>
        <p:nvPicPr>
          <p:cNvPr id="6" name="Picture 5">
            <a:extLst>
              <a:ext uri="{FF2B5EF4-FFF2-40B4-BE49-F238E27FC236}">
                <a16:creationId xmlns:a16="http://schemas.microsoft.com/office/drawing/2014/main" id="{9A5309F7-184D-004F-CEE4-50D90FF7FA64}"/>
              </a:ext>
            </a:extLst>
          </p:cNvPr>
          <p:cNvPicPr>
            <a:picLocks noChangeAspect="1"/>
          </p:cNvPicPr>
          <p:nvPr/>
        </p:nvPicPr>
        <p:blipFill>
          <a:blip r:embed="rId2"/>
          <a:stretch>
            <a:fillRect/>
          </a:stretch>
        </p:blipFill>
        <p:spPr>
          <a:xfrm>
            <a:off x="2388782" y="1571366"/>
            <a:ext cx="6979512" cy="3962168"/>
          </a:xfrm>
          <a:prstGeom prst="rect">
            <a:avLst/>
          </a:prstGeom>
        </p:spPr>
      </p:pic>
      <p:cxnSp>
        <p:nvCxnSpPr>
          <p:cNvPr id="8" name="Straight Arrow Connector 7">
            <a:extLst>
              <a:ext uri="{FF2B5EF4-FFF2-40B4-BE49-F238E27FC236}">
                <a16:creationId xmlns:a16="http://schemas.microsoft.com/office/drawing/2014/main" id="{95BFCE54-986D-C0C4-F942-F6ECF78C8E77}"/>
              </a:ext>
            </a:extLst>
          </p:cNvPr>
          <p:cNvCxnSpPr/>
          <p:nvPr/>
        </p:nvCxnSpPr>
        <p:spPr>
          <a:xfrm>
            <a:off x="742061" y="2095493"/>
            <a:ext cx="1871220" cy="0"/>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1423CA94-C5EE-EB1E-D2AB-ED1D3D3543F0}"/>
              </a:ext>
            </a:extLst>
          </p:cNvPr>
          <p:cNvCxnSpPr/>
          <p:nvPr/>
        </p:nvCxnSpPr>
        <p:spPr>
          <a:xfrm>
            <a:off x="1019152" y="3066697"/>
            <a:ext cx="1871220" cy="0"/>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D5F46B2E-A827-F6CD-F321-F6C53A12E99A}"/>
              </a:ext>
            </a:extLst>
          </p:cNvPr>
          <p:cNvCxnSpPr/>
          <p:nvPr/>
        </p:nvCxnSpPr>
        <p:spPr>
          <a:xfrm>
            <a:off x="963734" y="4420286"/>
            <a:ext cx="1871220" cy="0"/>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217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316D4-5E30-F560-403A-CA7C6320FD0B}"/>
              </a:ext>
            </a:extLst>
          </p:cNvPr>
          <p:cNvSpPr>
            <a:spLocks noGrp="1"/>
          </p:cNvSpPr>
          <p:nvPr>
            <p:ph type="ctrTitle"/>
          </p:nvPr>
        </p:nvSpPr>
        <p:spPr/>
        <p:txBody>
          <a:bodyPr/>
          <a:lstStyle/>
          <a:p>
            <a:r>
              <a:rPr lang="en-US"/>
              <a:t>Role-</a:t>
            </a:r>
            <a:r>
              <a:rPr lang="en-US" err="1"/>
              <a:t>gebaseerde</a:t>
            </a:r>
            <a:r>
              <a:rPr lang="en-US"/>
              <a:t> </a:t>
            </a:r>
            <a:r>
              <a:rPr lang="en-US" err="1"/>
              <a:t>authorisatie</a:t>
            </a:r>
            <a:endParaRPr lang="en-BE"/>
          </a:p>
        </p:txBody>
      </p:sp>
      <p:sp>
        <p:nvSpPr>
          <p:cNvPr id="3" name="Subtitle 2">
            <a:extLst>
              <a:ext uri="{FF2B5EF4-FFF2-40B4-BE49-F238E27FC236}">
                <a16:creationId xmlns:a16="http://schemas.microsoft.com/office/drawing/2014/main" id="{EA18537A-DF26-8657-0A75-D8B398A0EAF2}"/>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4248826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77E6A5-E633-6CA0-D0A3-AA32F4973503}"/>
              </a:ext>
            </a:extLst>
          </p:cNvPr>
          <p:cNvSpPr>
            <a:spLocks noGrp="1"/>
          </p:cNvSpPr>
          <p:nvPr>
            <p:ph type="body" sz="quarter" idx="17"/>
          </p:nvPr>
        </p:nvSpPr>
        <p:spPr/>
        <p:txBody>
          <a:bodyPr/>
          <a:lstStyle/>
          <a:p>
            <a:r>
              <a:rPr lang="nl-NL"/>
              <a:t>Een gebruiker kan tot één of meerdere rollen behoren:</a:t>
            </a:r>
          </a:p>
          <a:p>
            <a:endParaRPr lang="nl-NL"/>
          </a:p>
          <a:p>
            <a:pPr marL="342900" indent="-342900">
              <a:buFont typeface="Arial" panose="020B0604020202020204" pitchFamily="34" charset="0"/>
              <a:buChar char="•"/>
            </a:pPr>
            <a:r>
              <a:rPr lang="nl-NL"/>
              <a:t>David → </a:t>
            </a:r>
            <a:r>
              <a:rPr lang="nl-NL" b="1"/>
              <a:t>Student</a:t>
            </a:r>
            <a:endParaRPr lang="nl-NL"/>
          </a:p>
          <a:p>
            <a:pPr marL="342900" indent="-342900">
              <a:buFont typeface="Arial" panose="020B0604020202020204" pitchFamily="34" charset="0"/>
              <a:buChar char="•"/>
            </a:pPr>
            <a:r>
              <a:rPr lang="nl-NL"/>
              <a:t>Siegfried → </a:t>
            </a:r>
            <a:r>
              <a:rPr lang="nl-NL" b="1"/>
              <a:t>Lector</a:t>
            </a:r>
            <a:endParaRPr lang="nl-NL"/>
          </a:p>
          <a:p>
            <a:pPr marL="342900" indent="-342900">
              <a:buFont typeface="Arial" panose="020B0604020202020204" pitchFamily="34" charset="0"/>
              <a:buChar char="•"/>
            </a:pPr>
            <a:r>
              <a:rPr lang="nl-NL"/>
              <a:t>William → </a:t>
            </a:r>
            <a:r>
              <a:rPr lang="nl-NL" b="1"/>
              <a:t>Lector</a:t>
            </a:r>
            <a:r>
              <a:rPr lang="nl-NL"/>
              <a:t> en </a:t>
            </a:r>
            <a:r>
              <a:rPr lang="nl-NL" b="1"/>
              <a:t>Student</a:t>
            </a:r>
            <a:endParaRPr lang="nl-NL"/>
          </a:p>
          <a:p>
            <a:pPr marL="342900" indent="-342900">
              <a:buFont typeface="Arial" panose="020B0604020202020204" pitchFamily="34" charset="0"/>
              <a:buChar char="•"/>
            </a:pPr>
            <a:r>
              <a:rPr lang="nl-NL"/>
              <a:t>Joren → </a:t>
            </a:r>
            <a:r>
              <a:rPr lang="nl-NL" b="1"/>
              <a:t>Admin</a:t>
            </a:r>
            <a:endParaRPr lang="nl-NL"/>
          </a:p>
          <a:p>
            <a:endParaRPr lang="en-BE"/>
          </a:p>
        </p:txBody>
      </p:sp>
      <p:sp>
        <p:nvSpPr>
          <p:cNvPr id="3" name="Title 2">
            <a:extLst>
              <a:ext uri="{FF2B5EF4-FFF2-40B4-BE49-F238E27FC236}">
                <a16:creationId xmlns:a16="http://schemas.microsoft.com/office/drawing/2014/main" id="{3C061088-D504-2E02-C334-F09ECF2B49F1}"/>
              </a:ext>
            </a:extLst>
          </p:cNvPr>
          <p:cNvSpPr>
            <a:spLocks noGrp="1"/>
          </p:cNvSpPr>
          <p:nvPr>
            <p:ph type="title"/>
          </p:nvPr>
        </p:nvSpPr>
        <p:spPr/>
        <p:txBody>
          <a:bodyPr/>
          <a:lstStyle/>
          <a:p>
            <a:r>
              <a:rPr lang="en-US"/>
              <a:t>Concept</a:t>
            </a:r>
            <a:endParaRPr lang="en-BE"/>
          </a:p>
        </p:txBody>
      </p:sp>
    </p:spTree>
    <p:extLst>
      <p:ext uri="{BB962C8B-B14F-4D97-AF65-F5344CB8AC3E}">
        <p14:creationId xmlns:p14="http://schemas.microsoft.com/office/powerpoint/2010/main" val="3674571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799CE8-CF90-8E1C-3F3D-DE5D5D832F28}"/>
              </a:ext>
            </a:extLst>
          </p:cNvPr>
          <p:cNvSpPr>
            <a:spLocks noGrp="1"/>
          </p:cNvSpPr>
          <p:nvPr>
            <p:ph type="body" sz="quarter" idx="17"/>
          </p:nvPr>
        </p:nvSpPr>
        <p:spPr/>
        <p:txBody>
          <a:bodyPr/>
          <a:lstStyle/>
          <a:p>
            <a:r>
              <a:rPr lang="nl-BE"/>
              <a:t>De </a:t>
            </a:r>
            <a:r>
              <a:rPr lang="nl-BE" err="1"/>
              <a:t>IdentityRole</a:t>
            </a:r>
            <a:r>
              <a:rPr lang="nl-BE"/>
              <a:t> klasse bevat:</a:t>
            </a:r>
          </a:p>
          <a:p>
            <a:endParaRPr lang="nl-BE"/>
          </a:p>
          <a:p>
            <a:endParaRPr lang="nl-BE"/>
          </a:p>
          <a:p>
            <a:endParaRPr lang="nl-BE"/>
          </a:p>
          <a:p>
            <a:endParaRPr lang="nl-BE"/>
          </a:p>
          <a:p>
            <a:endParaRPr lang="nl-BE"/>
          </a:p>
          <a:p>
            <a:r>
              <a:rPr lang="nl-NL"/>
              <a:t>De koppeling user ↔ rol zit in </a:t>
            </a:r>
            <a:r>
              <a:rPr lang="nl-NL" b="1" err="1"/>
              <a:t>IdentityUserRole</a:t>
            </a:r>
            <a:r>
              <a:rPr lang="nl-NL" b="1"/>
              <a:t>&lt;string&gt;</a:t>
            </a:r>
            <a:r>
              <a:rPr lang="nl-NL"/>
              <a:t> met properties </a:t>
            </a:r>
            <a:r>
              <a:rPr lang="nl-NL" b="1" err="1"/>
              <a:t>UserId</a:t>
            </a:r>
            <a:r>
              <a:rPr lang="nl-NL"/>
              <a:t> en </a:t>
            </a:r>
            <a:r>
              <a:rPr lang="nl-NL" b="1" err="1"/>
              <a:t>RoleId</a:t>
            </a:r>
            <a:r>
              <a:rPr lang="nl-NL"/>
              <a:t> (veel-op-veel relatie).</a:t>
            </a:r>
            <a:endParaRPr lang="en-BE"/>
          </a:p>
        </p:txBody>
      </p:sp>
      <p:sp>
        <p:nvSpPr>
          <p:cNvPr id="3" name="Title 2">
            <a:extLst>
              <a:ext uri="{FF2B5EF4-FFF2-40B4-BE49-F238E27FC236}">
                <a16:creationId xmlns:a16="http://schemas.microsoft.com/office/drawing/2014/main" id="{A6FA31F1-D67E-6EA3-414D-0643051A2E74}"/>
              </a:ext>
            </a:extLst>
          </p:cNvPr>
          <p:cNvSpPr>
            <a:spLocks noGrp="1"/>
          </p:cNvSpPr>
          <p:nvPr>
            <p:ph type="title"/>
          </p:nvPr>
        </p:nvSpPr>
        <p:spPr/>
        <p:txBody>
          <a:bodyPr/>
          <a:lstStyle/>
          <a:p>
            <a:r>
              <a:rPr lang="en-US" err="1"/>
              <a:t>IdentityRole</a:t>
            </a:r>
            <a:endParaRPr lang="en-BE"/>
          </a:p>
        </p:txBody>
      </p:sp>
      <p:graphicFrame>
        <p:nvGraphicFramePr>
          <p:cNvPr id="4" name="Table 3">
            <a:extLst>
              <a:ext uri="{FF2B5EF4-FFF2-40B4-BE49-F238E27FC236}">
                <a16:creationId xmlns:a16="http://schemas.microsoft.com/office/drawing/2014/main" id="{A1602DFF-E590-24A9-4117-20C94522F1FC}"/>
              </a:ext>
            </a:extLst>
          </p:cNvPr>
          <p:cNvGraphicFramePr>
            <a:graphicFrameLocks noGrp="1"/>
          </p:cNvGraphicFramePr>
          <p:nvPr>
            <p:extLst>
              <p:ext uri="{D42A27DB-BD31-4B8C-83A1-F6EECF244321}">
                <p14:modId xmlns:p14="http://schemas.microsoft.com/office/powerpoint/2010/main" val="323208098"/>
              </p:ext>
            </p:extLst>
          </p:nvPr>
        </p:nvGraphicFramePr>
        <p:xfrm>
          <a:off x="1233978" y="2265833"/>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776546380"/>
                    </a:ext>
                  </a:extLst>
                </a:gridCol>
                <a:gridCol w="4064000">
                  <a:extLst>
                    <a:ext uri="{9D8B030D-6E8A-4147-A177-3AD203B41FA5}">
                      <a16:colId xmlns:a16="http://schemas.microsoft.com/office/drawing/2014/main" val="2980057220"/>
                    </a:ext>
                  </a:extLst>
                </a:gridCol>
              </a:tblGrid>
              <a:tr h="370840">
                <a:tc>
                  <a:txBody>
                    <a:bodyPr/>
                    <a:lstStyle/>
                    <a:p>
                      <a:r>
                        <a:rPr lang="en-US"/>
                        <a:t>Property</a:t>
                      </a:r>
                      <a:endParaRPr lang="en-BE"/>
                    </a:p>
                  </a:txBody>
                  <a:tcPr/>
                </a:tc>
                <a:tc>
                  <a:txBody>
                    <a:bodyPr/>
                    <a:lstStyle/>
                    <a:p>
                      <a:r>
                        <a:rPr lang="en-US" err="1"/>
                        <a:t>Beschrijving</a:t>
                      </a:r>
                      <a:endParaRPr lang="en-BE"/>
                    </a:p>
                  </a:txBody>
                  <a:tcPr/>
                </a:tc>
                <a:extLst>
                  <a:ext uri="{0D108BD9-81ED-4DB2-BD59-A6C34878D82A}">
                    <a16:rowId xmlns:a16="http://schemas.microsoft.com/office/drawing/2014/main" val="1904693893"/>
                  </a:ext>
                </a:extLst>
              </a:tr>
              <a:tr h="370840">
                <a:tc>
                  <a:txBody>
                    <a:bodyPr/>
                    <a:lstStyle/>
                    <a:p>
                      <a:r>
                        <a:rPr lang="en-US"/>
                        <a:t>Id</a:t>
                      </a:r>
                      <a:endParaRPr lang="en-BE"/>
                    </a:p>
                  </a:txBody>
                  <a:tcPr/>
                </a:tc>
                <a:tc>
                  <a:txBody>
                    <a:bodyPr/>
                    <a:lstStyle/>
                    <a:p>
                      <a:r>
                        <a:rPr lang="en-US" err="1"/>
                        <a:t>Primaire</a:t>
                      </a:r>
                      <a:r>
                        <a:rPr lang="en-US"/>
                        <a:t> </a:t>
                      </a:r>
                      <a:r>
                        <a:rPr lang="en-US" err="1"/>
                        <a:t>sleutel</a:t>
                      </a:r>
                      <a:r>
                        <a:rPr lang="en-US"/>
                        <a:t> (standard string/GUID)</a:t>
                      </a:r>
                      <a:endParaRPr lang="en-BE"/>
                    </a:p>
                  </a:txBody>
                  <a:tcPr/>
                </a:tc>
                <a:extLst>
                  <a:ext uri="{0D108BD9-81ED-4DB2-BD59-A6C34878D82A}">
                    <a16:rowId xmlns:a16="http://schemas.microsoft.com/office/drawing/2014/main" val="1433240833"/>
                  </a:ext>
                </a:extLst>
              </a:tr>
              <a:tr h="370840">
                <a:tc>
                  <a:txBody>
                    <a:bodyPr/>
                    <a:lstStyle/>
                    <a:p>
                      <a:r>
                        <a:rPr lang="en-US"/>
                        <a:t>Name</a:t>
                      </a:r>
                      <a:endParaRPr lang="en-BE"/>
                    </a:p>
                  </a:txBody>
                  <a:tcPr/>
                </a:tc>
                <a:tc>
                  <a:txBody>
                    <a:bodyPr/>
                    <a:lstStyle/>
                    <a:p>
                      <a:r>
                        <a:rPr lang="en-US"/>
                        <a:t>Naam van de </a:t>
                      </a:r>
                      <a:r>
                        <a:rPr lang="en-US" err="1"/>
                        <a:t>rol</a:t>
                      </a:r>
                      <a:endParaRPr lang="en-BE"/>
                    </a:p>
                  </a:txBody>
                  <a:tcPr/>
                </a:tc>
                <a:extLst>
                  <a:ext uri="{0D108BD9-81ED-4DB2-BD59-A6C34878D82A}">
                    <a16:rowId xmlns:a16="http://schemas.microsoft.com/office/drawing/2014/main" val="4128139846"/>
                  </a:ext>
                </a:extLst>
              </a:tr>
              <a:tr h="370840">
                <a:tc>
                  <a:txBody>
                    <a:bodyPr/>
                    <a:lstStyle/>
                    <a:p>
                      <a:r>
                        <a:rPr lang="en-US" err="1"/>
                        <a:t>NormalizedName</a:t>
                      </a:r>
                      <a:endParaRPr lang="en-BE"/>
                    </a:p>
                  </a:txBody>
                  <a:tcPr/>
                </a:tc>
                <a:tc>
                  <a:txBody>
                    <a:bodyPr/>
                    <a:lstStyle/>
                    <a:p>
                      <a:r>
                        <a:rPr lang="en-US" err="1"/>
                        <a:t>Genormaliseerde</a:t>
                      </a:r>
                      <a:r>
                        <a:rPr lang="en-US"/>
                        <a:t> naam (uppercase)</a:t>
                      </a:r>
                      <a:endParaRPr lang="en-BE"/>
                    </a:p>
                  </a:txBody>
                  <a:tcPr/>
                </a:tc>
                <a:extLst>
                  <a:ext uri="{0D108BD9-81ED-4DB2-BD59-A6C34878D82A}">
                    <a16:rowId xmlns:a16="http://schemas.microsoft.com/office/drawing/2014/main" val="4171870558"/>
                  </a:ext>
                </a:extLst>
              </a:tr>
              <a:tr h="370840">
                <a:tc>
                  <a:txBody>
                    <a:bodyPr/>
                    <a:lstStyle/>
                    <a:p>
                      <a:r>
                        <a:rPr lang="en-US" err="1"/>
                        <a:t>ConcurrencyStamp</a:t>
                      </a:r>
                      <a:endParaRPr lang="en-BE"/>
                    </a:p>
                  </a:txBody>
                  <a:tcPr/>
                </a:tc>
                <a:tc>
                  <a:txBody>
                    <a:bodyPr/>
                    <a:lstStyle/>
                    <a:p>
                      <a:r>
                        <a:rPr lang="en-US" err="1"/>
                        <a:t>Wijzigt</a:t>
                      </a:r>
                      <a:r>
                        <a:rPr lang="en-US"/>
                        <a:t> </a:t>
                      </a:r>
                      <a:r>
                        <a:rPr lang="en-US" err="1"/>
                        <a:t>bij</a:t>
                      </a:r>
                      <a:r>
                        <a:rPr lang="en-US"/>
                        <a:t> </a:t>
                      </a:r>
                      <a:r>
                        <a:rPr lang="en-US" err="1"/>
                        <a:t>elke</a:t>
                      </a:r>
                      <a:r>
                        <a:rPr lang="en-US"/>
                        <a:t> update</a:t>
                      </a:r>
                      <a:endParaRPr lang="en-BE"/>
                    </a:p>
                  </a:txBody>
                  <a:tcPr/>
                </a:tc>
                <a:extLst>
                  <a:ext uri="{0D108BD9-81ED-4DB2-BD59-A6C34878D82A}">
                    <a16:rowId xmlns:a16="http://schemas.microsoft.com/office/drawing/2014/main" val="1142510902"/>
                  </a:ext>
                </a:extLst>
              </a:tr>
            </a:tbl>
          </a:graphicData>
        </a:graphic>
      </p:graphicFrame>
    </p:spTree>
    <p:extLst>
      <p:ext uri="{BB962C8B-B14F-4D97-AF65-F5344CB8AC3E}">
        <p14:creationId xmlns:p14="http://schemas.microsoft.com/office/powerpoint/2010/main" val="580979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A29683-7AC3-A9BF-F65D-698D5853656B}"/>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68BFE127-2721-B31E-02F0-7760C23611C0}"/>
              </a:ext>
            </a:extLst>
          </p:cNvPr>
          <p:cNvSpPr>
            <a:spLocks noGrp="1"/>
          </p:cNvSpPr>
          <p:nvPr>
            <p:ph type="title"/>
          </p:nvPr>
        </p:nvSpPr>
        <p:spPr/>
        <p:txBody>
          <a:bodyPr/>
          <a:lstStyle/>
          <a:p>
            <a:r>
              <a:rPr lang="nb-NO"/>
              <a:t>Admin user en role seeden</a:t>
            </a:r>
            <a:endParaRPr lang="en-BE"/>
          </a:p>
        </p:txBody>
      </p:sp>
      <p:pic>
        <p:nvPicPr>
          <p:cNvPr id="5" name="Picture 4">
            <a:extLst>
              <a:ext uri="{FF2B5EF4-FFF2-40B4-BE49-F238E27FC236}">
                <a16:creationId xmlns:a16="http://schemas.microsoft.com/office/drawing/2014/main" id="{763E3B8C-1803-3C43-B9CB-72CF32CB9086}"/>
              </a:ext>
            </a:extLst>
          </p:cNvPr>
          <p:cNvPicPr>
            <a:picLocks noChangeAspect="1"/>
          </p:cNvPicPr>
          <p:nvPr/>
        </p:nvPicPr>
        <p:blipFill>
          <a:blip r:embed="rId2"/>
          <a:stretch>
            <a:fillRect/>
          </a:stretch>
        </p:blipFill>
        <p:spPr>
          <a:xfrm>
            <a:off x="3490549" y="2443025"/>
            <a:ext cx="5210902" cy="1971950"/>
          </a:xfrm>
          <a:prstGeom prst="rect">
            <a:avLst/>
          </a:prstGeom>
        </p:spPr>
      </p:pic>
    </p:spTree>
    <p:extLst>
      <p:ext uri="{BB962C8B-B14F-4D97-AF65-F5344CB8AC3E}">
        <p14:creationId xmlns:p14="http://schemas.microsoft.com/office/powerpoint/2010/main" val="2267550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72F8-3B63-BA6E-A9B5-9B9075AF92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73D1CCD-37C8-0AE5-5966-AB834FB7A7DA}"/>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747819FA-2E0C-F2FD-9063-91597DAAC7F8}"/>
              </a:ext>
            </a:extLst>
          </p:cNvPr>
          <p:cNvSpPr>
            <a:spLocks noGrp="1"/>
          </p:cNvSpPr>
          <p:nvPr>
            <p:ph type="title"/>
          </p:nvPr>
        </p:nvSpPr>
        <p:spPr/>
        <p:txBody>
          <a:bodyPr/>
          <a:lstStyle/>
          <a:p>
            <a:r>
              <a:rPr lang="nb-NO"/>
              <a:t>Admin user en role seeden</a:t>
            </a:r>
            <a:endParaRPr lang="en-BE"/>
          </a:p>
        </p:txBody>
      </p:sp>
      <p:pic>
        <p:nvPicPr>
          <p:cNvPr id="6" name="Picture 5">
            <a:extLst>
              <a:ext uri="{FF2B5EF4-FFF2-40B4-BE49-F238E27FC236}">
                <a16:creationId xmlns:a16="http://schemas.microsoft.com/office/drawing/2014/main" id="{D3AECE31-DEDA-52B8-0B05-2FF70CA101E0}"/>
              </a:ext>
            </a:extLst>
          </p:cNvPr>
          <p:cNvPicPr>
            <a:picLocks noChangeAspect="1"/>
          </p:cNvPicPr>
          <p:nvPr/>
        </p:nvPicPr>
        <p:blipFill>
          <a:blip r:embed="rId2"/>
          <a:stretch>
            <a:fillRect/>
          </a:stretch>
        </p:blipFill>
        <p:spPr>
          <a:xfrm>
            <a:off x="6370040" y="2710991"/>
            <a:ext cx="5380467" cy="3260889"/>
          </a:xfrm>
          <a:prstGeom prst="rect">
            <a:avLst/>
          </a:prstGeom>
        </p:spPr>
      </p:pic>
      <p:pic>
        <p:nvPicPr>
          <p:cNvPr id="7" name="Picture 6">
            <a:extLst>
              <a:ext uri="{FF2B5EF4-FFF2-40B4-BE49-F238E27FC236}">
                <a16:creationId xmlns:a16="http://schemas.microsoft.com/office/drawing/2014/main" id="{33449B65-4B9D-4CE9-BB71-655A7373327E}"/>
              </a:ext>
            </a:extLst>
          </p:cNvPr>
          <p:cNvPicPr>
            <a:picLocks noChangeAspect="1"/>
          </p:cNvPicPr>
          <p:nvPr/>
        </p:nvPicPr>
        <p:blipFill>
          <a:blip r:embed="rId3"/>
          <a:stretch>
            <a:fillRect/>
          </a:stretch>
        </p:blipFill>
        <p:spPr>
          <a:xfrm>
            <a:off x="709464" y="1632251"/>
            <a:ext cx="5210902" cy="1971950"/>
          </a:xfrm>
          <a:prstGeom prst="rect">
            <a:avLst/>
          </a:prstGeom>
        </p:spPr>
      </p:pic>
    </p:spTree>
    <p:extLst>
      <p:ext uri="{BB962C8B-B14F-4D97-AF65-F5344CB8AC3E}">
        <p14:creationId xmlns:p14="http://schemas.microsoft.com/office/powerpoint/2010/main" val="351729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B8D25-39A6-5124-9EBE-86B7F95B0B7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704B20B-1C56-ABE6-CF65-D8B46E4A3D1A}"/>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25F53F3D-C3E6-61F7-D7B5-956A7C793733}"/>
              </a:ext>
            </a:extLst>
          </p:cNvPr>
          <p:cNvSpPr>
            <a:spLocks noGrp="1"/>
          </p:cNvSpPr>
          <p:nvPr>
            <p:ph type="title"/>
          </p:nvPr>
        </p:nvSpPr>
        <p:spPr/>
        <p:txBody>
          <a:bodyPr/>
          <a:lstStyle/>
          <a:p>
            <a:r>
              <a:rPr lang="nb-NO"/>
              <a:t>Admin user en role seeden</a:t>
            </a:r>
            <a:endParaRPr lang="en-BE"/>
          </a:p>
        </p:txBody>
      </p:sp>
      <p:pic>
        <p:nvPicPr>
          <p:cNvPr id="6" name="Picture 5">
            <a:extLst>
              <a:ext uri="{FF2B5EF4-FFF2-40B4-BE49-F238E27FC236}">
                <a16:creationId xmlns:a16="http://schemas.microsoft.com/office/drawing/2014/main" id="{3C4103EC-67E1-3EB8-000B-D4FC593711BE}"/>
              </a:ext>
            </a:extLst>
          </p:cNvPr>
          <p:cNvPicPr>
            <a:picLocks noChangeAspect="1"/>
          </p:cNvPicPr>
          <p:nvPr/>
        </p:nvPicPr>
        <p:blipFill>
          <a:blip r:embed="rId2"/>
          <a:stretch>
            <a:fillRect/>
          </a:stretch>
        </p:blipFill>
        <p:spPr>
          <a:xfrm>
            <a:off x="3385759" y="2086968"/>
            <a:ext cx="5420481" cy="3362794"/>
          </a:xfrm>
          <a:prstGeom prst="rect">
            <a:avLst/>
          </a:prstGeom>
        </p:spPr>
      </p:pic>
    </p:spTree>
    <p:extLst>
      <p:ext uri="{BB962C8B-B14F-4D97-AF65-F5344CB8AC3E}">
        <p14:creationId xmlns:p14="http://schemas.microsoft.com/office/powerpoint/2010/main" val="4069513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D66DA0-71F7-827D-3E78-4EC2DCDCA2B0}"/>
              </a:ext>
            </a:extLst>
          </p:cNvPr>
          <p:cNvSpPr>
            <a:spLocks noGrp="1"/>
          </p:cNvSpPr>
          <p:nvPr>
            <p:ph type="body" sz="quarter" idx="17"/>
          </p:nvPr>
        </p:nvSpPr>
        <p:spPr/>
        <p:txBody>
          <a:bodyPr/>
          <a:lstStyle/>
          <a:p>
            <a:endParaRPr lang="en-US"/>
          </a:p>
          <a:p>
            <a:endParaRPr lang="en-US"/>
          </a:p>
          <a:p>
            <a:endParaRPr lang="en-US"/>
          </a:p>
          <a:p>
            <a:endParaRPr lang="en-US"/>
          </a:p>
          <a:p>
            <a:endParaRPr lang="en-US"/>
          </a:p>
          <a:p>
            <a:endParaRPr lang="en-US"/>
          </a:p>
          <a:p>
            <a:endParaRPr lang="en-US"/>
          </a:p>
          <a:p>
            <a:r>
              <a:rPr lang="en-US" err="1"/>
              <a:t>Gebruikers</a:t>
            </a:r>
            <a:r>
              <a:rPr lang="en-US"/>
              <a:t> </a:t>
            </a:r>
            <a:r>
              <a:rPr lang="en-US" err="1"/>
              <a:t>zonder</a:t>
            </a:r>
            <a:r>
              <a:rPr lang="en-US"/>
              <a:t> </a:t>
            </a:r>
            <a:r>
              <a:rPr lang="en-US" err="1"/>
              <a:t>juiste</a:t>
            </a:r>
            <a:r>
              <a:rPr lang="en-US"/>
              <a:t> </a:t>
            </a:r>
            <a:r>
              <a:rPr lang="en-US" err="1"/>
              <a:t>rol</a:t>
            </a:r>
            <a:r>
              <a:rPr lang="en-US"/>
              <a:t> </a:t>
            </a:r>
            <a:r>
              <a:rPr lang="en-US" err="1"/>
              <a:t>krijgen</a:t>
            </a:r>
            <a:r>
              <a:rPr lang="en-US"/>
              <a:t> </a:t>
            </a:r>
            <a:r>
              <a:rPr lang="en-US" err="1"/>
              <a:t>een</a:t>
            </a:r>
            <a:r>
              <a:rPr lang="en-US"/>
              <a:t> </a:t>
            </a:r>
            <a:r>
              <a:rPr lang="en-US" b="1"/>
              <a:t>Access Denied</a:t>
            </a:r>
            <a:r>
              <a:rPr lang="en-US"/>
              <a:t> </a:t>
            </a:r>
            <a:r>
              <a:rPr lang="en-US" err="1"/>
              <a:t>pagina</a:t>
            </a:r>
            <a:r>
              <a:rPr lang="en-US"/>
              <a:t>.</a:t>
            </a:r>
            <a:endParaRPr lang="en-BE"/>
          </a:p>
        </p:txBody>
      </p:sp>
      <p:sp>
        <p:nvSpPr>
          <p:cNvPr id="3" name="Title 2">
            <a:extLst>
              <a:ext uri="{FF2B5EF4-FFF2-40B4-BE49-F238E27FC236}">
                <a16:creationId xmlns:a16="http://schemas.microsoft.com/office/drawing/2014/main" id="{DC0E7666-3C92-33FC-8F1C-ACFA196B6DD8}"/>
              </a:ext>
            </a:extLst>
          </p:cNvPr>
          <p:cNvSpPr>
            <a:spLocks noGrp="1"/>
          </p:cNvSpPr>
          <p:nvPr>
            <p:ph type="title"/>
          </p:nvPr>
        </p:nvSpPr>
        <p:spPr/>
        <p:txBody>
          <a:bodyPr/>
          <a:lstStyle/>
          <a:p>
            <a:r>
              <a:rPr lang="en-US"/>
              <a:t>[Authorize] met Roles</a:t>
            </a:r>
            <a:endParaRPr lang="en-BE"/>
          </a:p>
        </p:txBody>
      </p:sp>
      <p:pic>
        <p:nvPicPr>
          <p:cNvPr id="5" name="Picture 4">
            <a:extLst>
              <a:ext uri="{FF2B5EF4-FFF2-40B4-BE49-F238E27FC236}">
                <a16:creationId xmlns:a16="http://schemas.microsoft.com/office/drawing/2014/main" id="{751C289C-E84A-0988-FFFB-B4003E477E64}"/>
              </a:ext>
            </a:extLst>
          </p:cNvPr>
          <p:cNvPicPr>
            <a:picLocks noChangeAspect="1"/>
          </p:cNvPicPr>
          <p:nvPr/>
        </p:nvPicPr>
        <p:blipFill>
          <a:blip r:embed="rId2"/>
          <a:stretch>
            <a:fillRect/>
          </a:stretch>
        </p:blipFill>
        <p:spPr>
          <a:xfrm>
            <a:off x="2847521" y="2376340"/>
            <a:ext cx="6496957" cy="2105319"/>
          </a:xfrm>
          <a:prstGeom prst="rect">
            <a:avLst/>
          </a:prstGeom>
        </p:spPr>
      </p:pic>
    </p:spTree>
    <p:extLst>
      <p:ext uri="{BB962C8B-B14F-4D97-AF65-F5344CB8AC3E}">
        <p14:creationId xmlns:p14="http://schemas.microsoft.com/office/powerpoint/2010/main" val="34419388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29FA9D-4E64-59F8-1743-5F8BEFB32CC8}"/>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2897563B-51F8-35D4-3599-BB5F3F8889CF}"/>
              </a:ext>
            </a:extLst>
          </p:cNvPr>
          <p:cNvSpPr>
            <a:spLocks noGrp="1"/>
          </p:cNvSpPr>
          <p:nvPr>
            <p:ph type="title"/>
          </p:nvPr>
        </p:nvSpPr>
        <p:spPr/>
        <p:txBody>
          <a:bodyPr/>
          <a:lstStyle/>
          <a:p>
            <a:r>
              <a:rPr lang="nl-BE"/>
              <a:t>Access </a:t>
            </a:r>
            <a:r>
              <a:rPr lang="nl-BE" err="1"/>
              <a:t>Denied</a:t>
            </a:r>
            <a:r>
              <a:rPr lang="nl-BE"/>
              <a:t> configureren</a:t>
            </a:r>
            <a:endParaRPr lang="en-BE"/>
          </a:p>
        </p:txBody>
      </p:sp>
      <p:pic>
        <p:nvPicPr>
          <p:cNvPr id="5" name="Picture 4">
            <a:extLst>
              <a:ext uri="{FF2B5EF4-FFF2-40B4-BE49-F238E27FC236}">
                <a16:creationId xmlns:a16="http://schemas.microsoft.com/office/drawing/2014/main" id="{6B0EADE4-5B57-5539-37CF-8F67205AE0F1}"/>
              </a:ext>
            </a:extLst>
          </p:cNvPr>
          <p:cNvPicPr>
            <a:picLocks noChangeAspect="1"/>
          </p:cNvPicPr>
          <p:nvPr/>
        </p:nvPicPr>
        <p:blipFill>
          <a:blip r:embed="rId2"/>
          <a:stretch>
            <a:fillRect/>
          </a:stretch>
        </p:blipFill>
        <p:spPr>
          <a:xfrm>
            <a:off x="2852285" y="1538023"/>
            <a:ext cx="6487430" cy="3781953"/>
          </a:xfrm>
          <a:prstGeom prst="rect">
            <a:avLst/>
          </a:prstGeom>
        </p:spPr>
      </p:pic>
    </p:spTree>
    <p:extLst>
      <p:ext uri="{BB962C8B-B14F-4D97-AF65-F5344CB8AC3E}">
        <p14:creationId xmlns:p14="http://schemas.microsoft.com/office/powerpoint/2010/main" val="3145618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0A542C-585A-E013-D07B-3D436E2254B2}"/>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8B7C0FEA-CFB1-0FB1-B830-59429BA4EE4E}"/>
              </a:ext>
            </a:extLst>
          </p:cNvPr>
          <p:cNvSpPr>
            <a:spLocks noGrp="1"/>
          </p:cNvSpPr>
          <p:nvPr>
            <p:ph type="title"/>
          </p:nvPr>
        </p:nvSpPr>
        <p:spPr/>
        <p:txBody>
          <a:bodyPr/>
          <a:lstStyle/>
          <a:p>
            <a:r>
              <a:rPr lang="en-US"/>
              <a:t>Menu-items </a:t>
            </a:r>
            <a:r>
              <a:rPr lang="en-US" err="1"/>
              <a:t>tonen</a:t>
            </a:r>
            <a:r>
              <a:rPr lang="en-US"/>
              <a:t> op basis van </a:t>
            </a:r>
            <a:r>
              <a:rPr lang="en-US" err="1"/>
              <a:t>rol</a:t>
            </a:r>
            <a:endParaRPr lang="en-BE"/>
          </a:p>
        </p:txBody>
      </p:sp>
      <p:pic>
        <p:nvPicPr>
          <p:cNvPr id="5" name="Picture 4">
            <a:extLst>
              <a:ext uri="{FF2B5EF4-FFF2-40B4-BE49-F238E27FC236}">
                <a16:creationId xmlns:a16="http://schemas.microsoft.com/office/drawing/2014/main" id="{EA65A7AB-E1B6-92B8-6864-1C611C6F31C0}"/>
              </a:ext>
            </a:extLst>
          </p:cNvPr>
          <p:cNvPicPr>
            <a:picLocks noChangeAspect="1"/>
          </p:cNvPicPr>
          <p:nvPr/>
        </p:nvPicPr>
        <p:blipFill>
          <a:blip r:embed="rId2"/>
          <a:stretch>
            <a:fillRect/>
          </a:stretch>
        </p:blipFill>
        <p:spPr>
          <a:xfrm>
            <a:off x="3426643" y="1569601"/>
            <a:ext cx="5253195" cy="4335236"/>
          </a:xfrm>
          <a:prstGeom prst="rect">
            <a:avLst/>
          </a:prstGeom>
        </p:spPr>
      </p:pic>
      <p:cxnSp>
        <p:nvCxnSpPr>
          <p:cNvPr id="7" name="Straight Arrow Connector 6">
            <a:extLst>
              <a:ext uri="{FF2B5EF4-FFF2-40B4-BE49-F238E27FC236}">
                <a16:creationId xmlns:a16="http://schemas.microsoft.com/office/drawing/2014/main" id="{846C9393-F144-7761-817A-531340755D07}"/>
              </a:ext>
            </a:extLst>
          </p:cNvPr>
          <p:cNvCxnSpPr/>
          <p:nvPr/>
        </p:nvCxnSpPr>
        <p:spPr>
          <a:xfrm>
            <a:off x="1535498" y="3313736"/>
            <a:ext cx="2205872" cy="0"/>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FB9AAA5-79A8-0371-839F-E8C249549FF2}"/>
              </a:ext>
            </a:extLst>
          </p:cNvPr>
          <p:cNvCxnSpPr/>
          <p:nvPr/>
        </p:nvCxnSpPr>
        <p:spPr>
          <a:xfrm>
            <a:off x="1505018" y="4609136"/>
            <a:ext cx="2205872" cy="0"/>
          </a:xfrm>
          <a:prstGeom prst="straightConnector1">
            <a:avLst/>
          </a:prstGeom>
          <a:ln w="28575">
            <a:solidFill>
              <a:srgbClr val="44C8F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769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68F25-4ED8-3AED-DCD8-4D3F763ABFC4}"/>
              </a:ext>
            </a:extLst>
          </p:cNvPr>
          <p:cNvSpPr>
            <a:spLocks noGrp="1"/>
          </p:cNvSpPr>
          <p:nvPr>
            <p:ph type="ctrTitle"/>
          </p:nvPr>
        </p:nvSpPr>
        <p:spPr/>
        <p:txBody>
          <a:bodyPr/>
          <a:lstStyle/>
          <a:p>
            <a:r>
              <a:rPr lang="en-US"/>
              <a:t>Appendix</a:t>
            </a:r>
            <a:br>
              <a:rPr lang="en-US"/>
            </a:br>
            <a:br>
              <a:rPr lang="en-US"/>
            </a:br>
            <a:r>
              <a:rPr lang="en-US" err="1"/>
              <a:t>Belangrijke</a:t>
            </a:r>
            <a:r>
              <a:rPr lang="en-US"/>
              <a:t> Identity </a:t>
            </a:r>
            <a:r>
              <a:rPr lang="en-US" err="1"/>
              <a:t>Serviceklassen</a:t>
            </a:r>
            <a:endParaRPr lang="en-BE"/>
          </a:p>
        </p:txBody>
      </p:sp>
      <p:sp>
        <p:nvSpPr>
          <p:cNvPr id="3" name="Subtitle 2">
            <a:extLst>
              <a:ext uri="{FF2B5EF4-FFF2-40B4-BE49-F238E27FC236}">
                <a16:creationId xmlns:a16="http://schemas.microsoft.com/office/drawing/2014/main" id="{ECFA7153-1A20-3DD6-54B6-D2998EDA0A8A}"/>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14991584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4C63-DFCE-30D7-AF98-9BCB2F66F105}"/>
              </a:ext>
            </a:extLst>
          </p:cNvPr>
          <p:cNvSpPr>
            <a:spLocks noGrp="1"/>
          </p:cNvSpPr>
          <p:nvPr>
            <p:ph type="title"/>
          </p:nvPr>
        </p:nvSpPr>
        <p:spPr/>
        <p:txBody>
          <a:bodyPr/>
          <a:lstStyle/>
          <a:p>
            <a:r>
              <a:rPr lang="en-US" err="1"/>
              <a:t>UserManager</a:t>
            </a:r>
            <a:endParaRPr lang="en-BE"/>
          </a:p>
        </p:txBody>
      </p:sp>
      <p:graphicFrame>
        <p:nvGraphicFramePr>
          <p:cNvPr id="4" name="Table Placeholder 3">
            <a:extLst>
              <a:ext uri="{FF2B5EF4-FFF2-40B4-BE49-F238E27FC236}">
                <a16:creationId xmlns:a16="http://schemas.microsoft.com/office/drawing/2014/main" id="{EFE7D024-264E-B07D-B1AA-55B3C8438FCA}"/>
              </a:ext>
            </a:extLst>
          </p:cNvPr>
          <p:cNvGraphicFramePr>
            <a:graphicFrameLocks noGrp="1"/>
          </p:cNvGraphicFramePr>
          <p:nvPr>
            <p:ph type="tbl" sz="quarter" idx="18"/>
            <p:extLst>
              <p:ext uri="{D42A27DB-BD31-4B8C-83A1-F6EECF244321}">
                <p14:modId xmlns:p14="http://schemas.microsoft.com/office/powerpoint/2010/main" val="467375577"/>
              </p:ext>
            </p:extLst>
          </p:nvPr>
        </p:nvGraphicFramePr>
        <p:xfrm>
          <a:off x="665795" y="1470554"/>
          <a:ext cx="11050588" cy="3337560"/>
        </p:xfrm>
        <a:graphic>
          <a:graphicData uri="http://schemas.openxmlformats.org/drawingml/2006/table">
            <a:tbl>
              <a:tblPr firstRow="1" bandRow="1">
                <a:tableStyleId>{5C22544A-7EE6-4342-B048-85BDC9FD1C3A}</a:tableStyleId>
              </a:tblPr>
              <a:tblGrid>
                <a:gridCol w="5525294">
                  <a:extLst>
                    <a:ext uri="{9D8B030D-6E8A-4147-A177-3AD203B41FA5}">
                      <a16:colId xmlns:a16="http://schemas.microsoft.com/office/drawing/2014/main" val="3039836018"/>
                    </a:ext>
                  </a:extLst>
                </a:gridCol>
                <a:gridCol w="5525294">
                  <a:extLst>
                    <a:ext uri="{9D8B030D-6E8A-4147-A177-3AD203B41FA5}">
                      <a16:colId xmlns:a16="http://schemas.microsoft.com/office/drawing/2014/main" val="3844617186"/>
                    </a:ext>
                  </a:extLst>
                </a:gridCol>
              </a:tblGrid>
              <a:tr h="370840">
                <a:tc>
                  <a:txBody>
                    <a:bodyPr/>
                    <a:lstStyle/>
                    <a:p>
                      <a:r>
                        <a:rPr lang="en-US"/>
                        <a:t>Methode</a:t>
                      </a:r>
                      <a:endParaRPr lang="en-BE"/>
                    </a:p>
                  </a:txBody>
                  <a:tcPr/>
                </a:tc>
                <a:tc>
                  <a:txBody>
                    <a:bodyPr/>
                    <a:lstStyle/>
                    <a:p>
                      <a:r>
                        <a:rPr lang="en-US" err="1"/>
                        <a:t>Beschrijving</a:t>
                      </a:r>
                      <a:endParaRPr lang="en-BE"/>
                    </a:p>
                  </a:txBody>
                  <a:tcPr/>
                </a:tc>
                <a:extLst>
                  <a:ext uri="{0D108BD9-81ED-4DB2-BD59-A6C34878D82A}">
                    <a16:rowId xmlns:a16="http://schemas.microsoft.com/office/drawing/2014/main" val="3209213978"/>
                  </a:ext>
                </a:extLst>
              </a:tr>
              <a:tr h="370840">
                <a:tc>
                  <a:txBody>
                    <a:bodyPr/>
                    <a:lstStyle/>
                    <a:p>
                      <a:r>
                        <a:rPr lang="nl-BE" sz="1800" b="1" i="0" kern="1200" err="1">
                          <a:solidFill>
                            <a:schemeClr val="dk1"/>
                          </a:solidFill>
                          <a:effectLst/>
                          <a:latin typeface="+mn-lt"/>
                          <a:ea typeface="+mn-ea"/>
                          <a:cs typeface="+mn-cs"/>
                        </a:rPr>
                        <a:t>CreateAsync</a:t>
                      </a:r>
                      <a:r>
                        <a:rPr lang="nl-BE" sz="1800" b="1" i="0" kern="1200">
                          <a:solidFill>
                            <a:schemeClr val="dk1"/>
                          </a:solidFill>
                          <a:effectLst/>
                          <a:latin typeface="+mn-lt"/>
                          <a:ea typeface="+mn-ea"/>
                          <a:cs typeface="+mn-cs"/>
                        </a:rPr>
                        <a:t>(user, password)</a:t>
                      </a:r>
                      <a:endParaRPr lang="en-BE" b="1"/>
                    </a:p>
                  </a:txBody>
                  <a:tcPr/>
                </a:tc>
                <a:tc>
                  <a:txBody>
                    <a:bodyPr/>
                    <a:lstStyle/>
                    <a:p>
                      <a:r>
                        <a:rPr lang="nl-NL" sz="1800" b="0" i="0" kern="1200">
                          <a:solidFill>
                            <a:schemeClr val="dk1"/>
                          </a:solidFill>
                          <a:effectLst/>
                          <a:latin typeface="+mn-lt"/>
                          <a:ea typeface="+mn-ea"/>
                          <a:cs typeface="+mn-cs"/>
                        </a:rPr>
                        <a:t>Maakt een user aan met </a:t>
                      </a:r>
                      <a:r>
                        <a:rPr lang="nl-NL" sz="1800" b="0" i="0" kern="1200" err="1">
                          <a:solidFill>
                            <a:schemeClr val="dk1"/>
                          </a:solidFill>
                          <a:effectLst/>
                          <a:latin typeface="+mn-lt"/>
                          <a:ea typeface="+mn-ea"/>
                          <a:cs typeface="+mn-cs"/>
                        </a:rPr>
                        <a:t>gehasht</a:t>
                      </a:r>
                      <a:r>
                        <a:rPr lang="nl-NL" sz="1800" b="0" i="0" kern="1200">
                          <a:solidFill>
                            <a:schemeClr val="dk1"/>
                          </a:solidFill>
                          <a:effectLst/>
                          <a:latin typeface="+mn-lt"/>
                          <a:ea typeface="+mn-ea"/>
                          <a:cs typeface="+mn-cs"/>
                        </a:rPr>
                        <a:t> wachtwoord</a:t>
                      </a:r>
                      <a:endParaRPr lang="en-BE"/>
                    </a:p>
                  </a:txBody>
                  <a:tcPr/>
                </a:tc>
                <a:extLst>
                  <a:ext uri="{0D108BD9-81ED-4DB2-BD59-A6C34878D82A}">
                    <a16:rowId xmlns:a16="http://schemas.microsoft.com/office/drawing/2014/main" val="1749490873"/>
                  </a:ext>
                </a:extLst>
              </a:tr>
              <a:tr h="370840">
                <a:tc>
                  <a:txBody>
                    <a:bodyPr/>
                    <a:lstStyle/>
                    <a:p>
                      <a:r>
                        <a:rPr lang="nl-BE" sz="1800" b="1" i="0" kern="1200" err="1">
                          <a:solidFill>
                            <a:schemeClr val="dk1"/>
                          </a:solidFill>
                          <a:effectLst/>
                          <a:latin typeface="+mn-lt"/>
                          <a:ea typeface="+mn-ea"/>
                          <a:cs typeface="+mn-cs"/>
                        </a:rPr>
                        <a:t>FindByNameAsync</a:t>
                      </a:r>
                      <a:r>
                        <a:rPr lang="nl-BE" sz="1800" b="1" i="0" kern="1200">
                          <a:solidFill>
                            <a:schemeClr val="dk1"/>
                          </a:solidFill>
                          <a:effectLst/>
                          <a:latin typeface="+mn-lt"/>
                          <a:ea typeface="+mn-ea"/>
                          <a:cs typeface="+mn-cs"/>
                        </a:rPr>
                        <a:t>(name)</a:t>
                      </a:r>
                      <a:endParaRPr lang="en-BE" b="1"/>
                    </a:p>
                  </a:txBody>
                  <a:tcPr/>
                </a:tc>
                <a:tc>
                  <a:txBody>
                    <a:bodyPr/>
                    <a:lstStyle/>
                    <a:p>
                      <a:r>
                        <a:rPr lang="nl-NL" sz="1800" b="0" i="0" kern="1200">
                          <a:solidFill>
                            <a:schemeClr val="dk1"/>
                          </a:solidFill>
                          <a:effectLst/>
                          <a:latin typeface="+mn-lt"/>
                          <a:ea typeface="+mn-ea"/>
                          <a:cs typeface="+mn-cs"/>
                        </a:rPr>
                        <a:t>Zoekt een user op basis van username</a:t>
                      </a:r>
                      <a:endParaRPr lang="en-BE"/>
                    </a:p>
                  </a:txBody>
                  <a:tcPr/>
                </a:tc>
                <a:extLst>
                  <a:ext uri="{0D108BD9-81ED-4DB2-BD59-A6C34878D82A}">
                    <a16:rowId xmlns:a16="http://schemas.microsoft.com/office/drawing/2014/main" val="2007418931"/>
                  </a:ext>
                </a:extLst>
              </a:tr>
              <a:tr h="370840">
                <a:tc>
                  <a:txBody>
                    <a:bodyPr/>
                    <a:lstStyle/>
                    <a:p>
                      <a:r>
                        <a:rPr lang="nl-BE" sz="1800" b="1" i="0" kern="1200" err="1">
                          <a:solidFill>
                            <a:schemeClr val="dk1"/>
                          </a:solidFill>
                          <a:effectLst/>
                          <a:latin typeface="+mn-lt"/>
                          <a:ea typeface="+mn-ea"/>
                          <a:cs typeface="+mn-cs"/>
                        </a:rPr>
                        <a:t>FindByIdAsync</a:t>
                      </a:r>
                      <a:r>
                        <a:rPr lang="nl-BE" sz="1800" b="1" i="0" kern="1200">
                          <a:solidFill>
                            <a:schemeClr val="dk1"/>
                          </a:solidFill>
                          <a:effectLst/>
                          <a:latin typeface="+mn-lt"/>
                          <a:ea typeface="+mn-ea"/>
                          <a:cs typeface="+mn-cs"/>
                        </a:rPr>
                        <a:t>(</a:t>
                      </a:r>
                      <a:r>
                        <a:rPr lang="nl-BE" sz="1800" b="1" i="0" kern="1200" err="1">
                          <a:solidFill>
                            <a:schemeClr val="dk1"/>
                          </a:solidFill>
                          <a:effectLst/>
                          <a:latin typeface="+mn-lt"/>
                          <a:ea typeface="+mn-ea"/>
                          <a:cs typeface="+mn-cs"/>
                        </a:rPr>
                        <a:t>id</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Zoekt een user op basis van ID</a:t>
                      </a:r>
                      <a:endParaRPr lang="en-BE"/>
                    </a:p>
                  </a:txBody>
                  <a:tcPr/>
                </a:tc>
                <a:extLst>
                  <a:ext uri="{0D108BD9-81ED-4DB2-BD59-A6C34878D82A}">
                    <a16:rowId xmlns:a16="http://schemas.microsoft.com/office/drawing/2014/main" val="45202331"/>
                  </a:ext>
                </a:extLst>
              </a:tr>
              <a:tr h="370840">
                <a:tc>
                  <a:txBody>
                    <a:bodyPr/>
                    <a:lstStyle/>
                    <a:p>
                      <a:r>
                        <a:rPr lang="nl-BE" sz="1800" b="1" i="0" kern="1200" err="1">
                          <a:solidFill>
                            <a:schemeClr val="dk1"/>
                          </a:solidFill>
                          <a:effectLst/>
                          <a:latin typeface="+mn-lt"/>
                          <a:ea typeface="+mn-ea"/>
                          <a:cs typeface="+mn-cs"/>
                        </a:rPr>
                        <a:t>FindByEmailAsync</a:t>
                      </a:r>
                      <a:r>
                        <a:rPr lang="nl-BE" sz="1800" b="1" i="0" kern="1200">
                          <a:solidFill>
                            <a:schemeClr val="dk1"/>
                          </a:solidFill>
                          <a:effectLst/>
                          <a:latin typeface="+mn-lt"/>
                          <a:ea typeface="+mn-ea"/>
                          <a:cs typeface="+mn-cs"/>
                        </a:rPr>
                        <a:t>(email)</a:t>
                      </a:r>
                      <a:endParaRPr lang="en-BE" b="1"/>
                    </a:p>
                  </a:txBody>
                  <a:tcPr/>
                </a:tc>
                <a:tc>
                  <a:txBody>
                    <a:bodyPr/>
                    <a:lstStyle/>
                    <a:p>
                      <a:r>
                        <a:rPr lang="nl-NL" sz="1800" b="0" i="0" kern="1200">
                          <a:solidFill>
                            <a:schemeClr val="dk1"/>
                          </a:solidFill>
                          <a:effectLst/>
                          <a:latin typeface="+mn-lt"/>
                          <a:ea typeface="+mn-ea"/>
                          <a:cs typeface="+mn-cs"/>
                        </a:rPr>
                        <a:t>Zoekt een user op basis van e-mail</a:t>
                      </a:r>
                      <a:endParaRPr lang="en-BE"/>
                    </a:p>
                  </a:txBody>
                  <a:tcPr/>
                </a:tc>
                <a:extLst>
                  <a:ext uri="{0D108BD9-81ED-4DB2-BD59-A6C34878D82A}">
                    <a16:rowId xmlns:a16="http://schemas.microsoft.com/office/drawing/2014/main" val="2043650498"/>
                  </a:ext>
                </a:extLst>
              </a:tr>
              <a:tr h="370840">
                <a:tc>
                  <a:txBody>
                    <a:bodyPr/>
                    <a:lstStyle/>
                    <a:p>
                      <a:r>
                        <a:rPr lang="nl-BE" sz="1800" b="1" i="0" kern="1200" err="1">
                          <a:solidFill>
                            <a:schemeClr val="dk1"/>
                          </a:solidFill>
                          <a:effectLst/>
                          <a:latin typeface="+mn-lt"/>
                          <a:ea typeface="+mn-ea"/>
                          <a:cs typeface="+mn-cs"/>
                        </a:rPr>
                        <a:t>AddToRoleAsync</a:t>
                      </a:r>
                      <a:r>
                        <a:rPr lang="nl-BE" sz="1800" b="1" i="0" kern="1200">
                          <a:solidFill>
                            <a:schemeClr val="dk1"/>
                          </a:solidFill>
                          <a:effectLst/>
                          <a:latin typeface="+mn-lt"/>
                          <a:ea typeface="+mn-ea"/>
                          <a:cs typeface="+mn-cs"/>
                        </a:rPr>
                        <a:t>(user, </a:t>
                      </a:r>
                      <a:r>
                        <a:rPr lang="nl-BE" sz="1800" b="1" i="0" kern="1200" err="1">
                          <a:solidFill>
                            <a:schemeClr val="dk1"/>
                          </a:solidFill>
                          <a:effectLst/>
                          <a:latin typeface="+mn-lt"/>
                          <a:ea typeface="+mn-ea"/>
                          <a:cs typeface="+mn-cs"/>
                        </a:rPr>
                        <a:t>role</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Voegt een user toe aan een rol</a:t>
                      </a:r>
                      <a:endParaRPr lang="en-BE"/>
                    </a:p>
                  </a:txBody>
                  <a:tcPr/>
                </a:tc>
                <a:extLst>
                  <a:ext uri="{0D108BD9-81ED-4DB2-BD59-A6C34878D82A}">
                    <a16:rowId xmlns:a16="http://schemas.microsoft.com/office/drawing/2014/main" val="950935919"/>
                  </a:ext>
                </a:extLst>
              </a:tr>
              <a:tr h="370840">
                <a:tc>
                  <a:txBody>
                    <a:bodyPr/>
                    <a:lstStyle/>
                    <a:p>
                      <a:r>
                        <a:rPr lang="nl-BE" sz="1800" b="1" i="0" kern="1200" err="1">
                          <a:solidFill>
                            <a:schemeClr val="dk1"/>
                          </a:solidFill>
                          <a:effectLst/>
                          <a:latin typeface="+mn-lt"/>
                          <a:ea typeface="+mn-ea"/>
                          <a:cs typeface="+mn-cs"/>
                        </a:rPr>
                        <a:t>RemoveFromRoleAsync</a:t>
                      </a:r>
                      <a:r>
                        <a:rPr lang="nl-BE" sz="1800" b="1" i="0" kern="1200">
                          <a:solidFill>
                            <a:schemeClr val="dk1"/>
                          </a:solidFill>
                          <a:effectLst/>
                          <a:latin typeface="+mn-lt"/>
                          <a:ea typeface="+mn-ea"/>
                          <a:cs typeface="+mn-cs"/>
                        </a:rPr>
                        <a:t>(user, </a:t>
                      </a:r>
                      <a:r>
                        <a:rPr lang="nl-BE" sz="1800" b="1" i="0" kern="1200" err="1">
                          <a:solidFill>
                            <a:schemeClr val="dk1"/>
                          </a:solidFill>
                          <a:effectLst/>
                          <a:latin typeface="+mn-lt"/>
                          <a:ea typeface="+mn-ea"/>
                          <a:cs typeface="+mn-cs"/>
                        </a:rPr>
                        <a:t>role</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Verwijdert een user uit een rol</a:t>
                      </a:r>
                      <a:endParaRPr lang="en-BE"/>
                    </a:p>
                  </a:txBody>
                  <a:tcPr/>
                </a:tc>
                <a:extLst>
                  <a:ext uri="{0D108BD9-81ED-4DB2-BD59-A6C34878D82A}">
                    <a16:rowId xmlns:a16="http://schemas.microsoft.com/office/drawing/2014/main" val="4234339493"/>
                  </a:ext>
                </a:extLst>
              </a:tr>
              <a:tr h="370840">
                <a:tc>
                  <a:txBody>
                    <a:bodyPr/>
                    <a:lstStyle/>
                    <a:p>
                      <a:r>
                        <a:rPr lang="nl-BE" sz="1800" b="1" i="0" kern="1200" err="1">
                          <a:solidFill>
                            <a:schemeClr val="dk1"/>
                          </a:solidFill>
                          <a:effectLst/>
                          <a:latin typeface="+mn-lt"/>
                          <a:ea typeface="+mn-ea"/>
                          <a:cs typeface="+mn-cs"/>
                        </a:rPr>
                        <a:t>GetRolesAsync</a:t>
                      </a:r>
                      <a:r>
                        <a:rPr lang="nl-BE" sz="1800" b="1" i="0" kern="1200">
                          <a:solidFill>
                            <a:schemeClr val="dk1"/>
                          </a:solidFill>
                          <a:effectLst/>
                          <a:latin typeface="+mn-lt"/>
                          <a:ea typeface="+mn-ea"/>
                          <a:cs typeface="+mn-cs"/>
                        </a:rPr>
                        <a:t>(user)</a:t>
                      </a:r>
                      <a:endParaRPr lang="en-BE" b="1"/>
                    </a:p>
                  </a:txBody>
                  <a:tcPr/>
                </a:tc>
                <a:tc>
                  <a:txBody>
                    <a:bodyPr/>
                    <a:lstStyle/>
                    <a:p>
                      <a:r>
                        <a:rPr lang="nl-NL" sz="1800" b="0" i="0" kern="1200">
                          <a:solidFill>
                            <a:schemeClr val="dk1"/>
                          </a:solidFill>
                          <a:effectLst/>
                          <a:latin typeface="+mn-lt"/>
                          <a:ea typeface="+mn-ea"/>
                          <a:cs typeface="+mn-cs"/>
                        </a:rPr>
                        <a:t>Haalt alle rollen van een user op</a:t>
                      </a:r>
                      <a:endParaRPr lang="en-BE"/>
                    </a:p>
                  </a:txBody>
                  <a:tcPr/>
                </a:tc>
                <a:extLst>
                  <a:ext uri="{0D108BD9-81ED-4DB2-BD59-A6C34878D82A}">
                    <a16:rowId xmlns:a16="http://schemas.microsoft.com/office/drawing/2014/main" val="926848571"/>
                  </a:ext>
                </a:extLst>
              </a:tr>
              <a:tr h="370840">
                <a:tc>
                  <a:txBody>
                    <a:bodyPr/>
                    <a:lstStyle/>
                    <a:p>
                      <a:r>
                        <a:rPr lang="nl-BE" sz="1800" b="1" i="0" kern="1200" err="1">
                          <a:solidFill>
                            <a:schemeClr val="dk1"/>
                          </a:solidFill>
                          <a:effectLst/>
                          <a:latin typeface="+mn-lt"/>
                          <a:ea typeface="+mn-ea"/>
                          <a:cs typeface="+mn-cs"/>
                        </a:rPr>
                        <a:t>GenerateEmailConfirmationTokenAsync</a:t>
                      </a:r>
                      <a:r>
                        <a:rPr lang="nl-BE" sz="1800" b="1" i="0" kern="1200">
                          <a:solidFill>
                            <a:schemeClr val="dk1"/>
                          </a:solidFill>
                          <a:effectLst/>
                          <a:latin typeface="+mn-lt"/>
                          <a:ea typeface="+mn-ea"/>
                          <a:cs typeface="+mn-cs"/>
                        </a:rPr>
                        <a:t>(user)</a:t>
                      </a:r>
                      <a:endParaRPr lang="en-BE" b="1"/>
                    </a:p>
                  </a:txBody>
                  <a:tcPr/>
                </a:tc>
                <a:tc>
                  <a:txBody>
                    <a:bodyPr/>
                    <a:lstStyle/>
                    <a:p>
                      <a:r>
                        <a:rPr lang="nl-BE" sz="1800" b="0" i="0" kern="1200">
                          <a:solidFill>
                            <a:schemeClr val="dk1"/>
                          </a:solidFill>
                          <a:effectLst/>
                          <a:latin typeface="+mn-lt"/>
                          <a:ea typeface="+mn-ea"/>
                          <a:cs typeface="+mn-cs"/>
                        </a:rPr>
                        <a:t>Genereert een e-mailbevestigingstoken</a:t>
                      </a:r>
                      <a:endParaRPr lang="en-BE"/>
                    </a:p>
                  </a:txBody>
                  <a:tcPr/>
                </a:tc>
                <a:extLst>
                  <a:ext uri="{0D108BD9-81ED-4DB2-BD59-A6C34878D82A}">
                    <a16:rowId xmlns:a16="http://schemas.microsoft.com/office/drawing/2014/main" val="966715513"/>
                  </a:ext>
                </a:extLst>
              </a:tr>
            </a:tbl>
          </a:graphicData>
        </a:graphic>
      </p:graphicFrame>
    </p:spTree>
    <p:extLst>
      <p:ext uri="{BB962C8B-B14F-4D97-AF65-F5344CB8AC3E}">
        <p14:creationId xmlns:p14="http://schemas.microsoft.com/office/powerpoint/2010/main" val="6616865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F1F1-9618-E550-EE7D-EF452CDC0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C9FBB4-369E-6A8F-6E2A-AAE4FCD24B04}"/>
              </a:ext>
            </a:extLst>
          </p:cNvPr>
          <p:cNvSpPr>
            <a:spLocks noGrp="1"/>
          </p:cNvSpPr>
          <p:nvPr>
            <p:ph type="title"/>
          </p:nvPr>
        </p:nvSpPr>
        <p:spPr/>
        <p:txBody>
          <a:bodyPr/>
          <a:lstStyle/>
          <a:p>
            <a:r>
              <a:rPr lang="en-US" err="1"/>
              <a:t>SignInManager</a:t>
            </a:r>
            <a:endParaRPr lang="en-BE"/>
          </a:p>
        </p:txBody>
      </p:sp>
      <p:graphicFrame>
        <p:nvGraphicFramePr>
          <p:cNvPr id="4" name="Table Placeholder 3">
            <a:extLst>
              <a:ext uri="{FF2B5EF4-FFF2-40B4-BE49-F238E27FC236}">
                <a16:creationId xmlns:a16="http://schemas.microsoft.com/office/drawing/2014/main" id="{0B4C7652-1C93-B46E-978D-D90675951BCA}"/>
              </a:ext>
            </a:extLst>
          </p:cNvPr>
          <p:cNvGraphicFramePr>
            <a:graphicFrameLocks noGrp="1"/>
          </p:cNvGraphicFramePr>
          <p:nvPr>
            <p:ph type="tbl" sz="quarter" idx="18"/>
            <p:extLst>
              <p:ext uri="{D42A27DB-BD31-4B8C-83A1-F6EECF244321}">
                <p14:modId xmlns:p14="http://schemas.microsoft.com/office/powerpoint/2010/main" val="920685952"/>
              </p:ext>
            </p:extLst>
          </p:nvPr>
        </p:nvGraphicFramePr>
        <p:xfrm>
          <a:off x="665795" y="1470554"/>
          <a:ext cx="11050588" cy="1752600"/>
        </p:xfrm>
        <a:graphic>
          <a:graphicData uri="http://schemas.openxmlformats.org/drawingml/2006/table">
            <a:tbl>
              <a:tblPr firstRow="1" bandRow="1">
                <a:tableStyleId>{5C22544A-7EE6-4342-B048-85BDC9FD1C3A}</a:tableStyleId>
              </a:tblPr>
              <a:tblGrid>
                <a:gridCol w="5525294">
                  <a:extLst>
                    <a:ext uri="{9D8B030D-6E8A-4147-A177-3AD203B41FA5}">
                      <a16:colId xmlns:a16="http://schemas.microsoft.com/office/drawing/2014/main" val="3039836018"/>
                    </a:ext>
                  </a:extLst>
                </a:gridCol>
                <a:gridCol w="5525294">
                  <a:extLst>
                    <a:ext uri="{9D8B030D-6E8A-4147-A177-3AD203B41FA5}">
                      <a16:colId xmlns:a16="http://schemas.microsoft.com/office/drawing/2014/main" val="3844617186"/>
                    </a:ext>
                  </a:extLst>
                </a:gridCol>
              </a:tblGrid>
              <a:tr h="370840">
                <a:tc>
                  <a:txBody>
                    <a:bodyPr/>
                    <a:lstStyle/>
                    <a:p>
                      <a:r>
                        <a:rPr lang="en-US"/>
                        <a:t>Methode</a:t>
                      </a:r>
                      <a:endParaRPr lang="en-BE"/>
                    </a:p>
                  </a:txBody>
                  <a:tcPr/>
                </a:tc>
                <a:tc>
                  <a:txBody>
                    <a:bodyPr/>
                    <a:lstStyle/>
                    <a:p>
                      <a:r>
                        <a:rPr lang="en-US" err="1"/>
                        <a:t>Beschrijving</a:t>
                      </a:r>
                      <a:endParaRPr lang="en-BE"/>
                    </a:p>
                  </a:txBody>
                  <a:tcPr/>
                </a:tc>
                <a:extLst>
                  <a:ext uri="{0D108BD9-81ED-4DB2-BD59-A6C34878D82A}">
                    <a16:rowId xmlns:a16="http://schemas.microsoft.com/office/drawing/2014/main" val="3209213978"/>
                  </a:ext>
                </a:extLst>
              </a:tr>
              <a:tr h="370840">
                <a:tc>
                  <a:txBody>
                    <a:bodyPr/>
                    <a:lstStyle/>
                    <a:p>
                      <a:r>
                        <a:rPr lang="nl-BE" sz="1800" b="1" i="0" kern="1200" err="1">
                          <a:solidFill>
                            <a:schemeClr val="dk1"/>
                          </a:solidFill>
                          <a:effectLst/>
                          <a:latin typeface="+mn-lt"/>
                          <a:ea typeface="+mn-ea"/>
                          <a:cs typeface="+mn-cs"/>
                        </a:rPr>
                        <a:t>SignInAsync</a:t>
                      </a:r>
                      <a:r>
                        <a:rPr lang="nl-BE" sz="1800" b="1" i="0" kern="1200">
                          <a:solidFill>
                            <a:schemeClr val="dk1"/>
                          </a:solidFill>
                          <a:effectLst/>
                          <a:latin typeface="+mn-lt"/>
                          <a:ea typeface="+mn-ea"/>
                          <a:cs typeface="+mn-cs"/>
                        </a:rPr>
                        <a:t>(user, </a:t>
                      </a:r>
                      <a:r>
                        <a:rPr lang="nl-BE" sz="1800" b="1" i="0" kern="1200" err="1">
                          <a:solidFill>
                            <a:schemeClr val="dk1"/>
                          </a:solidFill>
                          <a:effectLst/>
                          <a:latin typeface="+mn-lt"/>
                          <a:ea typeface="+mn-ea"/>
                          <a:cs typeface="+mn-cs"/>
                        </a:rPr>
                        <a:t>isPersistent</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Logt de user in (maakt cookie aan)</a:t>
                      </a:r>
                      <a:endParaRPr lang="en-BE"/>
                    </a:p>
                  </a:txBody>
                  <a:tcPr/>
                </a:tc>
                <a:extLst>
                  <a:ext uri="{0D108BD9-81ED-4DB2-BD59-A6C34878D82A}">
                    <a16:rowId xmlns:a16="http://schemas.microsoft.com/office/drawing/2014/main" val="1749490873"/>
                  </a:ext>
                </a:extLst>
              </a:tr>
              <a:tr h="370840">
                <a:tc>
                  <a:txBody>
                    <a:bodyPr/>
                    <a:lstStyle/>
                    <a:p>
                      <a:r>
                        <a:rPr lang="nl-BE" sz="1800" b="1" i="0" kern="1200" err="1">
                          <a:solidFill>
                            <a:schemeClr val="dk1"/>
                          </a:solidFill>
                          <a:effectLst/>
                          <a:latin typeface="+mn-lt"/>
                          <a:ea typeface="+mn-ea"/>
                          <a:cs typeface="+mn-cs"/>
                        </a:rPr>
                        <a:t>SignOutAsync</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Logt de user uit (verwijdert cookie)</a:t>
                      </a:r>
                      <a:endParaRPr lang="en-BE"/>
                    </a:p>
                  </a:txBody>
                  <a:tcPr/>
                </a:tc>
                <a:extLst>
                  <a:ext uri="{0D108BD9-81ED-4DB2-BD59-A6C34878D82A}">
                    <a16:rowId xmlns:a16="http://schemas.microsoft.com/office/drawing/2014/main" val="2007418931"/>
                  </a:ext>
                </a:extLst>
              </a:tr>
              <a:tr h="370840">
                <a:tc>
                  <a:txBody>
                    <a:bodyPr/>
                    <a:lstStyle/>
                    <a:p>
                      <a:r>
                        <a:rPr lang="nl-BE" sz="1800" b="1" i="0" kern="1200" err="1">
                          <a:solidFill>
                            <a:schemeClr val="dk1"/>
                          </a:solidFill>
                          <a:effectLst/>
                          <a:latin typeface="+mn-lt"/>
                          <a:ea typeface="+mn-ea"/>
                          <a:cs typeface="+mn-cs"/>
                        </a:rPr>
                        <a:t>PasswordSignInAsync</a:t>
                      </a:r>
                      <a:r>
                        <a:rPr lang="nl-BE" sz="1800" b="1" i="0" kern="1200">
                          <a:solidFill>
                            <a:schemeClr val="dk1"/>
                          </a:solidFill>
                          <a:effectLst/>
                          <a:latin typeface="+mn-lt"/>
                          <a:ea typeface="+mn-ea"/>
                          <a:cs typeface="+mn-cs"/>
                        </a:rPr>
                        <a:t>(</a:t>
                      </a:r>
                      <a:r>
                        <a:rPr lang="nl-BE" sz="1800" b="1" i="0" kern="1200" err="1">
                          <a:solidFill>
                            <a:schemeClr val="dk1"/>
                          </a:solidFill>
                          <a:effectLst/>
                          <a:latin typeface="+mn-lt"/>
                          <a:ea typeface="+mn-ea"/>
                          <a:cs typeface="+mn-cs"/>
                        </a:rPr>
                        <a:t>userName</a:t>
                      </a:r>
                      <a:r>
                        <a:rPr lang="nl-BE" sz="1800" b="1" i="0" kern="1200">
                          <a:solidFill>
                            <a:schemeClr val="dk1"/>
                          </a:solidFill>
                          <a:effectLst/>
                          <a:latin typeface="+mn-lt"/>
                          <a:ea typeface="+mn-ea"/>
                          <a:cs typeface="+mn-cs"/>
                        </a:rPr>
                        <a:t>, password, </a:t>
                      </a:r>
                      <a:r>
                        <a:rPr lang="nl-BE" sz="1800" b="1" i="0" kern="1200" err="1">
                          <a:solidFill>
                            <a:schemeClr val="dk1"/>
                          </a:solidFill>
                          <a:effectLst/>
                          <a:latin typeface="+mn-lt"/>
                          <a:ea typeface="+mn-ea"/>
                          <a:cs typeface="+mn-cs"/>
                        </a:rPr>
                        <a:t>isPersistent</a:t>
                      </a:r>
                      <a:r>
                        <a:rPr lang="nl-BE" sz="1800" b="1" i="0" kern="1200">
                          <a:solidFill>
                            <a:schemeClr val="dk1"/>
                          </a:solidFill>
                          <a:effectLst/>
                          <a:latin typeface="+mn-lt"/>
                          <a:ea typeface="+mn-ea"/>
                          <a:cs typeface="+mn-cs"/>
                        </a:rPr>
                        <a:t>, </a:t>
                      </a:r>
                      <a:r>
                        <a:rPr lang="nl-BE" sz="1800" b="1" i="0" kern="1200" err="1">
                          <a:solidFill>
                            <a:schemeClr val="dk1"/>
                          </a:solidFill>
                          <a:effectLst/>
                          <a:latin typeface="+mn-lt"/>
                          <a:ea typeface="+mn-ea"/>
                          <a:cs typeface="+mn-cs"/>
                        </a:rPr>
                        <a:t>lockoutOnFailure</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Logt in met verificatie van username + wachtwoord</a:t>
                      </a:r>
                      <a:endParaRPr lang="en-BE"/>
                    </a:p>
                  </a:txBody>
                  <a:tcPr/>
                </a:tc>
                <a:extLst>
                  <a:ext uri="{0D108BD9-81ED-4DB2-BD59-A6C34878D82A}">
                    <a16:rowId xmlns:a16="http://schemas.microsoft.com/office/drawing/2014/main" val="45202331"/>
                  </a:ext>
                </a:extLst>
              </a:tr>
            </a:tbl>
          </a:graphicData>
        </a:graphic>
      </p:graphicFrame>
    </p:spTree>
    <p:extLst>
      <p:ext uri="{BB962C8B-B14F-4D97-AF65-F5344CB8AC3E}">
        <p14:creationId xmlns:p14="http://schemas.microsoft.com/office/powerpoint/2010/main" val="34992688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0359E-CA49-F90F-57FF-CB618F21A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3D19E-D737-A648-3CB2-BEBB41EE99C8}"/>
              </a:ext>
            </a:extLst>
          </p:cNvPr>
          <p:cNvSpPr>
            <a:spLocks noGrp="1"/>
          </p:cNvSpPr>
          <p:nvPr>
            <p:ph type="title"/>
          </p:nvPr>
        </p:nvSpPr>
        <p:spPr/>
        <p:txBody>
          <a:bodyPr/>
          <a:lstStyle/>
          <a:p>
            <a:r>
              <a:rPr lang="en-US" err="1"/>
              <a:t>RoleManager</a:t>
            </a:r>
            <a:endParaRPr lang="en-BE"/>
          </a:p>
        </p:txBody>
      </p:sp>
      <p:graphicFrame>
        <p:nvGraphicFramePr>
          <p:cNvPr id="4" name="Table Placeholder 3">
            <a:extLst>
              <a:ext uri="{FF2B5EF4-FFF2-40B4-BE49-F238E27FC236}">
                <a16:creationId xmlns:a16="http://schemas.microsoft.com/office/drawing/2014/main" id="{1ECCD522-E735-F4EC-A44C-21F82F7FB624}"/>
              </a:ext>
            </a:extLst>
          </p:cNvPr>
          <p:cNvGraphicFramePr>
            <a:graphicFrameLocks noGrp="1"/>
          </p:cNvGraphicFramePr>
          <p:nvPr>
            <p:ph type="tbl" sz="quarter" idx="18"/>
            <p:extLst>
              <p:ext uri="{D42A27DB-BD31-4B8C-83A1-F6EECF244321}">
                <p14:modId xmlns:p14="http://schemas.microsoft.com/office/powerpoint/2010/main" val="406969370"/>
              </p:ext>
            </p:extLst>
          </p:nvPr>
        </p:nvGraphicFramePr>
        <p:xfrm>
          <a:off x="665795" y="1470554"/>
          <a:ext cx="11050588" cy="2595880"/>
        </p:xfrm>
        <a:graphic>
          <a:graphicData uri="http://schemas.openxmlformats.org/drawingml/2006/table">
            <a:tbl>
              <a:tblPr firstRow="1" bandRow="1">
                <a:tableStyleId>{5C22544A-7EE6-4342-B048-85BDC9FD1C3A}</a:tableStyleId>
              </a:tblPr>
              <a:tblGrid>
                <a:gridCol w="5525294">
                  <a:extLst>
                    <a:ext uri="{9D8B030D-6E8A-4147-A177-3AD203B41FA5}">
                      <a16:colId xmlns:a16="http://schemas.microsoft.com/office/drawing/2014/main" val="3039836018"/>
                    </a:ext>
                  </a:extLst>
                </a:gridCol>
                <a:gridCol w="5525294">
                  <a:extLst>
                    <a:ext uri="{9D8B030D-6E8A-4147-A177-3AD203B41FA5}">
                      <a16:colId xmlns:a16="http://schemas.microsoft.com/office/drawing/2014/main" val="3844617186"/>
                    </a:ext>
                  </a:extLst>
                </a:gridCol>
              </a:tblGrid>
              <a:tr h="370840">
                <a:tc>
                  <a:txBody>
                    <a:bodyPr/>
                    <a:lstStyle/>
                    <a:p>
                      <a:r>
                        <a:rPr lang="en-US"/>
                        <a:t>Methode</a:t>
                      </a:r>
                      <a:endParaRPr lang="en-BE"/>
                    </a:p>
                  </a:txBody>
                  <a:tcPr/>
                </a:tc>
                <a:tc>
                  <a:txBody>
                    <a:bodyPr/>
                    <a:lstStyle/>
                    <a:p>
                      <a:r>
                        <a:rPr lang="en-US" err="1"/>
                        <a:t>Beschrijving</a:t>
                      </a:r>
                      <a:endParaRPr lang="en-BE"/>
                    </a:p>
                  </a:txBody>
                  <a:tcPr/>
                </a:tc>
                <a:extLst>
                  <a:ext uri="{0D108BD9-81ED-4DB2-BD59-A6C34878D82A}">
                    <a16:rowId xmlns:a16="http://schemas.microsoft.com/office/drawing/2014/main" val="3209213978"/>
                  </a:ext>
                </a:extLst>
              </a:tr>
              <a:tr h="370840">
                <a:tc>
                  <a:txBody>
                    <a:bodyPr/>
                    <a:lstStyle/>
                    <a:p>
                      <a:r>
                        <a:rPr lang="nl-BE" sz="1800" b="1" i="0" kern="1200" err="1">
                          <a:solidFill>
                            <a:schemeClr val="dk1"/>
                          </a:solidFill>
                          <a:effectLst/>
                          <a:latin typeface="+mn-lt"/>
                          <a:ea typeface="+mn-ea"/>
                          <a:cs typeface="+mn-cs"/>
                        </a:rPr>
                        <a:t>Roles</a:t>
                      </a:r>
                      <a:r>
                        <a:rPr lang="nl-BE" sz="1800" b="1" i="0" kern="1200">
                          <a:solidFill>
                            <a:schemeClr val="dk1"/>
                          </a:solidFill>
                          <a:effectLst/>
                          <a:latin typeface="+mn-lt"/>
                          <a:ea typeface="+mn-ea"/>
                          <a:cs typeface="+mn-cs"/>
                        </a:rPr>
                        <a:t> property</a:t>
                      </a:r>
                      <a:endParaRPr lang="en-BE" b="1"/>
                    </a:p>
                  </a:txBody>
                  <a:tcPr/>
                </a:tc>
                <a:tc>
                  <a:txBody>
                    <a:bodyPr/>
                    <a:lstStyle/>
                    <a:p>
                      <a:r>
                        <a:rPr lang="nl-NL" sz="1800" b="0" i="0" kern="1200" err="1">
                          <a:solidFill>
                            <a:schemeClr val="dk1"/>
                          </a:solidFill>
                          <a:effectLst/>
                          <a:latin typeface="+mn-lt"/>
                          <a:ea typeface="+mn-ea"/>
                          <a:cs typeface="+mn-cs"/>
                        </a:rPr>
                        <a:t>IQueryable</a:t>
                      </a:r>
                      <a:r>
                        <a:rPr lang="nl-NL" sz="1800" b="0" i="0" kern="1200">
                          <a:solidFill>
                            <a:schemeClr val="dk1"/>
                          </a:solidFill>
                          <a:effectLst/>
                          <a:latin typeface="+mn-lt"/>
                          <a:ea typeface="+mn-ea"/>
                          <a:cs typeface="+mn-cs"/>
                        </a:rPr>
                        <a:t> collectie van alle rollen</a:t>
                      </a:r>
                      <a:endParaRPr lang="en-BE"/>
                    </a:p>
                  </a:txBody>
                  <a:tcPr/>
                </a:tc>
                <a:extLst>
                  <a:ext uri="{0D108BD9-81ED-4DB2-BD59-A6C34878D82A}">
                    <a16:rowId xmlns:a16="http://schemas.microsoft.com/office/drawing/2014/main" val="1749490873"/>
                  </a:ext>
                </a:extLst>
              </a:tr>
              <a:tr h="370840">
                <a:tc>
                  <a:txBody>
                    <a:bodyPr/>
                    <a:lstStyle/>
                    <a:p>
                      <a:r>
                        <a:rPr lang="nl-BE" sz="1800" b="1" i="0" kern="1200" err="1">
                          <a:solidFill>
                            <a:schemeClr val="dk1"/>
                          </a:solidFill>
                          <a:effectLst/>
                          <a:latin typeface="+mn-lt"/>
                          <a:ea typeface="+mn-ea"/>
                          <a:cs typeface="+mn-cs"/>
                        </a:rPr>
                        <a:t>CreateAsync</a:t>
                      </a:r>
                      <a:r>
                        <a:rPr lang="nl-BE" sz="1800" b="1" i="0" kern="1200">
                          <a:solidFill>
                            <a:schemeClr val="dk1"/>
                          </a:solidFill>
                          <a:effectLst/>
                          <a:latin typeface="+mn-lt"/>
                          <a:ea typeface="+mn-ea"/>
                          <a:cs typeface="+mn-cs"/>
                        </a:rPr>
                        <a:t>(</a:t>
                      </a:r>
                      <a:r>
                        <a:rPr lang="nl-BE" sz="1800" b="1" i="0" kern="1200" err="1">
                          <a:solidFill>
                            <a:schemeClr val="dk1"/>
                          </a:solidFill>
                          <a:effectLst/>
                          <a:latin typeface="+mn-lt"/>
                          <a:ea typeface="+mn-ea"/>
                          <a:cs typeface="+mn-cs"/>
                        </a:rPr>
                        <a:t>role</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Maakt een nieuwe rol aan</a:t>
                      </a:r>
                      <a:endParaRPr lang="en-BE"/>
                    </a:p>
                  </a:txBody>
                  <a:tcPr/>
                </a:tc>
                <a:extLst>
                  <a:ext uri="{0D108BD9-81ED-4DB2-BD59-A6C34878D82A}">
                    <a16:rowId xmlns:a16="http://schemas.microsoft.com/office/drawing/2014/main" val="2007418931"/>
                  </a:ext>
                </a:extLst>
              </a:tr>
              <a:tr h="370840">
                <a:tc>
                  <a:txBody>
                    <a:bodyPr/>
                    <a:lstStyle/>
                    <a:p>
                      <a:r>
                        <a:rPr lang="nl-BE" sz="1800" b="1" i="0" kern="1200" err="1">
                          <a:solidFill>
                            <a:schemeClr val="dk1"/>
                          </a:solidFill>
                          <a:effectLst/>
                          <a:latin typeface="+mn-lt"/>
                          <a:ea typeface="+mn-ea"/>
                          <a:cs typeface="+mn-cs"/>
                        </a:rPr>
                        <a:t>RoleExistsAsync</a:t>
                      </a:r>
                      <a:r>
                        <a:rPr lang="nl-BE" sz="1800" b="1" i="0" kern="1200">
                          <a:solidFill>
                            <a:schemeClr val="dk1"/>
                          </a:solidFill>
                          <a:effectLst/>
                          <a:latin typeface="+mn-lt"/>
                          <a:ea typeface="+mn-ea"/>
                          <a:cs typeface="+mn-cs"/>
                        </a:rPr>
                        <a:t>(</a:t>
                      </a:r>
                      <a:r>
                        <a:rPr lang="nl-BE" sz="1800" b="1" i="0" kern="1200" err="1">
                          <a:solidFill>
                            <a:schemeClr val="dk1"/>
                          </a:solidFill>
                          <a:effectLst/>
                          <a:latin typeface="+mn-lt"/>
                          <a:ea typeface="+mn-ea"/>
                          <a:cs typeface="+mn-cs"/>
                        </a:rPr>
                        <a:t>roleName</a:t>
                      </a:r>
                      <a:r>
                        <a:rPr lang="nl-BE" sz="1800" b="1" i="0" kern="1200">
                          <a:solidFill>
                            <a:schemeClr val="dk1"/>
                          </a:solidFill>
                          <a:effectLst/>
                          <a:latin typeface="+mn-lt"/>
                          <a:ea typeface="+mn-ea"/>
                          <a:cs typeface="+mn-cs"/>
                        </a:rPr>
                        <a:t>)</a:t>
                      </a:r>
                      <a:endParaRPr lang="en-BE" b="1"/>
                    </a:p>
                  </a:txBody>
                  <a:tcPr/>
                </a:tc>
                <a:tc>
                  <a:txBody>
                    <a:bodyPr/>
                    <a:lstStyle/>
                    <a:p>
                      <a:r>
                        <a:rPr lang="nl-NL" sz="1800" b="0" i="0" kern="1200">
                          <a:solidFill>
                            <a:schemeClr val="dk1"/>
                          </a:solidFill>
                          <a:effectLst/>
                          <a:latin typeface="+mn-lt"/>
                          <a:ea typeface="+mn-ea"/>
                          <a:cs typeface="+mn-cs"/>
                        </a:rPr>
                        <a:t>Controleert of een rol al bestaat</a:t>
                      </a:r>
                      <a:endParaRPr lang="en-BE"/>
                    </a:p>
                  </a:txBody>
                  <a:tcPr/>
                </a:tc>
                <a:extLst>
                  <a:ext uri="{0D108BD9-81ED-4DB2-BD59-A6C34878D82A}">
                    <a16:rowId xmlns:a16="http://schemas.microsoft.com/office/drawing/2014/main" val="45202331"/>
                  </a:ext>
                </a:extLst>
              </a:tr>
              <a:tr h="370840">
                <a:tc>
                  <a:txBody>
                    <a:bodyPr/>
                    <a:lstStyle/>
                    <a:p>
                      <a:r>
                        <a:rPr lang="nl-BE" sz="1800" b="1" i="0" kern="1200" err="1">
                          <a:solidFill>
                            <a:schemeClr val="dk1"/>
                          </a:solidFill>
                          <a:effectLst/>
                          <a:latin typeface="+mn-lt"/>
                          <a:ea typeface="+mn-ea"/>
                          <a:cs typeface="+mn-cs"/>
                        </a:rPr>
                        <a:t>FindByIdAsync</a:t>
                      </a:r>
                      <a:r>
                        <a:rPr lang="nl-BE" sz="1800" b="1" i="0" kern="1200">
                          <a:solidFill>
                            <a:schemeClr val="dk1"/>
                          </a:solidFill>
                          <a:effectLst/>
                          <a:latin typeface="+mn-lt"/>
                          <a:ea typeface="+mn-ea"/>
                          <a:cs typeface="+mn-cs"/>
                        </a:rPr>
                        <a:t>(</a:t>
                      </a:r>
                      <a:r>
                        <a:rPr lang="nl-BE" sz="1800" b="1" i="0" kern="1200" err="1">
                          <a:solidFill>
                            <a:schemeClr val="dk1"/>
                          </a:solidFill>
                          <a:effectLst/>
                          <a:latin typeface="+mn-lt"/>
                          <a:ea typeface="+mn-ea"/>
                          <a:cs typeface="+mn-cs"/>
                        </a:rPr>
                        <a:t>id</a:t>
                      </a:r>
                      <a:r>
                        <a:rPr lang="nl-BE" sz="1800" b="1" i="0" kern="1200">
                          <a:solidFill>
                            <a:schemeClr val="dk1"/>
                          </a:solidFill>
                          <a:effectLst/>
                          <a:latin typeface="+mn-lt"/>
                          <a:ea typeface="+mn-ea"/>
                          <a:cs typeface="+mn-cs"/>
                        </a:rPr>
                        <a:t>)</a:t>
                      </a:r>
                      <a:endParaRPr lang="en-BE" b="1"/>
                    </a:p>
                  </a:txBody>
                  <a:tcPr/>
                </a:tc>
                <a:tc>
                  <a:txBody>
                    <a:bodyPr/>
                    <a:lstStyle/>
                    <a:p>
                      <a:r>
                        <a:rPr lang="nl-BE" sz="1800" b="0" i="0" kern="1200">
                          <a:solidFill>
                            <a:schemeClr val="dk1"/>
                          </a:solidFill>
                          <a:effectLst/>
                          <a:latin typeface="+mn-lt"/>
                          <a:ea typeface="+mn-ea"/>
                          <a:cs typeface="+mn-cs"/>
                        </a:rPr>
                        <a:t>Zoekt een rol</a:t>
                      </a:r>
                      <a:endParaRPr lang="en-BE"/>
                    </a:p>
                  </a:txBody>
                  <a:tcPr/>
                </a:tc>
                <a:extLst>
                  <a:ext uri="{0D108BD9-81ED-4DB2-BD59-A6C34878D82A}">
                    <a16:rowId xmlns:a16="http://schemas.microsoft.com/office/drawing/2014/main" val="2043650498"/>
                  </a:ext>
                </a:extLst>
              </a:tr>
              <a:tr h="370840">
                <a:tc>
                  <a:txBody>
                    <a:bodyPr/>
                    <a:lstStyle/>
                    <a:p>
                      <a:r>
                        <a:rPr lang="nl-BE" sz="1800" b="1" i="0" kern="1200" err="1">
                          <a:solidFill>
                            <a:schemeClr val="dk1"/>
                          </a:solidFill>
                          <a:effectLst/>
                          <a:latin typeface="+mn-lt"/>
                          <a:ea typeface="+mn-ea"/>
                          <a:cs typeface="+mn-cs"/>
                        </a:rPr>
                        <a:t>FindByNameAsync</a:t>
                      </a:r>
                      <a:r>
                        <a:rPr lang="nl-BE" sz="1800" b="1" i="0" kern="1200">
                          <a:solidFill>
                            <a:schemeClr val="dk1"/>
                          </a:solidFill>
                          <a:effectLst/>
                          <a:latin typeface="+mn-lt"/>
                          <a:ea typeface="+mn-ea"/>
                          <a:cs typeface="+mn-cs"/>
                        </a:rPr>
                        <a:t>(name)</a:t>
                      </a:r>
                      <a:endParaRPr lang="en-BE" b="1"/>
                    </a:p>
                  </a:txBody>
                  <a:tcPr/>
                </a:tc>
                <a:tc>
                  <a:txBody>
                    <a:bodyPr/>
                    <a:lstStyle/>
                    <a:p>
                      <a:r>
                        <a:rPr lang="nl-BE" sz="1800" b="0" i="0" kern="1200">
                          <a:solidFill>
                            <a:schemeClr val="dk1"/>
                          </a:solidFill>
                          <a:effectLst/>
                          <a:latin typeface="+mn-lt"/>
                          <a:ea typeface="+mn-ea"/>
                          <a:cs typeface="+mn-cs"/>
                        </a:rPr>
                        <a:t>Zoekt een rol</a:t>
                      </a:r>
                      <a:endParaRPr lang="en-BE"/>
                    </a:p>
                  </a:txBody>
                  <a:tcPr/>
                </a:tc>
                <a:extLst>
                  <a:ext uri="{0D108BD9-81ED-4DB2-BD59-A6C34878D82A}">
                    <a16:rowId xmlns:a16="http://schemas.microsoft.com/office/drawing/2014/main" val="950935919"/>
                  </a:ext>
                </a:extLst>
              </a:tr>
              <a:tr h="370840">
                <a:tc>
                  <a:txBody>
                    <a:bodyPr/>
                    <a:lstStyle/>
                    <a:p>
                      <a:r>
                        <a:rPr lang="nl-BE" sz="1800" b="1" i="0" kern="1200" err="1">
                          <a:solidFill>
                            <a:schemeClr val="dk1"/>
                          </a:solidFill>
                          <a:effectLst/>
                          <a:latin typeface="+mn-lt"/>
                          <a:ea typeface="+mn-ea"/>
                          <a:cs typeface="+mn-cs"/>
                        </a:rPr>
                        <a:t>DeleteAsync</a:t>
                      </a:r>
                      <a:r>
                        <a:rPr lang="nl-BE" sz="1800" b="1" i="0" kern="1200">
                          <a:solidFill>
                            <a:schemeClr val="dk1"/>
                          </a:solidFill>
                          <a:effectLst/>
                          <a:latin typeface="+mn-lt"/>
                          <a:ea typeface="+mn-ea"/>
                          <a:cs typeface="+mn-cs"/>
                        </a:rPr>
                        <a:t>(</a:t>
                      </a:r>
                      <a:r>
                        <a:rPr lang="nl-BE" sz="1800" b="1" i="0" kern="1200" err="1">
                          <a:solidFill>
                            <a:schemeClr val="dk1"/>
                          </a:solidFill>
                          <a:effectLst/>
                          <a:latin typeface="+mn-lt"/>
                          <a:ea typeface="+mn-ea"/>
                          <a:cs typeface="+mn-cs"/>
                        </a:rPr>
                        <a:t>role</a:t>
                      </a:r>
                      <a:r>
                        <a:rPr lang="nl-BE" sz="1800" b="1" i="0" kern="1200">
                          <a:solidFill>
                            <a:schemeClr val="dk1"/>
                          </a:solidFill>
                          <a:effectLst/>
                          <a:latin typeface="+mn-lt"/>
                          <a:ea typeface="+mn-ea"/>
                          <a:cs typeface="+mn-cs"/>
                        </a:rPr>
                        <a:t>)</a:t>
                      </a:r>
                      <a:endParaRPr lang="en-BE" b="1"/>
                    </a:p>
                  </a:txBody>
                  <a:tcPr/>
                </a:tc>
                <a:tc>
                  <a:txBody>
                    <a:bodyPr/>
                    <a:lstStyle/>
                    <a:p>
                      <a:pPr>
                        <a:buNone/>
                      </a:pPr>
                      <a:r>
                        <a:rPr lang="nl-BE">
                          <a:effectLst/>
                        </a:rPr>
                        <a:t>Verwijdert een rol</a:t>
                      </a:r>
                    </a:p>
                  </a:txBody>
                  <a:tcPr marL="95250" marR="95250" marT="47625" marB="47625" anchor="ctr"/>
                </a:tc>
                <a:extLst>
                  <a:ext uri="{0D108BD9-81ED-4DB2-BD59-A6C34878D82A}">
                    <a16:rowId xmlns:a16="http://schemas.microsoft.com/office/drawing/2014/main" val="4234339493"/>
                  </a:ext>
                </a:extLst>
              </a:tr>
            </a:tbl>
          </a:graphicData>
        </a:graphic>
      </p:graphicFrame>
    </p:spTree>
    <p:extLst>
      <p:ext uri="{BB962C8B-B14F-4D97-AF65-F5344CB8AC3E}">
        <p14:creationId xmlns:p14="http://schemas.microsoft.com/office/powerpoint/2010/main" val="38850176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D3F2F8-1BE5-DB2F-1BD5-38C2718CFBA7}"/>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54467835-A49A-AE90-714B-019C7CA34C57}"/>
              </a:ext>
            </a:extLst>
          </p:cNvPr>
          <p:cNvSpPr>
            <a:spLocks noGrp="1"/>
          </p:cNvSpPr>
          <p:nvPr>
            <p:ph type="title"/>
          </p:nvPr>
        </p:nvSpPr>
        <p:spPr/>
        <p:txBody>
          <a:bodyPr/>
          <a:lstStyle/>
          <a:p>
            <a:r>
              <a:rPr lang="en-US" err="1"/>
              <a:t>Eenvoudig</a:t>
            </a:r>
            <a:r>
              <a:rPr lang="en-US"/>
              <a:t> </a:t>
            </a:r>
            <a:r>
              <a:rPr lang="en-US" err="1"/>
              <a:t>rollenbeheer</a:t>
            </a:r>
            <a:r>
              <a:rPr lang="en-US"/>
              <a:t> - </a:t>
            </a:r>
            <a:r>
              <a:rPr lang="en-US" err="1"/>
              <a:t>UsersController</a:t>
            </a:r>
            <a:endParaRPr lang="en-BE"/>
          </a:p>
        </p:txBody>
      </p:sp>
      <p:pic>
        <p:nvPicPr>
          <p:cNvPr id="5" name="Picture 4">
            <a:extLst>
              <a:ext uri="{FF2B5EF4-FFF2-40B4-BE49-F238E27FC236}">
                <a16:creationId xmlns:a16="http://schemas.microsoft.com/office/drawing/2014/main" id="{F17C8792-C643-E08C-C97F-1CC63D603BA6}"/>
              </a:ext>
            </a:extLst>
          </p:cNvPr>
          <p:cNvPicPr>
            <a:picLocks noChangeAspect="1"/>
          </p:cNvPicPr>
          <p:nvPr/>
        </p:nvPicPr>
        <p:blipFill>
          <a:blip r:embed="rId2"/>
          <a:stretch>
            <a:fillRect/>
          </a:stretch>
        </p:blipFill>
        <p:spPr>
          <a:xfrm>
            <a:off x="3954545" y="1286457"/>
            <a:ext cx="4637467" cy="4913773"/>
          </a:xfrm>
          <a:prstGeom prst="rect">
            <a:avLst/>
          </a:prstGeom>
        </p:spPr>
      </p:pic>
    </p:spTree>
    <p:extLst>
      <p:ext uri="{BB962C8B-B14F-4D97-AF65-F5344CB8AC3E}">
        <p14:creationId xmlns:p14="http://schemas.microsoft.com/office/powerpoint/2010/main" val="9333231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2D587-2352-43A3-1019-68C49631D8B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2E9981D-737C-5653-CF3C-91BA48771E96}"/>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796D95CE-7514-47C5-B078-FCCA96BBBAF4}"/>
              </a:ext>
            </a:extLst>
          </p:cNvPr>
          <p:cNvSpPr>
            <a:spLocks noGrp="1"/>
          </p:cNvSpPr>
          <p:nvPr>
            <p:ph type="title"/>
          </p:nvPr>
        </p:nvSpPr>
        <p:spPr/>
        <p:txBody>
          <a:bodyPr/>
          <a:lstStyle/>
          <a:p>
            <a:r>
              <a:rPr lang="en-US"/>
              <a:t>Rol </a:t>
            </a:r>
            <a:r>
              <a:rPr lang="en-US" err="1"/>
              <a:t>aanmaken</a:t>
            </a:r>
            <a:endParaRPr lang="en-BE"/>
          </a:p>
        </p:txBody>
      </p:sp>
      <p:pic>
        <p:nvPicPr>
          <p:cNvPr id="6" name="Picture 5">
            <a:extLst>
              <a:ext uri="{FF2B5EF4-FFF2-40B4-BE49-F238E27FC236}">
                <a16:creationId xmlns:a16="http://schemas.microsoft.com/office/drawing/2014/main" id="{C9DC9149-A6F0-5DC0-D7B5-A2B5AC2976E2}"/>
              </a:ext>
            </a:extLst>
          </p:cNvPr>
          <p:cNvPicPr>
            <a:picLocks noChangeAspect="1"/>
          </p:cNvPicPr>
          <p:nvPr/>
        </p:nvPicPr>
        <p:blipFill>
          <a:blip r:embed="rId2"/>
          <a:stretch>
            <a:fillRect/>
          </a:stretch>
        </p:blipFill>
        <p:spPr>
          <a:xfrm>
            <a:off x="3384223" y="1140121"/>
            <a:ext cx="5674465" cy="4789540"/>
          </a:xfrm>
          <a:prstGeom prst="rect">
            <a:avLst/>
          </a:prstGeom>
        </p:spPr>
      </p:pic>
    </p:spTree>
    <p:extLst>
      <p:ext uri="{BB962C8B-B14F-4D97-AF65-F5344CB8AC3E}">
        <p14:creationId xmlns:p14="http://schemas.microsoft.com/office/powerpoint/2010/main" val="3269089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A5287-4528-1F9D-9CE9-2F3C19B651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B674DF4-6138-E74F-7484-4CC014598DCE}"/>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6FF41176-8D7B-91B8-851F-10A3BEE3DD89}"/>
              </a:ext>
            </a:extLst>
          </p:cNvPr>
          <p:cNvSpPr>
            <a:spLocks noGrp="1"/>
          </p:cNvSpPr>
          <p:nvPr>
            <p:ph type="title"/>
          </p:nvPr>
        </p:nvSpPr>
        <p:spPr/>
        <p:txBody>
          <a:bodyPr/>
          <a:lstStyle/>
          <a:p>
            <a:r>
              <a:rPr lang="en-US"/>
              <a:t>Rol </a:t>
            </a:r>
            <a:r>
              <a:rPr lang="en-US" err="1"/>
              <a:t>toewijzen</a:t>
            </a:r>
            <a:r>
              <a:rPr lang="en-US"/>
              <a:t> </a:t>
            </a:r>
            <a:r>
              <a:rPr lang="en-US" err="1"/>
              <a:t>aan</a:t>
            </a:r>
            <a:r>
              <a:rPr lang="en-US"/>
              <a:t> </a:t>
            </a:r>
            <a:r>
              <a:rPr lang="en-US" err="1"/>
              <a:t>een</a:t>
            </a:r>
            <a:r>
              <a:rPr lang="en-US"/>
              <a:t> user</a:t>
            </a:r>
            <a:endParaRPr lang="en-BE"/>
          </a:p>
        </p:txBody>
      </p:sp>
      <p:pic>
        <p:nvPicPr>
          <p:cNvPr id="10" name="Picture 9">
            <a:extLst>
              <a:ext uri="{FF2B5EF4-FFF2-40B4-BE49-F238E27FC236}">
                <a16:creationId xmlns:a16="http://schemas.microsoft.com/office/drawing/2014/main" id="{1657BD92-0BE3-2D04-67A4-191D7308C5C2}"/>
              </a:ext>
            </a:extLst>
          </p:cNvPr>
          <p:cNvPicPr>
            <a:picLocks noChangeAspect="1"/>
          </p:cNvPicPr>
          <p:nvPr/>
        </p:nvPicPr>
        <p:blipFill>
          <a:blip r:embed="rId2"/>
          <a:stretch>
            <a:fillRect/>
          </a:stretch>
        </p:blipFill>
        <p:spPr>
          <a:xfrm>
            <a:off x="3095206" y="2114366"/>
            <a:ext cx="6001588" cy="2629267"/>
          </a:xfrm>
          <a:prstGeom prst="rect">
            <a:avLst/>
          </a:prstGeom>
        </p:spPr>
      </p:pic>
    </p:spTree>
    <p:extLst>
      <p:ext uri="{BB962C8B-B14F-4D97-AF65-F5344CB8AC3E}">
        <p14:creationId xmlns:p14="http://schemas.microsoft.com/office/powerpoint/2010/main" val="22438686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A8EC-0BFE-CD24-BFBB-5DFE34753E5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01ACD1B-6C1F-534E-2AC4-0EBB2270B96E}"/>
              </a:ext>
            </a:extLst>
          </p:cNvPr>
          <p:cNvSpPr>
            <a:spLocks noGrp="1"/>
          </p:cNvSpPr>
          <p:nvPr>
            <p:ph type="body" sz="quarter" idx="17"/>
          </p:nvPr>
        </p:nvSpPr>
        <p:spPr/>
        <p:txBody>
          <a:bodyPr/>
          <a:lstStyle/>
          <a:p>
            <a:endParaRPr lang="en-BE"/>
          </a:p>
        </p:txBody>
      </p:sp>
      <p:sp>
        <p:nvSpPr>
          <p:cNvPr id="3" name="Title 2">
            <a:extLst>
              <a:ext uri="{FF2B5EF4-FFF2-40B4-BE49-F238E27FC236}">
                <a16:creationId xmlns:a16="http://schemas.microsoft.com/office/drawing/2014/main" id="{9EBEA88A-0991-3703-06A5-5027F955CDAC}"/>
              </a:ext>
            </a:extLst>
          </p:cNvPr>
          <p:cNvSpPr>
            <a:spLocks noGrp="1"/>
          </p:cNvSpPr>
          <p:nvPr>
            <p:ph type="title"/>
          </p:nvPr>
        </p:nvSpPr>
        <p:spPr/>
        <p:txBody>
          <a:bodyPr/>
          <a:lstStyle/>
          <a:p>
            <a:r>
              <a:rPr lang="en-US"/>
              <a:t>Rol </a:t>
            </a:r>
            <a:r>
              <a:rPr lang="en-US" err="1"/>
              <a:t>verwijderen</a:t>
            </a:r>
            <a:r>
              <a:rPr lang="en-US"/>
              <a:t> van </a:t>
            </a:r>
            <a:r>
              <a:rPr lang="en-US" err="1"/>
              <a:t>een</a:t>
            </a:r>
            <a:r>
              <a:rPr lang="en-US"/>
              <a:t> user</a:t>
            </a:r>
            <a:endParaRPr lang="en-BE"/>
          </a:p>
        </p:txBody>
      </p:sp>
      <p:pic>
        <p:nvPicPr>
          <p:cNvPr id="5" name="Picture 4">
            <a:extLst>
              <a:ext uri="{FF2B5EF4-FFF2-40B4-BE49-F238E27FC236}">
                <a16:creationId xmlns:a16="http://schemas.microsoft.com/office/drawing/2014/main" id="{75560B28-7770-C999-2DF1-F3DFF2171520}"/>
              </a:ext>
            </a:extLst>
          </p:cNvPr>
          <p:cNvPicPr>
            <a:picLocks noChangeAspect="1"/>
          </p:cNvPicPr>
          <p:nvPr/>
        </p:nvPicPr>
        <p:blipFill>
          <a:blip r:embed="rId2"/>
          <a:stretch>
            <a:fillRect/>
          </a:stretch>
        </p:blipFill>
        <p:spPr>
          <a:xfrm>
            <a:off x="3485785" y="1947656"/>
            <a:ext cx="5220429" cy="2962688"/>
          </a:xfrm>
          <a:prstGeom prst="rect">
            <a:avLst/>
          </a:prstGeom>
        </p:spPr>
      </p:pic>
    </p:spTree>
    <p:extLst>
      <p:ext uri="{BB962C8B-B14F-4D97-AF65-F5344CB8AC3E}">
        <p14:creationId xmlns:p14="http://schemas.microsoft.com/office/powerpoint/2010/main" val="34322957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DFD6A-493F-85E2-DDBB-C481CD005907}"/>
              </a:ext>
            </a:extLst>
          </p:cNvPr>
          <p:cNvSpPr>
            <a:spLocks noGrp="1"/>
          </p:cNvSpPr>
          <p:nvPr>
            <p:ph type="ctrTitle"/>
          </p:nvPr>
        </p:nvSpPr>
        <p:spPr/>
        <p:txBody>
          <a:bodyPr/>
          <a:lstStyle/>
          <a:p>
            <a:r>
              <a:rPr lang="en-US" err="1"/>
              <a:t>Samenvatting</a:t>
            </a:r>
            <a:endParaRPr lang="en-BE"/>
          </a:p>
        </p:txBody>
      </p:sp>
      <p:sp>
        <p:nvSpPr>
          <p:cNvPr id="3" name="Subtitle 2">
            <a:extLst>
              <a:ext uri="{FF2B5EF4-FFF2-40B4-BE49-F238E27FC236}">
                <a16:creationId xmlns:a16="http://schemas.microsoft.com/office/drawing/2014/main" id="{AF3214C6-7E59-6214-8211-D32128BE33DF}"/>
              </a:ext>
            </a:extLst>
          </p:cNvPr>
          <p:cNvSpPr>
            <a:spLocks noGrp="1"/>
          </p:cNvSpPr>
          <p:nvPr>
            <p:ph type="subTitle" idx="1"/>
          </p:nvPr>
        </p:nvSpPr>
        <p:spPr/>
        <p:txBody>
          <a:bodyPr/>
          <a:lstStyle/>
          <a:p>
            <a:endParaRPr lang="en-BE"/>
          </a:p>
        </p:txBody>
      </p:sp>
    </p:spTree>
    <p:extLst>
      <p:ext uri="{BB962C8B-B14F-4D97-AF65-F5344CB8AC3E}">
        <p14:creationId xmlns:p14="http://schemas.microsoft.com/office/powerpoint/2010/main" val="11552822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C66C-2EC4-D9DA-364D-BC9992F3A176}"/>
              </a:ext>
            </a:extLst>
          </p:cNvPr>
          <p:cNvSpPr>
            <a:spLocks noGrp="1"/>
          </p:cNvSpPr>
          <p:nvPr>
            <p:ph type="title"/>
          </p:nvPr>
        </p:nvSpPr>
        <p:spPr/>
        <p:txBody>
          <a:bodyPr/>
          <a:lstStyle/>
          <a:p>
            <a:r>
              <a:rPr lang="en-US" err="1"/>
              <a:t>Samenvatting</a:t>
            </a:r>
            <a:endParaRPr lang="en-BE"/>
          </a:p>
        </p:txBody>
      </p:sp>
      <p:graphicFrame>
        <p:nvGraphicFramePr>
          <p:cNvPr id="4" name="Table Placeholder 3">
            <a:extLst>
              <a:ext uri="{FF2B5EF4-FFF2-40B4-BE49-F238E27FC236}">
                <a16:creationId xmlns:a16="http://schemas.microsoft.com/office/drawing/2014/main" id="{9EA71FE4-4E3C-AC65-8B6C-E29A2EF450C3}"/>
              </a:ext>
            </a:extLst>
          </p:cNvPr>
          <p:cNvGraphicFramePr>
            <a:graphicFrameLocks noGrp="1"/>
          </p:cNvGraphicFramePr>
          <p:nvPr>
            <p:ph type="tbl" sz="quarter" idx="18"/>
            <p:extLst>
              <p:ext uri="{D42A27DB-BD31-4B8C-83A1-F6EECF244321}">
                <p14:modId xmlns:p14="http://schemas.microsoft.com/office/powerpoint/2010/main" val="4221791137"/>
              </p:ext>
            </p:extLst>
          </p:nvPr>
        </p:nvGraphicFramePr>
        <p:xfrm>
          <a:off x="665626" y="1625600"/>
          <a:ext cx="11050588" cy="3606800"/>
        </p:xfrm>
        <a:graphic>
          <a:graphicData uri="http://schemas.openxmlformats.org/drawingml/2006/table">
            <a:tbl>
              <a:tblPr firstRow="1" firstCol="1" bandRow="1">
                <a:tableStyleId>{5C22544A-7EE6-4342-B048-85BDC9FD1C3A}</a:tableStyleId>
              </a:tblPr>
              <a:tblGrid>
                <a:gridCol w="2815590">
                  <a:extLst>
                    <a:ext uri="{9D8B030D-6E8A-4147-A177-3AD203B41FA5}">
                      <a16:colId xmlns:a16="http://schemas.microsoft.com/office/drawing/2014/main" val="3110973674"/>
                    </a:ext>
                  </a:extLst>
                </a:gridCol>
                <a:gridCol w="8234998">
                  <a:extLst>
                    <a:ext uri="{9D8B030D-6E8A-4147-A177-3AD203B41FA5}">
                      <a16:colId xmlns:a16="http://schemas.microsoft.com/office/drawing/2014/main" val="4217179989"/>
                    </a:ext>
                  </a:extLst>
                </a:gridCol>
              </a:tblGrid>
              <a:tr h="370840">
                <a:tc>
                  <a:txBody>
                    <a:bodyPr/>
                    <a:lstStyle/>
                    <a:p>
                      <a:r>
                        <a:rPr lang="en-US" err="1"/>
                        <a:t>Onderwerp</a:t>
                      </a:r>
                      <a:endParaRPr lang="en-BE"/>
                    </a:p>
                  </a:txBody>
                  <a:tcPr/>
                </a:tc>
                <a:tc>
                  <a:txBody>
                    <a:bodyPr/>
                    <a:lstStyle/>
                    <a:p>
                      <a:r>
                        <a:rPr lang="en-US" err="1"/>
                        <a:t>Kernpunten</a:t>
                      </a:r>
                      <a:endParaRPr lang="en-BE"/>
                    </a:p>
                  </a:txBody>
                  <a:tcPr/>
                </a:tc>
                <a:extLst>
                  <a:ext uri="{0D108BD9-81ED-4DB2-BD59-A6C34878D82A}">
                    <a16:rowId xmlns:a16="http://schemas.microsoft.com/office/drawing/2014/main" val="123350890"/>
                  </a:ext>
                </a:extLst>
              </a:tr>
              <a:tr h="370840">
                <a:tc>
                  <a:txBody>
                    <a:bodyPr/>
                    <a:lstStyle/>
                    <a:p>
                      <a:r>
                        <a:rPr lang="en-US"/>
                        <a:t>Setup</a:t>
                      </a:r>
                      <a:endParaRPr lang="en-BE"/>
                    </a:p>
                  </a:txBody>
                  <a:tcPr/>
                </a:tc>
                <a:tc>
                  <a:txBody>
                    <a:bodyPr/>
                    <a:lstStyle/>
                    <a:p>
                      <a:r>
                        <a:rPr lang="nl-BE" sz="1800" b="0" i="0" kern="1200" err="1">
                          <a:solidFill>
                            <a:schemeClr val="dk1"/>
                          </a:solidFill>
                          <a:effectLst/>
                          <a:latin typeface="+mn-lt"/>
                          <a:ea typeface="+mn-ea"/>
                          <a:cs typeface="+mn-cs"/>
                        </a:rPr>
                        <a:t>NuGet</a:t>
                      </a:r>
                      <a:r>
                        <a:rPr lang="nl-BE" sz="1800" b="0" i="0" kern="1200">
                          <a:solidFill>
                            <a:schemeClr val="dk1"/>
                          </a:solidFill>
                          <a:effectLst/>
                          <a:latin typeface="+mn-lt"/>
                          <a:ea typeface="+mn-ea"/>
                          <a:cs typeface="+mn-cs"/>
                        </a:rPr>
                        <a:t> package → </a:t>
                      </a:r>
                      <a:r>
                        <a:rPr lang="nl-BE" sz="1800" b="0" i="0" kern="1200" err="1">
                          <a:solidFill>
                            <a:schemeClr val="dk1"/>
                          </a:solidFill>
                          <a:effectLst/>
                          <a:latin typeface="+mn-lt"/>
                          <a:ea typeface="+mn-ea"/>
                          <a:cs typeface="+mn-cs"/>
                        </a:rPr>
                        <a:t>DbContext</a:t>
                      </a:r>
                      <a:r>
                        <a:rPr lang="nl-BE" sz="1800" b="0" i="0" kern="1200">
                          <a:solidFill>
                            <a:schemeClr val="dk1"/>
                          </a:solidFill>
                          <a:effectLst/>
                          <a:latin typeface="+mn-lt"/>
                          <a:ea typeface="+mn-ea"/>
                          <a:cs typeface="+mn-cs"/>
                        </a:rPr>
                        <a:t> erft van </a:t>
                      </a:r>
                      <a:r>
                        <a:rPr lang="nl-BE" sz="1800" b="0" i="0" kern="1200" err="1">
                          <a:solidFill>
                            <a:schemeClr val="dk1"/>
                          </a:solidFill>
                          <a:effectLst/>
                          <a:latin typeface="+mn-lt"/>
                          <a:ea typeface="+mn-ea"/>
                          <a:cs typeface="+mn-cs"/>
                        </a:rPr>
                        <a:t>IdentityDbContext</a:t>
                      </a:r>
                      <a:r>
                        <a:rPr lang="nl-BE" sz="1800" b="0" i="0" kern="1200">
                          <a:solidFill>
                            <a:schemeClr val="dk1"/>
                          </a:solidFill>
                          <a:effectLst/>
                          <a:latin typeface="+mn-lt"/>
                          <a:ea typeface="+mn-ea"/>
                          <a:cs typeface="+mn-cs"/>
                        </a:rPr>
                        <a:t> → </a:t>
                      </a:r>
                      <a:r>
                        <a:rPr lang="nl-BE" sz="1800" b="0" i="0" kern="1200" err="1">
                          <a:solidFill>
                            <a:schemeClr val="dk1"/>
                          </a:solidFill>
                          <a:effectLst/>
                          <a:latin typeface="+mn-lt"/>
                          <a:ea typeface="+mn-ea"/>
                          <a:cs typeface="+mn-cs"/>
                        </a:rPr>
                        <a:t>AddIdentity</a:t>
                      </a:r>
                      <a:r>
                        <a:rPr lang="nl-BE" sz="1800" b="0" i="0" kern="1200">
                          <a:solidFill>
                            <a:schemeClr val="dk1"/>
                          </a:solidFill>
                          <a:effectLst/>
                          <a:latin typeface="+mn-lt"/>
                          <a:ea typeface="+mn-ea"/>
                          <a:cs typeface="+mn-cs"/>
                        </a:rPr>
                        <a:t> in </a:t>
                      </a:r>
                      <a:r>
                        <a:rPr lang="nl-BE" sz="1800" b="0" i="0" kern="1200" err="1">
                          <a:solidFill>
                            <a:schemeClr val="dk1"/>
                          </a:solidFill>
                          <a:effectLst/>
                          <a:latin typeface="+mn-lt"/>
                          <a:ea typeface="+mn-ea"/>
                          <a:cs typeface="+mn-cs"/>
                        </a:rPr>
                        <a:t>Program.cs</a:t>
                      </a:r>
                      <a:r>
                        <a:rPr lang="nl-BE" sz="1800" b="0" i="0" kern="1200">
                          <a:solidFill>
                            <a:schemeClr val="dk1"/>
                          </a:solidFill>
                          <a:effectLst/>
                          <a:latin typeface="+mn-lt"/>
                          <a:ea typeface="+mn-ea"/>
                          <a:cs typeface="+mn-cs"/>
                        </a:rPr>
                        <a:t> → Migration</a:t>
                      </a:r>
                      <a:endParaRPr lang="en-BE"/>
                    </a:p>
                  </a:txBody>
                  <a:tcPr/>
                </a:tc>
                <a:extLst>
                  <a:ext uri="{0D108BD9-81ED-4DB2-BD59-A6C34878D82A}">
                    <a16:rowId xmlns:a16="http://schemas.microsoft.com/office/drawing/2014/main" val="347855639"/>
                  </a:ext>
                </a:extLst>
              </a:tr>
              <a:tr h="370840">
                <a:tc>
                  <a:txBody>
                    <a:bodyPr/>
                    <a:lstStyle/>
                    <a:p>
                      <a:r>
                        <a:rPr lang="en-US" err="1"/>
                        <a:t>IdentityUser</a:t>
                      </a:r>
                      <a:r>
                        <a:rPr lang="en-US"/>
                        <a:t> </a:t>
                      </a:r>
                      <a:r>
                        <a:rPr lang="en-US" err="1"/>
                        <a:t>uitbreiden</a:t>
                      </a:r>
                      <a:endParaRPr lang="en-BE"/>
                    </a:p>
                  </a:txBody>
                  <a:tcPr/>
                </a:tc>
                <a:tc>
                  <a:txBody>
                    <a:bodyPr/>
                    <a:lstStyle/>
                    <a:p>
                      <a:r>
                        <a:rPr lang="nl-NL" sz="1800" b="0" i="0" kern="1200">
                          <a:solidFill>
                            <a:schemeClr val="dk1"/>
                          </a:solidFill>
                          <a:effectLst/>
                          <a:latin typeface="+mn-lt"/>
                          <a:ea typeface="+mn-ea"/>
                          <a:cs typeface="+mn-cs"/>
                        </a:rPr>
                        <a:t>Eigen klasse die overerft van </a:t>
                      </a:r>
                      <a:r>
                        <a:rPr lang="nl-NL" sz="1800" b="0" i="0" kern="1200" err="1">
                          <a:solidFill>
                            <a:schemeClr val="dk1"/>
                          </a:solidFill>
                          <a:effectLst/>
                          <a:latin typeface="+mn-lt"/>
                          <a:ea typeface="+mn-ea"/>
                          <a:cs typeface="+mn-cs"/>
                        </a:rPr>
                        <a:t>IdentityUser</a:t>
                      </a:r>
                      <a:r>
                        <a:rPr lang="nl-NL" sz="1800" b="0" i="0" kern="1200">
                          <a:solidFill>
                            <a:schemeClr val="dk1"/>
                          </a:solidFill>
                          <a:effectLst/>
                          <a:latin typeface="+mn-lt"/>
                          <a:ea typeface="+mn-ea"/>
                          <a:cs typeface="+mn-cs"/>
                        </a:rPr>
                        <a:t> met extra properties</a:t>
                      </a:r>
                      <a:endParaRPr lang="en-BE"/>
                    </a:p>
                  </a:txBody>
                  <a:tcPr/>
                </a:tc>
                <a:extLst>
                  <a:ext uri="{0D108BD9-81ED-4DB2-BD59-A6C34878D82A}">
                    <a16:rowId xmlns:a16="http://schemas.microsoft.com/office/drawing/2014/main" val="576820155"/>
                  </a:ext>
                </a:extLst>
              </a:tr>
              <a:tr h="370840">
                <a:tc>
                  <a:txBody>
                    <a:bodyPr/>
                    <a:lstStyle/>
                    <a:p>
                      <a:r>
                        <a:rPr lang="en-US" err="1"/>
                        <a:t>Registreren</a:t>
                      </a:r>
                      <a:endParaRPr lang="en-BE"/>
                    </a:p>
                  </a:txBody>
                  <a:tcPr/>
                </a:tc>
                <a:tc>
                  <a:txBody>
                    <a:bodyPr/>
                    <a:lstStyle/>
                    <a:p>
                      <a:r>
                        <a:rPr lang="nl-BE" sz="1800" b="0" i="0" kern="1200" err="1">
                          <a:solidFill>
                            <a:schemeClr val="dk1"/>
                          </a:solidFill>
                          <a:effectLst/>
                          <a:latin typeface="+mn-lt"/>
                          <a:ea typeface="+mn-ea"/>
                          <a:cs typeface="+mn-cs"/>
                        </a:rPr>
                        <a:t>UserManager.CreateAsync</a:t>
                      </a:r>
                      <a:r>
                        <a:rPr lang="nl-BE" sz="1800" b="0" i="0" kern="1200">
                          <a:solidFill>
                            <a:schemeClr val="dk1"/>
                          </a:solidFill>
                          <a:effectLst/>
                          <a:latin typeface="+mn-lt"/>
                          <a:ea typeface="+mn-ea"/>
                          <a:cs typeface="+mn-cs"/>
                        </a:rPr>
                        <a:t>() – </a:t>
                      </a:r>
                      <a:r>
                        <a:rPr lang="nl-BE" sz="1800" b="0" i="0" kern="1200" err="1">
                          <a:solidFill>
                            <a:schemeClr val="dk1"/>
                          </a:solidFill>
                          <a:effectLst/>
                          <a:latin typeface="+mn-lt"/>
                          <a:ea typeface="+mn-ea"/>
                          <a:cs typeface="+mn-cs"/>
                        </a:rPr>
                        <a:t>hasht</a:t>
                      </a:r>
                      <a:r>
                        <a:rPr lang="nl-BE" sz="1800" b="0" i="0" kern="1200">
                          <a:solidFill>
                            <a:schemeClr val="dk1"/>
                          </a:solidFill>
                          <a:effectLst/>
                          <a:latin typeface="+mn-lt"/>
                          <a:ea typeface="+mn-ea"/>
                          <a:cs typeface="+mn-cs"/>
                        </a:rPr>
                        <a:t> wachtwoord automatisch</a:t>
                      </a:r>
                      <a:endParaRPr lang="en-BE"/>
                    </a:p>
                  </a:txBody>
                  <a:tcPr/>
                </a:tc>
                <a:extLst>
                  <a:ext uri="{0D108BD9-81ED-4DB2-BD59-A6C34878D82A}">
                    <a16:rowId xmlns:a16="http://schemas.microsoft.com/office/drawing/2014/main" val="650935336"/>
                  </a:ext>
                </a:extLst>
              </a:tr>
              <a:tr h="370840">
                <a:tc>
                  <a:txBody>
                    <a:bodyPr/>
                    <a:lstStyle/>
                    <a:p>
                      <a:r>
                        <a:rPr lang="en-US" err="1"/>
                        <a:t>Inloggen</a:t>
                      </a:r>
                      <a:endParaRPr lang="en-BE"/>
                    </a:p>
                  </a:txBody>
                  <a:tcPr/>
                </a:tc>
                <a:tc>
                  <a:txBody>
                    <a:bodyPr/>
                    <a:lstStyle/>
                    <a:p>
                      <a:r>
                        <a:rPr lang="nl-BE" sz="1800" b="0" i="0" kern="1200" err="1">
                          <a:solidFill>
                            <a:schemeClr val="dk1"/>
                          </a:solidFill>
                          <a:effectLst/>
                          <a:latin typeface="+mn-lt"/>
                          <a:ea typeface="+mn-ea"/>
                          <a:cs typeface="+mn-cs"/>
                        </a:rPr>
                        <a:t>SignInManager.PasswordSignInAsync</a:t>
                      </a:r>
                      <a:r>
                        <a:rPr lang="nl-BE" sz="1800" b="0" i="0" kern="1200">
                          <a:solidFill>
                            <a:schemeClr val="dk1"/>
                          </a:solidFill>
                          <a:effectLst/>
                          <a:latin typeface="+mn-lt"/>
                          <a:ea typeface="+mn-ea"/>
                          <a:cs typeface="+mn-cs"/>
                        </a:rPr>
                        <a:t>() – verifieert </a:t>
                      </a:r>
                      <a:r>
                        <a:rPr lang="nl-BE" sz="1800" b="0" i="0" kern="1200" err="1">
                          <a:solidFill>
                            <a:schemeClr val="dk1"/>
                          </a:solidFill>
                          <a:effectLst/>
                          <a:latin typeface="+mn-lt"/>
                          <a:ea typeface="+mn-ea"/>
                          <a:cs typeface="+mn-cs"/>
                        </a:rPr>
                        <a:t>credentials</a:t>
                      </a:r>
                      <a:r>
                        <a:rPr lang="nl-BE" sz="1800" b="0" i="0" kern="1200">
                          <a:solidFill>
                            <a:schemeClr val="dk1"/>
                          </a:solidFill>
                          <a:effectLst/>
                          <a:latin typeface="+mn-lt"/>
                          <a:ea typeface="+mn-ea"/>
                          <a:cs typeface="+mn-cs"/>
                        </a:rPr>
                        <a:t> en maakt cookie</a:t>
                      </a:r>
                      <a:endParaRPr lang="en-BE"/>
                    </a:p>
                  </a:txBody>
                  <a:tcPr/>
                </a:tc>
                <a:extLst>
                  <a:ext uri="{0D108BD9-81ED-4DB2-BD59-A6C34878D82A}">
                    <a16:rowId xmlns:a16="http://schemas.microsoft.com/office/drawing/2014/main" val="1523554040"/>
                  </a:ext>
                </a:extLst>
              </a:tr>
              <a:tr h="370840">
                <a:tc>
                  <a:txBody>
                    <a:bodyPr/>
                    <a:lstStyle/>
                    <a:p>
                      <a:r>
                        <a:rPr lang="en-US" err="1"/>
                        <a:t>Uitloggen</a:t>
                      </a:r>
                      <a:endParaRPr lang="en-BE"/>
                    </a:p>
                  </a:txBody>
                  <a:tcPr/>
                </a:tc>
                <a:tc>
                  <a:txBody>
                    <a:bodyPr/>
                    <a:lstStyle/>
                    <a:p>
                      <a:r>
                        <a:rPr lang="nl-BE" sz="1800" b="0" i="0" kern="1200" err="1">
                          <a:solidFill>
                            <a:schemeClr val="dk1"/>
                          </a:solidFill>
                          <a:effectLst/>
                          <a:latin typeface="+mn-lt"/>
                          <a:ea typeface="+mn-ea"/>
                          <a:cs typeface="+mn-cs"/>
                        </a:rPr>
                        <a:t>SignInManager.SignOutAsync</a:t>
                      </a:r>
                      <a:r>
                        <a:rPr lang="nl-BE" sz="1800" b="0" i="0" kern="1200">
                          <a:solidFill>
                            <a:schemeClr val="dk1"/>
                          </a:solidFill>
                          <a:effectLst/>
                          <a:latin typeface="+mn-lt"/>
                          <a:ea typeface="+mn-ea"/>
                          <a:cs typeface="+mn-cs"/>
                        </a:rPr>
                        <a:t>() – verwijdert cookie</a:t>
                      </a:r>
                      <a:endParaRPr lang="en-BE"/>
                    </a:p>
                  </a:txBody>
                  <a:tcPr/>
                </a:tc>
                <a:extLst>
                  <a:ext uri="{0D108BD9-81ED-4DB2-BD59-A6C34878D82A}">
                    <a16:rowId xmlns:a16="http://schemas.microsoft.com/office/drawing/2014/main" val="2994794746"/>
                  </a:ext>
                </a:extLst>
              </a:tr>
              <a:tr h="370840">
                <a:tc>
                  <a:txBody>
                    <a:bodyPr/>
                    <a:lstStyle/>
                    <a:p>
                      <a:r>
                        <a:rPr lang="en-US" err="1"/>
                        <a:t>Authorisatie</a:t>
                      </a:r>
                      <a:endParaRPr lang="en-BE"/>
                    </a:p>
                  </a:txBody>
                  <a:tcPr/>
                </a:tc>
                <a:tc>
                  <a:txBody>
                    <a:bodyPr/>
                    <a:lstStyle/>
                    <a:p>
                      <a:r>
                        <a:rPr lang="en-US" sz="1800" b="0" i="0" kern="1200">
                          <a:solidFill>
                            <a:schemeClr val="dk1"/>
                          </a:solidFill>
                          <a:effectLst/>
                          <a:latin typeface="+mn-lt"/>
                          <a:ea typeface="+mn-ea"/>
                          <a:cs typeface="+mn-cs"/>
                        </a:rPr>
                        <a:t>[Authorize] </a:t>
                      </a:r>
                      <a:r>
                        <a:rPr lang="en-US" sz="1800" b="0" i="0" kern="1200" err="1">
                          <a:solidFill>
                            <a:schemeClr val="dk1"/>
                          </a:solidFill>
                          <a:effectLst/>
                          <a:latin typeface="+mn-lt"/>
                          <a:ea typeface="+mn-ea"/>
                          <a:cs typeface="+mn-cs"/>
                        </a:rPr>
                        <a:t>attribuut</a:t>
                      </a:r>
                      <a:r>
                        <a:rPr lang="en-US" sz="1800" b="0" i="0" kern="1200">
                          <a:solidFill>
                            <a:schemeClr val="dk1"/>
                          </a:solidFill>
                          <a:effectLst/>
                          <a:latin typeface="+mn-lt"/>
                          <a:ea typeface="+mn-ea"/>
                          <a:cs typeface="+mn-cs"/>
                        </a:rPr>
                        <a:t> op controller of action level</a:t>
                      </a:r>
                      <a:endParaRPr lang="en-BE"/>
                    </a:p>
                  </a:txBody>
                  <a:tcPr/>
                </a:tc>
                <a:extLst>
                  <a:ext uri="{0D108BD9-81ED-4DB2-BD59-A6C34878D82A}">
                    <a16:rowId xmlns:a16="http://schemas.microsoft.com/office/drawing/2014/main" val="727801423"/>
                  </a:ext>
                </a:extLst>
              </a:tr>
              <a:tr h="370840">
                <a:tc>
                  <a:txBody>
                    <a:bodyPr/>
                    <a:lstStyle/>
                    <a:p>
                      <a:r>
                        <a:rPr lang="en-US"/>
                        <a:t>Rollen</a:t>
                      </a:r>
                      <a:endParaRPr lang="en-BE"/>
                    </a:p>
                  </a:txBody>
                  <a:tcPr/>
                </a:tc>
                <a:tc>
                  <a:txBody>
                    <a:bodyPr/>
                    <a:lstStyle/>
                    <a:p>
                      <a:r>
                        <a:rPr lang="en-US" sz="1800" b="0" i="0" kern="1200">
                          <a:solidFill>
                            <a:schemeClr val="dk1"/>
                          </a:solidFill>
                          <a:effectLst/>
                          <a:latin typeface="+mn-lt"/>
                          <a:ea typeface="+mn-ea"/>
                          <a:cs typeface="+mn-cs"/>
                        </a:rPr>
                        <a:t>[Authorize(Roles = "Admin")] – role-based access control</a:t>
                      </a:r>
                      <a:endParaRPr lang="en-BE"/>
                    </a:p>
                  </a:txBody>
                  <a:tcPr/>
                </a:tc>
                <a:extLst>
                  <a:ext uri="{0D108BD9-81ED-4DB2-BD59-A6C34878D82A}">
                    <a16:rowId xmlns:a16="http://schemas.microsoft.com/office/drawing/2014/main" val="750018031"/>
                  </a:ext>
                </a:extLst>
              </a:tr>
              <a:tr h="370840">
                <a:tc>
                  <a:txBody>
                    <a:bodyPr/>
                    <a:lstStyle/>
                    <a:p>
                      <a:r>
                        <a:rPr lang="en-US"/>
                        <a:t>Seeding</a:t>
                      </a:r>
                      <a:endParaRPr lang="en-BE"/>
                    </a:p>
                  </a:txBody>
                  <a:tcPr/>
                </a:tc>
                <a:tc>
                  <a:txBody>
                    <a:bodyPr/>
                    <a:lstStyle/>
                    <a:p>
                      <a:r>
                        <a:rPr lang="nl-BE" sz="1800" b="0" i="0" kern="1200">
                          <a:solidFill>
                            <a:schemeClr val="dk1"/>
                          </a:solidFill>
                          <a:effectLst/>
                          <a:latin typeface="+mn-lt"/>
                          <a:ea typeface="+mn-ea"/>
                          <a:cs typeface="+mn-cs"/>
                        </a:rPr>
                        <a:t>Admin user + </a:t>
                      </a:r>
                      <a:r>
                        <a:rPr lang="nl-BE" sz="1800" b="0" i="0" kern="1200" err="1">
                          <a:solidFill>
                            <a:schemeClr val="dk1"/>
                          </a:solidFill>
                          <a:effectLst/>
                          <a:latin typeface="+mn-lt"/>
                          <a:ea typeface="+mn-ea"/>
                          <a:cs typeface="+mn-cs"/>
                        </a:rPr>
                        <a:t>role</a:t>
                      </a:r>
                      <a:r>
                        <a:rPr lang="nl-BE" sz="1800" b="0" i="0" kern="1200">
                          <a:solidFill>
                            <a:schemeClr val="dk1"/>
                          </a:solidFill>
                          <a:effectLst/>
                          <a:latin typeface="+mn-lt"/>
                          <a:ea typeface="+mn-ea"/>
                          <a:cs typeface="+mn-cs"/>
                        </a:rPr>
                        <a:t> </a:t>
                      </a:r>
                      <a:r>
                        <a:rPr lang="nl-BE" sz="1800" b="0" i="0" kern="1200" err="1">
                          <a:solidFill>
                            <a:schemeClr val="dk1"/>
                          </a:solidFill>
                          <a:effectLst/>
                          <a:latin typeface="+mn-lt"/>
                          <a:ea typeface="+mn-ea"/>
                          <a:cs typeface="+mn-cs"/>
                        </a:rPr>
                        <a:t>seeden</a:t>
                      </a:r>
                      <a:r>
                        <a:rPr lang="nl-BE" sz="1800" b="0" i="0" kern="1200">
                          <a:solidFill>
                            <a:schemeClr val="dk1"/>
                          </a:solidFill>
                          <a:effectLst/>
                          <a:latin typeface="+mn-lt"/>
                          <a:ea typeface="+mn-ea"/>
                          <a:cs typeface="+mn-cs"/>
                        </a:rPr>
                        <a:t> via </a:t>
                      </a:r>
                      <a:r>
                        <a:rPr lang="nl-BE" sz="1800" b="0" i="0" kern="1200" err="1">
                          <a:solidFill>
                            <a:schemeClr val="dk1"/>
                          </a:solidFill>
                          <a:effectLst/>
                          <a:latin typeface="+mn-lt"/>
                          <a:ea typeface="+mn-ea"/>
                          <a:cs typeface="+mn-cs"/>
                        </a:rPr>
                        <a:t>OnModelCreating</a:t>
                      </a:r>
                      <a:r>
                        <a:rPr lang="nl-BE" sz="1800" b="0" i="0" kern="1200">
                          <a:solidFill>
                            <a:schemeClr val="dk1"/>
                          </a:solidFill>
                          <a:effectLst/>
                          <a:latin typeface="+mn-lt"/>
                          <a:ea typeface="+mn-ea"/>
                          <a:cs typeface="+mn-cs"/>
                        </a:rPr>
                        <a:t> met </a:t>
                      </a:r>
                      <a:r>
                        <a:rPr lang="nl-BE" sz="1800" b="0" i="0" kern="1200" err="1">
                          <a:solidFill>
                            <a:schemeClr val="dk1"/>
                          </a:solidFill>
                          <a:effectLst/>
                          <a:latin typeface="+mn-lt"/>
                          <a:ea typeface="+mn-ea"/>
                          <a:cs typeface="+mn-cs"/>
                        </a:rPr>
                        <a:t>PasswordHasher</a:t>
                      </a:r>
                      <a:endParaRPr lang="en-BE"/>
                    </a:p>
                  </a:txBody>
                  <a:tcPr/>
                </a:tc>
                <a:extLst>
                  <a:ext uri="{0D108BD9-81ED-4DB2-BD59-A6C34878D82A}">
                    <a16:rowId xmlns:a16="http://schemas.microsoft.com/office/drawing/2014/main" val="2837121863"/>
                  </a:ext>
                </a:extLst>
              </a:tr>
            </a:tbl>
          </a:graphicData>
        </a:graphic>
      </p:graphicFrame>
    </p:spTree>
    <p:extLst>
      <p:ext uri="{BB962C8B-B14F-4D97-AF65-F5344CB8AC3E}">
        <p14:creationId xmlns:p14="http://schemas.microsoft.com/office/powerpoint/2010/main" val="1250574695"/>
      </p:ext>
    </p:extLst>
  </p:cSld>
  <p:clrMapOvr>
    <a:masterClrMapping/>
  </p:clrMapOvr>
</p:sld>
</file>

<file path=ppt/theme/theme1.xml><?xml version="1.0" encoding="utf-8"?>
<a:theme xmlns:a="http://schemas.openxmlformats.org/drawingml/2006/main" name="DuneVTI">
  <a:themeElements>
    <a:clrScheme name="Dune Palette">
      <a:dk1>
        <a:srgbClr val="131313"/>
      </a:dk1>
      <a:lt1>
        <a:sysClr val="window" lastClr="FFFFFF"/>
      </a:lt1>
      <a:dk2>
        <a:srgbClr val="203430"/>
      </a:dk2>
      <a:lt2>
        <a:srgbClr val="F0EDE6"/>
      </a:lt2>
      <a:accent1>
        <a:srgbClr val="A57361"/>
      </a:accent1>
      <a:accent2>
        <a:srgbClr val="CD9979"/>
      </a:accent2>
      <a:accent3>
        <a:srgbClr val="4E6C67"/>
      </a:accent3>
      <a:accent4>
        <a:srgbClr val="BA958C"/>
      </a:accent4>
      <a:accent5>
        <a:srgbClr val="A08C60"/>
      </a:accent5>
      <a:accent6>
        <a:srgbClr val="956969"/>
      </a:accent6>
      <a:hlink>
        <a:srgbClr val="B0685E"/>
      </a:hlink>
      <a:folHlink>
        <a:srgbClr val="5E827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_win32_DN_v2" id="{97A7A9A4-5677-45E2-BAC9-3A76DA18A86D}" vid="{E1353FFA-7ECE-4894-957E-EAB589AB129E}"/>
    </a:ext>
  </a:extLst>
</a:theme>
</file>

<file path=ppt/theme/theme2.xml><?xml version="1.0" encoding="utf-8"?>
<a:theme xmlns:a="http://schemas.openxmlformats.org/drawingml/2006/main" name="Howest 2.0">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Howest 2.0" id="{D717BD09-1AC3-4F58-A220-E19E7A48686A}" vid="{A915B649-E5AC-4F54-9515-EB87CA79BF56}"/>
    </a:ext>
  </a:extLst>
</a:theme>
</file>

<file path=ppt/theme/theme3.xml><?xml version="1.0" encoding="utf-8"?>
<a:theme xmlns:a="http://schemas.openxmlformats.org/drawingml/2006/main" name="Howest EN">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Howest NL met tweede logo">
  <a:themeElements>
    <a:clrScheme name="Howest">
      <a:dk1>
        <a:srgbClr val="000000"/>
      </a:dk1>
      <a:lt1>
        <a:sysClr val="window" lastClr="FFFFFF"/>
      </a:lt1>
      <a:dk2>
        <a:srgbClr val="44C8F5"/>
      </a:dk2>
      <a:lt2>
        <a:srgbClr val="E7E6E6"/>
      </a:lt2>
      <a:accent1>
        <a:srgbClr val="EC008C"/>
      </a:accent1>
      <a:accent2>
        <a:srgbClr val="FFF200"/>
      </a:accent2>
      <a:accent3>
        <a:srgbClr val="A5A5A5"/>
      </a:accent3>
      <a:accent4>
        <a:srgbClr val="44C8F5"/>
      </a:accent4>
      <a:accent5>
        <a:srgbClr val="7B7B7B"/>
      </a:accent5>
      <a:accent6>
        <a:srgbClr val="000000"/>
      </a:accent6>
      <a:hlink>
        <a:srgbClr val="44C8F5"/>
      </a:hlink>
      <a:folHlink>
        <a:srgbClr val="44C8F5"/>
      </a:folHlink>
    </a:clrScheme>
    <a:fontScheme name="Kantoor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28575">
          <a:solidFill>
            <a:srgbClr val="44C8F5"/>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553E215F04C0419C6954333B66E282" ma:contentTypeVersion="0" ma:contentTypeDescription="Een nieuw document maken." ma:contentTypeScope="" ma:versionID="420ab0ecb1f5b190053734ebb4324294">
  <xsd:schema xmlns:xsd="http://www.w3.org/2001/XMLSchema" xmlns:xs="http://www.w3.org/2001/XMLSchema" xmlns:p="http://schemas.microsoft.com/office/2006/metadata/properties" targetNamespace="http://schemas.microsoft.com/office/2006/metadata/properties" ma:root="true" ma:fieldsID="07ed1d0b6ec686648e0970ac0d16104d">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79E5A0-CBBD-45DC-8A49-F815549EEC7E}">
  <ds:schemaRefs>
    <ds:schemaRef ds:uri="http://schemas.microsoft.com/sharepoint/v3/contenttype/forms"/>
  </ds:schemaRefs>
</ds:datastoreItem>
</file>

<file path=customXml/itemProps2.xml><?xml version="1.0" encoding="utf-8"?>
<ds:datastoreItem xmlns:ds="http://schemas.openxmlformats.org/officeDocument/2006/customXml" ds:itemID="{FA6DDCF5-B4DC-4BAF-8041-304D03044A86}">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B808ADB-9571-42D8-9B2C-892BA9675DB3}">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46</Slides>
  <Notes>0</Notes>
  <HiddenSlides>0</HiddenSlides>
  <ScaleCrop>false</ScaleCrop>
  <HeadingPairs>
    <vt:vector size="4" baseType="variant">
      <vt:variant>
        <vt:lpstr>Theme</vt:lpstr>
      </vt:variant>
      <vt:variant>
        <vt:i4>4</vt:i4>
      </vt:variant>
      <vt:variant>
        <vt:lpstr>Slide Titles</vt:lpstr>
      </vt:variant>
      <vt:variant>
        <vt:i4>46</vt:i4>
      </vt:variant>
    </vt:vector>
  </HeadingPairs>
  <TitlesOfParts>
    <vt:vector size="50" baseType="lpstr">
      <vt:lpstr>DuneVTI</vt:lpstr>
      <vt:lpstr>Howest 2.0</vt:lpstr>
      <vt:lpstr>Howest EN</vt:lpstr>
      <vt:lpstr>Howest NL met tweede logo</vt:lpstr>
      <vt:lpstr>Het Microsoft Identity Platform</vt:lpstr>
      <vt:lpstr>Wat is het?</vt:lpstr>
      <vt:lpstr>Identity configureren in een bestaand MVC project</vt:lpstr>
      <vt:lpstr>Stappenplan</vt:lpstr>
      <vt:lpstr>NuGet Package installeren</vt:lpstr>
      <vt:lpstr>DbContext aanpassen</vt:lpstr>
      <vt:lpstr>Identity registreren in Program.cs</vt:lpstr>
      <vt:lpstr>Migration genereren &amp; database update</vt:lpstr>
      <vt:lpstr>IdentityUser uitbreiden</vt:lpstr>
      <vt:lpstr>Program.cs aanpassen na uitbreiding</vt:lpstr>
      <vt:lpstr>DbContext aanpassen na uitbreiding</vt:lpstr>
      <vt:lpstr>Registreren en inloggen</vt:lpstr>
      <vt:lpstr>Overzicht</vt:lpstr>
      <vt:lpstr>AccountRegisterViewModel</vt:lpstr>
      <vt:lpstr>AccountLoginViewModel (met overerving)</vt:lpstr>
      <vt:lpstr>AccountController – Dependency Injection</vt:lpstr>
      <vt:lpstr>IdentityResult</vt:lpstr>
      <vt:lpstr>Register – GET &amp; POST</vt:lpstr>
      <vt:lpstr>Register – GET &amp; POST</vt:lpstr>
      <vt:lpstr>Register View</vt:lpstr>
      <vt:lpstr>Login – POST</vt:lpstr>
      <vt:lpstr>Logout</vt:lpstr>
      <vt:lpstr>Authorisatie in een MVC applicatie</vt:lpstr>
      <vt:lpstr>Authenticatie vs. Authorisatie</vt:lpstr>
      <vt:lpstr>Festival voorbeeld</vt:lpstr>
      <vt:lpstr>Het [Authorize] attribuut</vt:lpstr>
      <vt:lpstr>[Authorize] op Controller-niveau</vt:lpstr>
      <vt:lpstr>Role-gebaseerde authorisatie</vt:lpstr>
      <vt:lpstr>Concept</vt:lpstr>
      <vt:lpstr>IdentityRole</vt:lpstr>
      <vt:lpstr>Admin user en role seeden</vt:lpstr>
      <vt:lpstr>Admin user en role seeden</vt:lpstr>
      <vt:lpstr>Admin user en role seeden</vt:lpstr>
      <vt:lpstr>[Authorize] met Roles</vt:lpstr>
      <vt:lpstr>Access Denied configureren</vt:lpstr>
      <vt:lpstr>Menu-items tonen op basis van rol</vt:lpstr>
      <vt:lpstr>Appendix  Belangrijke Identity Serviceklassen</vt:lpstr>
      <vt:lpstr>UserManager</vt:lpstr>
      <vt:lpstr>SignInManager</vt:lpstr>
      <vt:lpstr>RoleManager</vt:lpstr>
      <vt:lpstr>Eenvoudig rollenbeheer - UsersController</vt:lpstr>
      <vt:lpstr>Rol aanmaken</vt:lpstr>
      <vt:lpstr>Rol toewijzen aan een user</vt:lpstr>
      <vt:lpstr>Rol verwijderen van een user</vt:lpstr>
      <vt:lpstr>Samenvatting</vt:lpstr>
      <vt:lpstr>Samenvatting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2026-02-17T09:00:06Z</dcterms:created>
  <dcterms:modified xsi:type="dcterms:W3CDTF">2026-02-17T10:17:52Z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0x010100CF553E215F04C0419C6954333B66E282</vt:lpwstr>
  </property>
</Properties>
</file>